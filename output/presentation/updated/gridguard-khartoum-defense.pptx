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6.xml" ContentType="application/vnd.openxmlformats-officedocument.drawingml.chart+xml"/>
  <Override PartName="/ppt/slides/charts/chart7.xml" ContentType="application/vnd.openxmlformats-officedocument.drawingml.chart+xml"/>
  <Override PartName="/ppt/slides/charts/chart8.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slides/charts/chart11.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2.xml" ContentType="application/vnd.openxmlformats-officedocument.drawingml.chart+xml"/>
  <Override PartName="/ppt/slides/charts/chart13.xml" ContentType="application/vnd.openxmlformats-officedocument.drawingml.chart+xml"/>
  <Override PartName="/ppt/slides/charts/chart14.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15.xml" ContentType="application/vnd.openxmlformats-officedocument.drawingml.chart+xml"/>
  <Override PartName="/ppt/slides/charts/chart16.xml" ContentType="application/vnd.openxmlformats-officedocument.drawingml.chart+xml"/>
  <Override PartName="/ppt/slides/charts/chart17.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18.xml" ContentType="application/vnd.openxmlformats-officedocument.drawingml.chart+xml"/>
  <Override PartName="/ppt/slides/charts/chart19.xml" ContentType="application/vnd.openxmlformats-officedocument.drawingml.chart+xml"/>
  <Override PartName="/ppt/slides/charts/chart20.xml" ContentType="application/vnd.openxmlformats-officedocument.drawingml.chart+xml"/>
  <Override PartName="/ppt/slides/charts/chart21.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52c48e2d68f48ce" /><Relationship Type="http://schemas.openxmlformats.org/officeDocument/2006/relationships/extended-properties" Target="/docProps/app.xml" Id="Ra1e583e0912143b2" /><Relationship Type="http://schemas.openxmlformats.org/officeDocument/2006/relationships/officeDocument" Target="/ppt/presentation.xml" Id="Rc32ca63ba7e04d00" /></Relationships>
</file>

<file path=ppt/presentation.xml><?xml version="1.0" encoding="utf-8"?>
<p:presentation xmlns:p="http://schemas.openxmlformats.org/presentationml/2006/main">
  <p:sldMasterIdLst>
    <p:sldMasterId xmlns:r="http://schemas.openxmlformats.org/officeDocument/2006/relationships" id="2147483648" r:id="R52cb02f6a49b4d9b"/>
  </p:sldMasterIdLst>
  <p:notesMasterIdLst>
    <p:notesMasterId xmlns:r="http://schemas.openxmlformats.org/officeDocument/2006/relationships" r:id="R58c2d7c8602f43e4"/>
  </p:notesMasterIdLst>
  <p:sldIdLst>
    <p:sldId xmlns:r="http://schemas.openxmlformats.org/officeDocument/2006/relationships" id="256" r:id="Raaffc456a9324020"/>
    <p:sldId xmlns:r="http://schemas.openxmlformats.org/officeDocument/2006/relationships" id="257" r:id="R56632c4369f441b6"/>
    <p:sldId xmlns:r="http://schemas.openxmlformats.org/officeDocument/2006/relationships" id="258" r:id="Rb6b3970dab5f4543"/>
    <p:sldId xmlns:r="http://schemas.openxmlformats.org/officeDocument/2006/relationships" id="259" r:id="Rc25de5d500984d1f"/>
    <p:sldId xmlns:r="http://schemas.openxmlformats.org/officeDocument/2006/relationships" id="260" r:id="R1a4c5bd9dfad45b1"/>
    <p:sldId xmlns:r="http://schemas.openxmlformats.org/officeDocument/2006/relationships" id="261" r:id="Rb5a095ee43e64f50"/>
    <p:sldId xmlns:r="http://schemas.openxmlformats.org/officeDocument/2006/relationships" id="262" r:id="Rc0aef78b0a1640ea"/>
    <p:sldId xmlns:r="http://schemas.openxmlformats.org/officeDocument/2006/relationships" id="263" r:id="Rf1c91ef447f548f8"/>
    <p:sldId xmlns:r="http://schemas.openxmlformats.org/officeDocument/2006/relationships" id="264" r:id="Rfde56f8bb65e45c8"/>
    <p:sldId xmlns:r="http://schemas.openxmlformats.org/officeDocument/2006/relationships" id="265" r:id="Rf937dfc3cc0f4103"/>
    <p:sldId xmlns:r="http://schemas.openxmlformats.org/officeDocument/2006/relationships" id="266" r:id="R70c2b4f6c671450f"/>
    <p:sldId xmlns:r="http://schemas.openxmlformats.org/officeDocument/2006/relationships" id="267" r:id="Rf9722c8a6d384db4"/>
    <p:sldId xmlns:r="http://schemas.openxmlformats.org/officeDocument/2006/relationships" id="268" r:id="R21cad6603c124a3f"/>
    <p:sldId xmlns:r="http://schemas.openxmlformats.org/officeDocument/2006/relationships" id="269" r:id="R8873833594144531"/>
    <p:sldId xmlns:r="http://schemas.openxmlformats.org/officeDocument/2006/relationships" id="270" r:id="R2aa4bf9261cb44fd"/>
    <p:sldId xmlns:r="http://schemas.openxmlformats.org/officeDocument/2006/relationships" id="271" r:id="R3c5e7f228b4e458e"/>
    <p:sldId xmlns:r="http://schemas.openxmlformats.org/officeDocument/2006/relationships" id="272" r:id="R68f68c2ebbb2475f"/>
    <p:sldId xmlns:r="http://schemas.openxmlformats.org/officeDocument/2006/relationships" id="273" r:id="Re83e4d2e57834155"/>
    <p:sldId xmlns:r="http://schemas.openxmlformats.org/officeDocument/2006/relationships" id="274" r:id="Ra06e049064c84ad1"/>
    <p:sldId xmlns:r="http://schemas.openxmlformats.org/officeDocument/2006/relationships" id="275" r:id="R4add5feded344827"/>
    <p:sldId xmlns:r="http://schemas.openxmlformats.org/officeDocument/2006/relationships" id="276" r:id="R4d51a3d4635d4a75"/>
    <p:sldId xmlns:r="http://schemas.openxmlformats.org/officeDocument/2006/relationships" id="277" r:id="R7b31bdb069084ee8"/>
    <p:sldId xmlns:r="http://schemas.openxmlformats.org/officeDocument/2006/relationships" id="278" r:id="R85889f32701e463b"/>
    <p:sldId xmlns:r="http://schemas.openxmlformats.org/officeDocument/2006/relationships" id="279" r:id="Ra95f61f7905b4d2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f93e5d3e0894a87" /><Relationship Type="http://schemas.openxmlformats.org/officeDocument/2006/relationships/slideMaster" Target="/ppt/slideMasters/slideMaster1.xml" Id="R52cb02f6a49b4d9b" /><Relationship Type="http://schemas.openxmlformats.org/officeDocument/2006/relationships/notesMaster" Target="/ppt/notesMasters/notesMaster1.xml" Id="R58c2d7c8602f43e4" /><Relationship Type="http://schemas.openxmlformats.org/officeDocument/2006/relationships/presProps" Target="/ppt/presProps.xml" Id="R2ee7c23ff8eb4fc4" /><Relationship Type="http://schemas.openxmlformats.org/officeDocument/2006/relationships/tableStyles" Target="/ppt/tableStyles.xml" Id="R15503d34812b4416" /><Relationship Type="http://schemas.openxmlformats.org/officeDocument/2006/relationships/slide" Target="/ppt/slides/slide1.xml" Id="Raaffc456a9324020" /><Relationship Type="http://schemas.openxmlformats.org/officeDocument/2006/relationships/slide" Target="/ppt/slides/slide2.xml" Id="R56632c4369f441b6" /><Relationship Type="http://schemas.openxmlformats.org/officeDocument/2006/relationships/slide" Target="/ppt/slides/slide3.xml" Id="Rb6b3970dab5f4543" /><Relationship Type="http://schemas.openxmlformats.org/officeDocument/2006/relationships/slide" Target="/ppt/slides/slide4.xml" Id="Rc25de5d500984d1f" /><Relationship Type="http://schemas.openxmlformats.org/officeDocument/2006/relationships/slide" Target="/ppt/slides/slide5.xml" Id="R1a4c5bd9dfad45b1" /><Relationship Type="http://schemas.openxmlformats.org/officeDocument/2006/relationships/slide" Target="/ppt/slides/slide6.xml" Id="Rb5a095ee43e64f50" /><Relationship Type="http://schemas.openxmlformats.org/officeDocument/2006/relationships/slide" Target="/ppt/slides/slide7.xml" Id="Rc0aef78b0a1640ea" /><Relationship Type="http://schemas.openxmlformats.org/officeDocument/2006/relationships/slide" Target="/ppt/slides/slide8.xml" Id="Rf1c91ef447f548f8" /><Relationship Type="http://schemas.openxmlformats.org/officeDocument/2006/relationships/slide" Target="/ppt/slides/slide9.xml" Id="Rfde56f8bb65e45c8" /><Relationship Type="http://schemas.openxmlformats.org/officeDocument/2006/relationships/slide" Target="/ppt/slides/slide10.xml" Id="Rf937dfc3cc0f4103" /><Relationship Type="http://schemas.openxmlformats.org/officeDocument/2006/relationships/slide" Target="/ppt/slides/slide11.xml" Id="R70c2b4f6c671450f" /><Relationship Type="http://schemas.openxmlformats.org/officeDocument/2006/relationships/slide" Target="/ppt/slides/slide12.xml" Id="Rf9722c8a6d384db4" /><Relationship Type="http://schemas.openxmlformats.org/officeDocument/2006/relationships/slide" Target="/ppt/slides/slide13.xml" Id="R21cad6603c124a3f" /><Relationship Type="http://schemas.openxmlformats.org/officeDocument/2006/relationships/slide" Target="/ppt/slides/slide14.xml" Id="R8873833594144531" /><Relationship Type="http://schemas.openxmlformats.org/officeDocument/2006/relationships/slide" Target="/ppt/slides/slide15.xml" Id="R2aa4bf9261cb44fd" /><Relationship Type="http://schemas.openxmlformats.org/officeDocument/2006/relationships/slide" Target="/ppt/slides/slide16.xml" Id="R3c5e7f228b4e458e" /><Relationship Type="http://schemas.openxmlformats.org/officeDocument/2006/relationships/slide" Target="/ppt/slides/slide17.xml" Id="R68f68c2ebbb2475f" /><Relationship Type="http://schemas.openxmlformats.org/officeDocument/2006/relationships/slide" Target="/ppt/slides/slide18.xml" Id="Re83e4d2e57834155" /><Relationship Type="http://schemas.openxmlformats.org/officeDocument/2006/relationships/slide" Target="/ppt/slides/slide19.xml" Id="Ra06e049064c84ad1" /><Relationship Type="http://schemas.openxmlformats.org/officeDocument/2006/relationships/slide" Target="/ppt/slides/slide20.xml" Id="R4add5feded344827" /><Relationship Type="http://schemas.openxmlformats.org/officeDocument/2006/relationships/slide" Target="/ppt/slides/slide21.xml" Id="R4d51a3d4635d4a75" /><Relationship Type="http://schemas.openxmlformats.org/officeDocument/2006/relationships/slide" Target="/ppt/slides/slide22.xml" Id="R7b31bdb069084ee8" /><Relationship Type="http://schemas.openxmlformats.org/officeDocument/2006/relationships/slide" Target="/ppt/slides/slide23.xml" Id="R85889f32701e463b" /><Relationship Type="http://schemas.openxmlformats.org/officeDocument/2006/relationships/slide" Target="/ppt/slides/slide24.xml" Id="Ra95f61f7905b4d2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adfdef40a5844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fe020d3e8644a36" /><Relationship Type="http://schemas.openxmlformats.org/officeDocument/2006/relationships/notesMaster" Target="/ppt/notesMasters/notesMaster1.xml" Id="R93aef333fcff47e3"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d93ae8638c4622" /><Relationship Type="http://schemas.openxmlformats.org/officeDocument/2006/relationships/notesMaster" Target="/ppt/notesMasters/notesMaster1.xml" Id="Rd0c1b117b3ac45cb" /></Relationships>
</file>

<file path=ppt/notesSlides/_rels/notesSlide3.xml.rels>&#65279;<?xml version="1.0" encoding="utf-8"?><Relationships xmlns="http://schemas.openxmlformats.org/package/2006/relationships"><Relationship Type="http://schemas.openxmlformats.org/officeDocument/2006/relationships/slide" Target="/ppt/slides/slide3.xml" Id="Rdc1e243751c04141" /><Relationship Type="http://schemas.openxmlformats.org/officeDocument/2006/relationships/notesMaster" Target="/ppt/notesMasters/notesMaster1.xml" Id="R3fdf7e955c484a3d" /></Relationships>
</file>

<file path=ppt/notesSlides/_rels/notesSlide4.xml.rels>&#65279;<?xml version="1.0" encoding="utf-8"?><Relationships xmlns="http://schemas.openxmlformats.org/package/2006/relationships"><Relationship Type="http://schemas.openxmlformats.org/officeDocument/2006/relationships/slide" Target="/ppt/slides/slide4.xml" Id="R657981cb8e1a474d" /><Relationship Type="http://schemas.openxmlformats.org/officeDocument/2006/relationships/notesMaster" Target="/ppt/notesMasters/notesMaster1.xml" Id="R1da23372919a44a9" /></Relationships>
</file>

<file path=ppt/notesSlides/_rels/notesSlide5.xml.rels>&#65279;<?xml version="1.0" encoding="utf-8"?><Relationships xmlns="http://schemas.openxmlformats.org/package/2006/relationships"><Relationship Type="http://schemas.openxmlformats.org/officeDocument/2006/relationships/slide" Target="/ppt/slides/slide5.xml" Id="R7961687e90a9463f" /><Relationship Type="http://schemas.openxmlformats.org/officeDocument/2006/relationships/notesMaster" Target="/ppt/notesMasters/notesMaster1.xml" Id="Rff52f0af6825474b" /></Relationships>
</file>

<file path=ppt/notesSlides/_rels/notesSlide6.xml.rels>&#65279;<?xml version="1.0" encoding="utf-8"?><Relationships xmlns="http://schemas.openxmlformats.org/package/2006/relationships"><Relationship Type="http://schemas.openxmlformats.org/officeDocument/2006/relationships/slide" Target="/ppt/slides/slide6.xml" Id="R6453c870a32b491a" /><Relationship Type="http://schemas.openxmlformats.org/officeDocument/2006/relationships/notesMaster" Target="/ppt/notesMasters/notesMaster1.xml" Id="Reb94ce25c19f4307" /></Relationships>
</file>

<file path=ppt/notesSlides/_rels/notesSlide7.xml.rels>&#65279;<?xml version="1.0" encoding="utf-8"?><Relationships xmlns="http://schemas.openxmlformats.org/package/2006/relationships"><Relationship Type="http://schemas.openxmlformats.org/officeDocument/2006/relationships/slide" Target="/ppt/slides/slide7.xml" Id="R92aa6cb4e99c46a8" /><Relationship Type="http://schemas.openxmlformats.org/officeDocument/2006/relationships/notesMaster" Target="/ppt/notesMasters/notesMaster1.xml" Id="R7a5a580577df4f24" /></Relationships>
</file>

<file path=ppt/notesSlides/_rels/notesSlide8.xml.rels>&#65279;<?xml version="1.0" encoding="utf-8"?><Relationships xmlns="http://schemas.openxmlformats.org/package/2006/relationships"><Relationship Type="http://schemas.openxmlformats.org/officeDocument/2006/relationships/slide" Target="/ppt/slides/slide8.xml" Id="Rac1daabf01a240a6" /><Relationship Type="http://schemas.openxmlformats.org/officeDocument/2006/relationships/notesMaster" Target="/ppt/notesMasters/notesMaster1.xml" Id="Rbed3d93b5d944f0c" /></Relationships>
</file>

<file path=ppt/notesSlides/_rels/notesSlide9.xml.rels>&#65279;<?xml version="1.0" encoding="utf-8"?><Relationships xmlns="http://schemas.openxmlformats.org/package/2006/relationships"><Relationship Type="http://schemas.openxmlformats.org/officeDocument/2006/relationships/slide" Target="/ppt/slides/slide9.xml" Id="R0849f3493ee54ffa" /><Relationship Type="http://schemas.openxmlformats.org/officeDocument/2006/relationships/notesMaster" Target="/ppt/notesMasters/notesMaster1.xml" Id="R3e160a6ac62d4d3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34be71144e349b3" /><Relationship Type="http://schemas.openxmlformats.org/officeDocument/2006/relationships/notesMaster" Target="/ppt/notesMasters/notesMaster1.xml" Id="Re5e59c801b544be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43e554b38ec4cc3" /><Relationship Type="http://schemas.openxmlformats.org/officeDocument/2006/relationships/notesMaster" Target="/ppt/notesMasters/notesMaster1.xml" Id="R80742a2f25b04f7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2abed4e352d468c" /><Relationship Type="http://schemas.openxmlformats.org/officeDocument/2006/relationships/notesMaster" Target="/ppt/notesMasters/notesMaster1.xml" Id="R5163bb74daa249b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7f2c0ac516b4983" /><Relationship Type="http://schemas.openxmlformats.org/officeDocument/2006/relationships/notesMaster" Target="/ppt/notesMasters/notesMaster1.xml" Id="Rd701f850923a414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75091a6edad4f08" /><Relationship Type="http://schemas.openxmlformats.org/officeDocument/2006/relationships/notesMaster" Target="/ppt/notesMasters/notesMaster1.xml" Id="Re3d0c6b7b8a14c2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ae2a26a2a27453d" /><Relationship Type="http://schemas.openxmlformats.org/officeDocument/2006/relationships/notesMaster" Target="/ppt/notesMasters/notesMaster1.xml" Id="Rab19685e2330457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2c21d583b9340c5" /><Relationship Type="http://schemas.openxmlformats.org/officeDocument/2006/relationships/notesMaster" Target="/ppt/notesMasters/notesMaster1.xml" Id="R1c47f2939ad045f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4357894adcc44c8" /><Relationship Type="http://schemas.openxmlformats.org/officeDocument/2006/relationships/notesMaster" Target="/ppt/notesMasters/notesMaster1.xml" Id="R9f81bb0c6810410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db5254c09034cb9" /><Relationship Type="http://schemas.openxmlformats.org/officeDocument/2006/relationships/notesMaster" Target="/ppt/notesMasters/notesMaster1.xml" Id="Rf3fb61ecd4374b7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267fb8a7b9b47b7" /><Relationship Type="http://schemas.openxmlformats.org/officeDocument/2006/relationships/notesMaster" Target="/ppt/notesMasters/notesMaster1.xml" Id="Rdf8cd84818a143d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27c8de311604157" /><Relationship Type="http://schemas.openxmlformats.org/officeDocument/2006/relationships/notesMaster" Target="/ppt/notesMasters/notesMaster1.xml" Id="R8cbfc529715f4d8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25c682108514fa1" /><Relationship Type="http://schemas.openxmlformats.org/officeDocument/2006/relationships/notesMaster" Target="/ppt/notesMasters/notesMaster1.xml" Id="R970657fc3d6d4ff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6f237fa853e4710" /><Relationship Type="http://schemas.openxmlformats.org/officeDocument/2006/relationships/notesMaster" Target="/ppt/notesMasters/notesMaster1.xml" Id="R40814788be724b0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3757393f2cd4d87" /><Relationship Type="http://schemas.openxmlformats.org/officeDocument/2006/relationships/notesMaster" Target="/ppt/notesMasters/notesMaster1.xml" Id="Rb25caf07593044e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687728daec34a6d" /><Relationship Type="http://schemas.openxmlformats.org/officeDocument/2006/relationships/notesMaster" Target="/ppt/notesMasters/notesMaster1.xml" Id="R80c16b9c52864e7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AI-Based Smart Load Shedding and Energy Management System for Developing Countries. A graduation project presented to the Faculty of Mathematical Sciences and Informatics, University of Khartoum, in partial fulfilment of the requirements for the degree of Bachelor of Computer Science. Project supervisor: Mrs. Abubakr Siraj. October 2026. Original university and faculty logo image supplied in the academic reference. Cover metadata: docs/academic-cover.json.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GridGuard Khartoum study. Training SHA-256 e4f8b8f7c73693f713ecef69a06434ce75a3a101d2541654d7009398c4eb5624; study a4d5a849612f06eedef96e0d28e08247e5e3757eba0b4f2e4f1a893e9d4b8247; diagnostics b4c2c76e481e0f30e323ea22f9359212bac1b2018605f833682875d98face500. Context: World Bank (2025). Related control research: Chen et al. (2023). https://documents1.worldbank.org/curated/en/099050125112514628/pdf/P507788-6a843250-44f5-47da-9f07-c6b1269a091f.pdf; https://doi.org/10.1016/j.egyr.2023.03.027. Screenshot: current desktop overview. Live Scenario uses the constrained PPO actor from seed 8111, selected checkpoint 2500. Live scenario values remain separate from the frozen five-run study averages.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GridGuard Khartoum study. Training SHA-256 e4f8b8f7c73693f713ecef69a06434ce75a3a101d2541654d7009398c4eb5624; study a4d5a849612f06eedef96e0d28e08247e5e3757eba0b4f2e4f1a893e9d4b8247; diagnostics b4c2c76e481e0f30e323ea22f9359212bac1b2018605f833682875d98face500.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GridGuard Khartoum study. Training SHA-256 e4f8b8f7c73693f713ecef69a06434ce75a3a101d2541654d7009398c4eb5624; study a4d5a849612f06eedef96e0d28e08247e5e3757eba0b4f2e4f1a893e9d4b8247; diagnostics b4c2c76e481e0f30e323ea22f9359212bac1b2018605f833682875d98face500. Masking: Huang and Ontañón (2022). Safety distinction: García and Fernández (2015).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GridGuard Khartoum study. Training SHA-256 e4f8b8f7c73693f713ecef69a06434ce75a3a101d2541654d7009398c4eb5624; study a4d5a849612f06eedef96e0d28e08247e5e3757eba0b4f2e4f1a893e9d4b8247; diagnostics b4c2c76e481e0f30e323ea22f9359212bac1b2018605f833682875d98face500.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GridGuard Khartoum study. Training SHA-256 e4f8b8f7c73693f713ecef69a06434ce75a3a101d2541654d7009398c4eb5624; study a4d5a849612f06eedef96e0d28e08247e5e3757eba0b4f2e4f1a893e9d4b8247; diagnostics b4c2c76e481e0f30e323ea22f9359212bac1b2018605f833682875d98face500. Fairness definition: Jain, Chiu and Hawe (1984).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GridGuard Khartoum study. Training SHA-256 e4f8b8f7c73693f713ecef69a06434ce75a3a101d2541654d7009398c4eb5624; study a4d5a849612f06eedef96e0d28e08247e5e3757eba0b4f2e4f1a893e9d4b8247; diagnostics b4c2c76e481e0f30e323ea22f9359212bac1b2018605f833682875d98face500. PPO: Schulman et al. (2017). Masking: Huang and Ontañón (2022).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GridGuard Khartoum study. Training SHA-256 e4f8b8f7c73693f713ecef69a06434ce75a3a101d2541654d7009398c4eb5624; study a4d5a849612f06eedef96e0d28e08247e5e3757eba0b4f2e4f1a893e9d4b8247; diagnostics b4c2c76e481e0f30e323ea22f9359212bac1b2018605f833682875d98face500.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GridGuard Khartoum study. Training SHA-256 e4f8b8f7c73693f713ecef69a06434ce75a3a101d2541654d7009398c4eb5624; study a4d5a849612f06eedef96e0d28e08247e5e3757eba0b4f2e4f1a893e9d4b8247; diagnostics b4c2c76e481e0f30e323ea22f9359212bac1b2018605f833682875d98face500. Statistical reliability: Agarwal et al. (2021).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GridGuard Khartoum study. Training SHA-256 e4f8b8f7c73693f713ecef69a06434ce75a3a101d2541654d7009398c4eb5624; study a4d5a849612f06eedef96e0d28e08247e5e3757eba0b4f2e4f1a893e9d4b8247; diagnostics b4c2c76e481e0f30e323ea22f9359212bac1b2018605f833682875d98face500.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GridGuard Khartoum study. Training SHA-256 e4f8b8f7c73693f713ecef69a06434ce75a3a101d2541654d7009398c4eb5624; study a4d5a849612f06eedef96e0d28e08247e5e3757eba0b4f2e4f1a893e9d4b8247; diagnostics b4c2c76e481e0f30e323ea22f9359212bac1b2018605f833682875d98face500.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GridGuard Khartoum study. Training SHA-256 e4f8b8f7c73693f713ecef69a06434ce75a3a101d2541654d7009398c4eb5624; study a4d5a849612f06eedef96e0d28e08247e5e3757eba0b4f2e4f1a893e9d4b8247; diagnostics b4c2c76e481e0f30e323ea22f9359212bac1b2018605f833682875d98face500.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GridGuard Khartoum study. Training SHA-256 e4f8b8f7c73693f713ecef69a06434ce75a3a101d2541654d7009398c4eb5624; study a4d5a849612f06eedef96e0d28e08247e5e3757eba0b4f2e4f1a893e9d4b8247; diagnostics b4c2c76e481e0f30e323ea22f9359212bac1b2018605f833682875d98face500.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GridGuard Khartoum study. Training SHA-256 e4f8b8f7c73693f713ecef69a06434ce75a3a101d2541654d7009398c4eb5624; study a4d5a849612f06eedef96e0d28e08247e5e3757eba0b4f2e4f1a893e9d4b8247; diagnostics b4c2c76e481e0f30e323ea22f9359212bac1b2018605f833682875d98face500.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GridGuard Khartoum study. Training SHA-256 e4f8b8f7c73693f713ecef69a06434ce75a3a101d2541654d7009398c4eb5624; study a4d5a849612f06eedef96e0d28e08247e5e3757eba0b4f2e4f1a893e9d4b8247; diagnostics b4c2c76e481e0f30e323ea22f9359212bac1b2018605f833682875d98face500.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GridGuard Khartoum study. Training SHA-256 e4f8b8f7c73693f713ecef69a06434ce75a3a101d2541654d7009398c4eb5624; study a4d5a849612f06eedef96e0d28e08247e5e3757eba0b4f2e4f1a893e9d4b8247; diagnostics b4c2c76e481e0f30e323ea22f9359212bac1b2018605f833682875d98face500.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GridGuard Khartoum study. Training SHA-256 e4f8b8f7c73693f713ecef69a06434ce75a3a101d2541654d7009398c4eb5624; study a4d5a849612f06eedef96e0d28e08247e5e3757eba0b4f2e4f1a893e9d4b8247; diagnostics b4c2c76e481e0f30e323ea22f9359212bac1b2018605f833682875d98face500.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GridGuard Khartoum study. Training SHA-256 e4f8b8f7c73693f713ecef69a06434ce75a3a101d2541654d7009398c4eb5624; study a4d5a849612f06eedef96e0d28e08247e5e3757eba0b4f2e4f1a893e9d4b8247; diagnostics b4c2c76e481e0f30e323ea22f9359212bac1b2018605f833682875d98face500.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GridGuard Khartoum study. Training SHA-256 e4f8b8f7c73693f713ecef69a06434ce75a3a101d2541654d7009398c4eb5624; study a4d5a849612f06eedef96e0d28e08247e5e3757eba0b4f2e4f1a893e9d4b8247; diagnostics b4c2c76e481e0f30e323ea22f9359212bac1b2018605f833682875d98face500.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GridGuard Khartoum study. Training SHA-256 e4f8b8f7c73693f713ecef69a06434ce75a3a101d2541654d7009398c4eb5624; study a4d5a849612f06eedef96e0d28e08247e5e3757eba0b4f2e4f1a893e9d4b8247; diagnostics b4c2c76e481e0f30e323ea22f9359212bac1b2018605f833682875d98face500.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GridGuard Khartoum study. Training SHA-256 e4f8b8f7c73693f713ecef69a06434ce75a3a101d2541654d7009398c4eb5624; study a4d5a849612f06eedef96e0d28e08247e5e3757eba0b4f2e4f1a893e9d4b8247; diagnostics b4c2c76e481e0f30e323ea22f9359212bac1b2018605f833682875d98face500. Synthetic decision support. Live Scenario uses one selected actor. Results show the five-run study. Screenshot: current desktop Results. Live Scenario uses the constrained PPO actor from seed 8111, selected checkpoint 2500, and the study constrained optimizer. The Results page retains the five-run aggregate on 960 matched conditions. This single live policy and an individual replay do not replace those averages. The complete scientific comparison and its utilization limitation remain on slides 12 and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GridGuard Khartoum study. Training SHA-256 e4f8b8f7c73693f713ecef69a06434ce75a3a101d2541654d7009398c4eb5624; study a4d5a849612f06eedef96e0d28e08247e5e3757eba0b4f2e4f1a893e9d4b8247; diagnostics b4c2c76e481e0f30e323ea22f9359212bac1b2018605f833682875d98face500.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Agarwal, R., Schwarzer, M., Castro, P.S., Courville, A. and Bellemare, M.G. (2021) “Deep reinforcement learning at the edge of the statistical precipice”, NeurIPS 34. https://arxiv.org/abs/2108.13264</a:t>
            </a:r>
          </a:p>
          <a:p xmlns:a="http://schemas.openxmlformats.org/drawingml/2006/main">
            <a:r>
              <a:t/>
            </a:r>
          </a:p>
          <a:p xmlns:a="http://schemas.openxmlformats.org/drawingml/2006/main">
            <a:r>
              <a:t>Chen, H., Zhuang, J., Zhou, G., Wang, Y., Sun, Z. and Levron, Y. (2023) “Emergency load shedding strategy for high renewable energy penetrated power systems based on deep reinforcement learning”, Energy Reports, 9, pp. 434–443. https://doi.org/10.1016/j.egyr.2023.03.027</a:t>
            </a:r>
          </a:p>
          <a:p xmlns:a="http://schemas.openxmlformats.org/drawingml/2006/main">
            <a:r>
              <a:t/>
            </a:r>
          </a:p>
          <a:p xmlns:a="http://schemas.openxmlformats.org/drawingml/2006/main">
            <a:r>
              <a:t>García, J. and Fernández, F. (2015) “A comprehensive survey on safe reinforcement learning”, JMLR, 16(42), pp. 1437–1480. https://jmlr.org/papers/v16/garcia15a.html</a:t>
            </a:r>
          </a:p>
          <a:p xmlns:a="http://schemas.openxmlformats.org/drawingml/2006/main">
            <a:r>
              <a:t/>
            </a:r>
          </a:p>
          <a:p xmlns:a="http://schemas.openxmlformats.org/drawingml/2006/main">
            <a:r>
              <a:t>Huang, S. and Ontañón, S. (2022) “A closer look at invalid action masking in policy gradient algorithms”, FLAIRS Conference Proceedings, 35. https://doi.org/10.32473/flairs.v35i.130584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Jain, R., Chiu, D.-M. and Hawe, W.R. (1984) A quantitative measure of fairness and discrimination for resource allocation in shared computer systems. DEC Research Report TR-301.</a:t>
            </a:r>
          </a:p>
          <a:p xmlns:a="http://schemas.openxmlformats.org/drawingml/2006/main">
            <a:r>
              <a:t/>
            </a:r>
          </a:p>
          <a:p xmlns:a="http://schemas.openxmlformats.org/drawingml/2006/main">
            <a:r>
              <a:t>Schulman, J., Wolski, F., Dhariwal, P., Radford, A. and Klimov, O. (2017) “Proximal policy optimization algorithms”. https://doi.org/10.48550/arXiv.1707.06347</a:t>
            </a:r>
          </a:p>
          <a:p xmlns:a="http://schemas.openxmlformats.org/drawingml/2006/main">
            <a:r>
              <a:t/>
            </a:r>
          </a:p>
          <a:p xmlns:a="http://schemas.openxmlformats.org/drawingml/2006/main">
            <a:r>
              <a:t>World Bank (2025) Accelerating Sustainable and Clean Energy and Digital Access Transformation in Sudan (P507788). Project Information Document, appraisal stage, PIDIA01286, 1 May. documents.worldbank.org, project P507788.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3ab6a012d0c462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02df92c04364ca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5ef33b1657a40d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c6f43de06944f3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9695e79a6544f0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f6772696f8a459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FE7A7D9-9A46-41DB-B586-0C5A31A5783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E384D95-C3A9-4CAB-BB5D-F8A8AADF1DB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8E3B2E8-5FA2-4374-9D13-6A0D5081800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2005EFA-0073-4D7E-9D30-B4FD9A47B85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1AFE5D1-269E-4F83-84C2-E18E04700E3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1D02295-E1EA-4517-B690-452043744F5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E8EFA8C-EBC1-4A42-9BD8-3A19B00E5AA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D62B9B0-81CA-49D8-8C4E-B631C3E04C3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99E2E38-48D1-4F8D-A45E-94823C398F9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8BFA809-78AA-4CEB-870D-19E3D47B62F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f2a5b05422049fd" /><Relationship Type="http://schemas.openxmlformats.org/officeDocument/2006/relationships/slideLayout" Target="/ppt/slideLayouts/slideLayout1.xml" Id="Ra9e414f078874d20" /><Relationship Type="http://schemas.openxmlformats.org/officeDocument/2006/relationships/slideLayout" Target="/ppt/slideLayouts/slideLayout2.xml" Id="Rf4906bd9026f4dc0" /><Relationship Type="http://schemas.openxmlformats.org/officeDocument/2006/relationships/slideLayout" Target="/ppt/slideLayouts/slideLayout3.xml" Id="R1d501c3ea3a74beb" /><Relationship Type="http://schemas.openxmlformats.org/officeDocument/2006/relationships/slideLayout" Target="/ppt/slideLayouts/slideLayout4.xml" Id="Rfc03c8d9a9a84cc2" /><Relationship Type="http://schemas.openxmlformats.org/officeDocument/2006/relationships/slideLayout" Target="/ppt/slideLayouts/slideLayout5.xml" Id="R4c5cd7c9511a4b42" /><Relationship Type="http://schemas.openxmlformats.org/officeDocument/2006/relationships/slideLayout" Target="/ppt/slideLayouts/slideLayout6.xml" Id="R2f5bc68b2a3e472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9e414f078874d20"/>
    <p:sldLayoutId xmlns:r="http://schemas.openxmlformats.org/officeDocument/2006/relationships" id="2147483650" r:id="Rf4906bd9026f4dc0"/>
    <p:sldLayoutId xmlns:r="http://schemas.openxmlformats.org/officeDocument/2006/relationships" id="2147483651" r:id="R1d501c3ea3a74beb"/>
    <p:sldLayoutId xmlns:r="http://schemas.openxmlformats.org/officeDocument/2006/relationships" id="2147483652" r:id="Rfc03c8d9a9a84cc2"/>
    <p:sldLayoutId xmlns:r="http://schemas.openxmlformats.org/officeDocument/2006/relationships" id="2147483653" r:id="R4c5cd7c9511a4b42"/>
    <p:sldLayoutId xmlns:r="http://schemas.openxmlformats.org/officeDocument/2006/relationships" id="2147483654" r:id="R2f5bc68b2a3e472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e07d5a830c54dbe" /><Relationship Type="http://schemas.openxmlformats.org/officeDocument/2006/relationships/image" Target="/ppt/media/image.jpeg" Id="R5b1b5eea9c9247db" /><Relationship Type="http://schemas.openxmlformats.org/officeDocument/2006/relationships/notesSlide" Target="/ppt/notesSlides/notesSlide1.xml" Id="R0a0311a763df4e3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7cbad42c1ab4e47" /><Relationship Type="http://schemas.openxmlformats.org/officeDocument/2006/relationships/image" Target="/ppt/media/image.png" Id="R330146b156bc4072" /><Relationship Type="http://schemas.openxmlformats.org/officeDocument/2006/relationships/notesSlide" Target="/ppt/notesSlides/notesSlide2.xml" Id="R6b13275b36f54c5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e230e5c9cfe4427" /><Relationship Type="http://schemas.openxmlformats.org/officeDocument/2006/relationships/notesSlide" Target="/ppt/notesSlides/notesSlide3.xml" Id="R97878c6ed0c2423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90f7de9c085423a" /><Relationship Type="http://schemas.openxmlformats.org/officeDocument/2006/relationships/image" Target="/ppt/media/image2.png" Id="R6ab7861180004ec0" /><Relationship Type="http://schemas.openxmlformats.org/officeDocument/2006/relationships/image" Target="/ppt/media/image3.png" Id="Re26554383e134b9c" /><Relationship Type="http://schemas.openxmlformats.org/officeDocument/2006/relationships/notesSlide" Target="/ppt/notesSlides/notesSlide4.xml" Id="R9495c1314cbb4ef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24a1ddc614c4bdb" /><Relationship Type="http://schemas.openxmlformats.org/officeDocument/2006/relationships/image" Target="/ppt/media/image4.png" Id="R04907a425dd24025" /><Relationship Type="http://schemas.openxmlformats.org/officeDocument/2006/relationships/notesSlide" Target="/ppt/notesSlides/notesSlide5.xml" Id="Re5802431fe744e3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e367a1a44574d46" /><Relationship Type="http://schemas.openxmlformats.org/officeDocument/2006/relationships/image" Target="/ppt/media/image5.png" Id="R9ec9dd38bcb2455f" /><Relationship Type="http://schemas.openxmlformats.org/officeDocument/2006/relationships/image" Target="/ppt/media/image6.png" Id="R48034646369c46a7" /><Relationship Type="http://schemas.openxmlformats.org/officeDocument/2006/relationships/notesSlide" Target="/ppt/notesSlides/notesSlide6.xml" Id="R4e11f485e8e84f8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821d6d28bdc433b" /><Relationship Type="http://schemas.openxmlformats.org/officeDocument/2006/relationships/image" Target="/ppt/media/image7.png" Id="R878a386675b64fa6" /><Relationship Type="http://schemas.openxmlformats.org/officeDocument/2006/relationships/image" Target="/ppt/media/image8.png" Id="R11f80201d85f436e" /><Relationship Type="http://schemas.openxmlformats.org/officeDocument/2006/relationships/notesSlide" Target="/ppt/notesSlides/notesSlide7.xml" Id="R91e91f9dc9ae469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de4fe057e1545eb" /><Relationship Type="http://schemas.openxmlformats.org/officeDocument/2006/relationships/notesSlide" Target="/ppt/notesSlides/notesSlide8.xml" Id="Rf59527c3d445442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1a9aeb8bab8494f" /><Relationship Type="http://schemas.openxmlformats.org/officeDocument/2006/relationships/notesSlide" Target="/ppt/notesSlides/notesSlide9.xml" Id="Rfe2f4d8b941c436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7419c752ce845cc" /><Relationship Type="http://schemas.openxmlformats.org/officeDocument/2006/relationships/chart" Target="/ppt/slides/charts/chart1.xml" Id="Re083e56f05a2440f" /><Relationship Type="http://schemas.openxmlformats.org/officeDocument/2006/relationships/chart" Target="/ppt/slides/charts/chart2.xml" Id="Rf67a491cb6834580" /><Relationship Type="http://schemas.openxmlformats.org/officeDocument/2006/relationships/chart" Target="/ppt/slides/charts/chart3.xml" Id="R61636c5d290a4846" /><Relationship Type="http://schemas.openxmlformats.org/officeDocument/2006/relationships/notesSlide" Target="/ppt/notesSlides/notesSlide10.xml" Id="Rb5ce16dd37a54ff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5d6cef71b094ce6" /><Relationship Type="http://schemas.openxmlformats.org/officeDocument/2006/relationships/notesSlide" Target="/ppt/notesSlides/notesSlide11.xml" Id="Rdb10b02e5c804c7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b8fe15938d744e1" /><Relationship Type="http://schemas.openxmlformats.org/officeDocument/2006/relationships/notesSlide" Target="/ppt/notesSlides/notesSlide12.xml" Id="Rd8f0b5dbd4324c1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afdb09fbafc4eab" /><Relationship Type="http://schemas.openxmlformats.org/officeDocument/2006/relationships/notesSlide" Target="/ppt/notesSlides/notesSlide13.xml" Id="Ra44eb5fbee5646e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5874d77568846d9" /><Relationship Type="http://schemas.openxmlformats.org/officeDocument/2006/relationships/chart" Target="/ppt/slides/charts/chart4.xml" Id="R4ee38bf147504160" /><Relationship Type="http://schemas.openxmlformats.org/officeDocument/2006/relationships/chart" Target="/ppt/slides/charts/chart5.xml" Id="Rdc8d4650b2864833" /><Relationship Type="http://schemas.openxmlformats.org/officeDocument/2006/relationships/notesSlide" Target="/ppt/notesSlides/notesSlide14.xml" Id="R36cc2359b979456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c0fbca4cf154db5" /><Relationship Type="http://schemas.openxmlformats.org/officeDocument/2006/relationships/chart" Target="/ppt/slides/charts/chart6.xml" Id="R780e1114772b4006" /><Relationship Type="http://schemas.openxmlformats.org/officeDocument/2006/relationships/chart" Target="/ppt/slides/charts/chart7.xml" Id="R6c04d6b25ca3450b" /><Relationship Type="http://schemas.openxmlformats.org/officeDocument/2006/relationships/chart" Target="/ppt/slides/charts/chart8.xml" Id="R6b2f24a87e7b4e47" /><Relationship Type="http://schemas.openxmlformats.org/officeDocument/2006/relationships/notesSlide" Target="/ppt/notesSlides/notesSlide15.xml" Id="R06a28cbf9db543f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b0cf41220074cfb" /><Relationship Type="http://schemas.openxmlformats.org/officeDocument/2006/relationships/chart" Target="/ppt/slides/charts/chart9.xml" Id="Rfa8c9fb4f0f34a11" /><Relationship Type="http://schemas.openxmlformats.org/officeDocument/2006/relationships/chart" Target="/ppt/slides/charts/chart10.xml" Id="Rd0f69bd905004471" /><Relationship Type="http://schemas.openxmlformats.org/officeDocument/2006/relationships/chart" Target="/ppt/slides/charts/chart11.xml" Id="Re5357acea2f244a2" /><Relationship Type="http://schemas.openxmlformats.org/officeDocument/2006/relationships/notesSlide" Target="/ppt/notesSlides/notesSlide16.xml" Id="Rc62e74badb5c49f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038476c28c34d8e" /><Relationship Type="http://schemas.openxmlformats.org/officeDocument/2006/relationships/chart" Target="/ppt/slides/charts/chart12.xml" Id="R912c40cee343419b" /><Relationship Type="http://schemas.openxmlformats.org/officeDocument/2006/relationships/chart" Target="/ppt/slides/charts/chart13.xml" Id="R05ed30866e4c403e" /><Relationship Type="http://schemas.openxmlformats.org/officeDocument/2006/relationships/chart" Target="/ppt/slides/charts/chart14.xml" Id="Ra8f810185a5b4fe6" /><Relationship Type="http://schemas.openxmlformats.org/officeDocument/2006/relationships/notesSlide" Target="/ppt/notesSlides/notesSlide17.xml" Id="R474f24fb87a1441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e86e097635f4986" /><Relationship Type="http://schemas.openxmlformats.org/officeDocument/2006/relationships/chart" Target="/ppt/slides/charts/chart15.xml" Id="Recd153aff0c74545" /><Relationship Type="http://schemas.openxmlformats.org/officeDocument/2006/relationships/chart" Target="/ppt/slides/charts/chart16.xml" Id="Rab7cd52e17b44436" /><Relationship Type="http://schemas.openxmlformats.org/officeDocument/2006/relationships/chart" Target="/ppt/slides/charts/chart17.xml" Id="Rd5aa6f43dd834bf9" /><Relationship Type="http://schemas.openxmlformats.org/officeDocument/2006/relationships/image" Target="/ppt/media/image9.png" Id="R959ca2915855431f" /><Relationship Type="http://schemas.openxmlformats.org/officeDocument/2006/relationships/notesSlide" Target="/ppt/notesSlides/notesSlide18.xml" Id="Rbf2399a0c8114c4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414be9ac3a649ef" /><Relationship Type="http://schemas.openxmlformats.org/officeDocument/2006/relationships/notesSlide" Target="/ppt/notesSlides/notesSlide19.xml" Id="R1e1b6ae807f94a7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3c3deb1df954a89" /><Relationship Type="http://schemas.openxmlformats.org/officeDocument/2006/relationships/image" Target="/ppt/media/image10.png" Id="Rfe4dab0f57984db6" /><Relationship Type="http://schemas.openxmlformats.org/officeDocument/2006/relationships/chart" Target="/ppt/slides/charts/chart18.xml" Id="R71045a6c39fa4675" /><Relationship Type="http://schemas.openxmlformats.org/officeDocument/2006/relationships/chart" Target="/ppt/slides/charts/chart19.xml" Id="R83fcae1e59c34c7b" /><Relationship Type="http://schemas.openxmlformats.org/officeDocument/2006/relationships/chart" Target="/ppt/slides/charts/chart20.xml" Id="R83e45d632f584a14" /><Relationship Type="http://schemas.openxmlformats.org/officeDocument/2006/relationships/chart" Target="/ppt/slides/charts/chart21.xml" Id="R8cfc98570dd24eb6" /><Relationship Type="http://schemas.openxmlformats.org/officeDocument/2006/relationships/notesSlide" Target="/ppt/notesSlides/notesSlide20.xml" Id="R9b714616d51241f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374f7fd9bfc436a" /><Relationship Type="http://schemas.openxmlformats.org/officeDocument/2006/relationships/image" Target="/ppt/media/image11.png" Id="Rba744ba93e2a4ca1" /><Relationship Type="http://schemas.openxmlformats.org/officeDocument/2006/relationships/notesSlide" Target="/ppt/notesSlides/notesSlide21.xml" Id="R7e57b2727c0b434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3a06ef0629414d2c" /><Relationship Type="http://schemas.openxmlformats.org/officeDocument/2006/relationships/notesSlide" Target="/ppt/notesSlides/notesSlide22.xml" Id="R0dd026dfa56d474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9af065bfa574290" /><Relationship Type="http://schemas.openxmlformats.org/officeDocument/2006/relationships/notesSlide" Target="/ppt/notesSlides/notesSlide23.xml" Id="R60d3b030e50e468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281762f943004321" /><Relationship Type="http://schemas.openxmlformats.org/officeDocument/2006/relationships/notesSlide" Target="/ppt/notesSlides/notesSlide24.xml" Id="R087303ec1bb440a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_rels/chart12.xml.rels><Relationships xmlns="http://schemas.openxmlformats.org/package/2006/relationships"><Relationship Id="rIdChartSnapshot1" Type="http://schemas.openxmlformats.org/officeDocument/2006/relationships/package" Target="../../embeddings/chart-data-snapshot-012.xlsx"/></Relationships>
</file>

<file path=ppt/slides/charts/_rels/chart13.xml.rels><Relationships xmlns="http://schemas.openxmlformats.org/package/2006/relationships"><Relationship Id="rIdChartSnapshot1" Type="http://schemas.openxmlformats.org/officeDocument/2006/relationships/package" Target="../../embeddings/chart-data-snapshot-013.xlsx"/></Relationships>
</file>

<file path=ppt/slides/charts/_rels/chart14.xml.rels><Relationships xmlns="http://schemas.openxmlformats.org/package/2006/relationships"><Relationship Id="rIdChartSnapshot1" Type="http://schemas.openxmlformats.org/officeDocument/2006/relationships/package" Target="../../embeddings/chart-data-snapshot-014.xlsx"/></Relationships>
</file>

<file path=ppt/slides/charts/_rels/chart15.xml.rels><Relationships xmlns="http://schemas.openxmlformats.org/package/2006/relationships"><Relationship Id="rIdChartSnapshot1" Type="http://schemas.openxmlformats.org/officeDocument/2006/relationships/package" Target="../../embeddings/chart-data-snapshot-015.xlsx"/></Relationships>
</file>

<file path=ppt/slides/charts/_rels/chart16.xml.rels><Relationships xmlns="http://schemas.openxmlformats.org/package/2006/relationships"><Relationship Id="rIdChartSnapshot1" Type="http://schemas.openxmlformats.org/officeDocument/2006/relationships/package" Target="../../embeddings/chart-data-snapshot-016.xlsx"/></Relationships>
</file>

<file path=ppt/slides/charts/_rels/chart17.xml.rels><Relationships xmlns="http://schemas.openxmlformats.org/package/2006/relationships"><Relationship Id="rIdChartSnapshot1" Type="http://schemas.openxmlformats.org/officeDocument/2006/relationships/package" Target="../../embeddings/chart-data-snapshot-017.xlsx"/></Relationships>
</file>

<file path=ppt/slides/charts/_rels/chart18.xml.rels><Relationships xmlns="http://schemas.openxmlformats.org/package/2006/relationships"><Relationship Id="rIdChartSnapshot1" Type="http://schemas.openxmlformats.org/officeDocument/2006/relationships/package" Target="../../embeddings/chart-data-snapshot-018.xlsx"/></Relationships>
</file>

<file path=ppt/slides/charts/_rels/chart19.xml.rels><Relationships xmlns="http://schemas.openxmlformats.org/package/2006/relationships"><Relationship Id="rIdChartSnapshot1" Type="http://schemas.openxmlformats.org/officeDocument/2006/relationships/package" Target="../../embeddings/chart-data-snapshot-019.xlsx"/></Relationships>
</file>

<file path=ppt/slides/charts/_rels/chart20.xml.rels><Relationships xmlns="http://schemas.openxmlformats.org/package/2006/relationships"><Relationship Id="rIdChartSnapshot1" Type="http://schemas.openxmlformats.org/officeDocument/2006/relationships/package" Target="../../embeddings/chart-data-snapshot-020.xlsx"/></Relationships>
</file>

<file path=ppt/slides/charts/_rels/chart21.xml.rels><Relationships xmlns="http://schemas.openxmlformats.org/package/2006/relationships"><Relationship Id="rIdChartSnapshot1" Type="http://schemas.openxmlformats.org/officeDocument/2006/relationships/package" Target="../../embeddings/chart-data-snapshot-02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73F43"/>
                </a:solidFill>
                <a:latin typeface="Atkinson Hyperlegible"/>
                <a:ea typeface="Atkinson Hyperlegible"/>
                <a:cs typeface="Atkinson Hyperlegible"/>
              </a:rPr>
              <a:t>Critical interruption</a:t>
            </a:r>
          </a:p>
        </c:rich>
      </c:tx>
      <c:overlay val="0"/>
      <c:txPr>
        <a:bodyPr xmlns:a="http://schemas.openxmlformats.org/drawingml/2006/main" anchorCtr="1"/>
        <a:lstStyle xmlns:a="http://schemas.openxmlformats.org/drawingml/2006/main"/>
        <a:p xmlns:a="http://schemas.openxmlformats.org/drawingml/2006/main">
          <a:pPr>
            <a:defRPr sz="1650" b="1">
              <a:solidFill>
                <a:srgbClr val="173F43"/>
              </a:solidFill>
              <a:latin typeface="Atkinson Hyperlegible"/>
              <a:ea typeface="Atkinson Hyperlegible"/>
              <a:cs typeface="Atkinson Hyperlegible"/>
            </a:defRPr>
          </a:pPr>
        </a:p>
      </c:txPr>
    </c:title>
    <c:plotArea>
      <c:barChart>
        <c:barDir val="col"/>
        <c:grouping val="clustered"/>
        <c:varyColors val="0"/>
        <c:ser>
          <c:idx val="0"/>
          <c:order val="0"/>
          <c:tx>
            <c:v>Critical interruption</c:v>
          </c:tx>
          <c:spPr>
            <a:solidFill xmlns:a="http://schemas.openxmlformats.org/drawingml/2006/main">
              <a:srgbClr val="137B73"/>
            </a:solidFill>
          </c:spPr>
          <c:invertIfNegative val="0"/>
          <c:dPt>
            <c:idx val="0"/>
            <c:invertIfNegative val="0"/>
            <c:spPr>
              <a:solidFill xmlns:a="http://schemas.openxmlformats.org/drawingml/2006/main">
                <a:srgbClr val="718789"/>
              </a:solidFill>
            </c:spPr>
          </c:dPt>
          <c:dPt>
            <c:idx val="1"/>
            <c:invertIfNegative val="0"/>
            <c:spPr>
              <a:solidFill xmlns:a="http://schemas.openxmlformats.org/drawingml/2006/main">
                <a:srgbClr val="E77D60"/>
              </a:solidFill>
            </c:spPr>
          </c:dPt>
          <c:dPt>
            <c:idx val="2"/>
            <c:invertIfNegative val="0"/>
            <c:spPr>
              <a:solidFill xmlns:a="http://schemas.openxmlformats.org/drawingml/2006/main">
                <a:srgbClr val="137B73"/>
              </a:solidFill>
            </c:spPr>
          </c:dPt>
          <c:cat>
            <c:strRef>
              <c:f>'Chart Data'!$A$2:$A$4</c:f>
              <c:strCache>
                <c:ptCount val="3"/>
                <c:pt idx="0">
                  <c:v>Fixed</c:v>
                </c:pt>
                <c:pt idx="1">
                  <c:v>Optimizer</c:v>
                </c:pt>
                <c:pt idx="2">
                  <c:v>PPO</c:v>
                </c:pt>
              </c:strCache>
            </c:strRef>
          </c:cat>
          <c:val>
            <c:numRef>
              <c:f>'Chart Data'!$B$2:$B$4</c:f>
              <c:numCache>
                <c:formatCode>0.00</c:formatCode>
                <c:ptCount val="3"/>
                <c:pt idx="0">
                  <c:v>102.05</c:v>
                </c:pt>
                <c:pt idx="1">
                  <c:v>0</c:v>
                </c:pt>
                <c:pt idx="2">
                  <c:v>0</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275">
                  <a:solidFill>
                    <a:srgbClr val="173F43"/>
                  </a:solidFill>
                  <a:latin typeface="Atkinson Hyperlegible"/>
                  <a:ea typeface="Atkinson Hyperlegible"/>
                  <a:cs typeface="Atkinson Hyperlegible"/>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5DF"/>
            </a:solidFill>
          </a:ln>
        </c:spPr>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crossAx val="48672768"/>
      </c:catAx>
      <c:valAx>
        <c:axId val="48672768"/>
        <c:scaling>
          <c:orientation val="minMax"/>
          <c:max val="120"/>
          <c:min val="0"/>
        </c:scaling>
        <c:delete val="0"/>
        <c:axPos val="l"/>
        <c:majorGridlines>
          <c:spPr>
            <a:ln xmlns:a="http://schemas.openxmlformats.org/drawingml/2006/main" w="6668">
              <a:solidFill>
                <a:srgbClr val="D8E5DF"/>
              </a:solidFill>
            </a:ln>
          </c:spPr>
        </c:majorGridlines>
        <c:title>
          <c:tx>
            <c:rich>
              <a:bodyPr xmlns:a="http://schemas.openxmlformats.org/drawingml/2006/main"/>
              <a:lstStyle xmlns:a="http://schemas.openxmlformats.org/drawingml/2006/main"/>
              <a:p xmlns:a="http://schemas.openxmlformats.org/drawingml/2006/main">
                <a:r>
                  <a:rPr sz="1275">
                    <a:solidFill>
                      <a:srgbClr val="173F43"/>
                    </a:solidFill>
                    <a:latin typeface="Atkinson Hyperlegible"/>
                    <a:ea typeface="Atkinson Hyperlegible"/>
                    <a:cs typeface="Atkinson Hyperlegible"/>
                  </a:rPr>
                  <a:t>Locality-hours / day</a:t>
                </a:r>
              </a:p>
            </c:rich>
          </c:tx>
          <c:overlay val="0"/>
          <c:txPr>
            <a:bodyPr xmlns:a="http://schemas.openxmlformats.org/drawingml/2006/main" anchorCtr="1"/>
            <a:lstStyle xmlns:a="http://schemas.openxmlformats.org/drawingml/2006/main"/>
            <a:p xmlns:a="http://schemas.openxmlformats.org/drawingml/2006/main">
              <a:pPr>
                <a:defRPr sz="1275">
                  <a:solidFill>
                    <a:srgbClr val="173F43"/>
                  </a:solidFill>
                  <a:latin typeface="Atkinson Hyperlegible"/>
                  <a:ea typeface="Atkinson Hyperlegible"/>
                  <a:cs typeface="Atkinson Hyperlegibl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crossAx val="48650112"/>
        <c:crossBetween val="between"/>
      </c:valAx>
      <c:spPr>
        <a:solidFill xmlns:a="http://schemas.openxmlformats.org/drawingml/2006/main">
          <a:srgbClr val="F5F8F5"/>
        </a:solidFill>
        <a:ln xmlns:a="http://schemas.openxmlformats.org/drawingml/2006/main" w="0">
          <a:noFill/>
        </a:ln>
      </c:spPr>
    </c:plotArea>
    <c:plotVisOnly val="1"/>
  </c:chart>
  <c:spPr>
    <a:solidFill xmlns:a="http://schemas.openxmlformats.org/drawingml/2006/main">
      <a:srgbClr val="F5F8F5"/>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73F43"/>
                </a:solidFill>
                <a:latin typeface="Atkinson Hyperlegible"/>
                <a:ea typeface="Atkinson Hyperlegible"/>
                <a:cs typeface="Atkinson Hyperlegible"/>
              </a:rPr>
              <a:t>Jain service fairness (%)</a:t>
            </a:r>
          </a:p>
        </c:rich>
      </c:tx>
      <c:overlay val="0"/>
      <c:txPr>
        <a:bodyPr xmlns:a="http://schemas.openxmlformats.org/drawingml/2006/main" anchorCtr="1"/>
        <a:lstStyle xmlns:a="http://schemas.openxmlformats.org/drawingml/2006/main"/>
        <a:p xmlns:a="http://schemas.openxmlformats.org/drawingml/2006/main">
          <a:pPr>
            <a:defRPr sz="1650" b="1">
              <a:solidFill>
                <a:srgbClr val="173F43"/>
              </a:solidFill>
              <a:latin typeface="Atkinson Hyperlegible"/>
              <a:ea typeface="Atkinson Hyperlegible"/>
              <a:cs typeface="Atkinson Hyperlegible"/>
            </a:defRPr>
          </a:pPr>
        </a:p>
      </c:txPr>
    </c:title>
    <c:plotArea>
      <c:barChart>
        <c:barDir val="col"/>
        <c:grouping val="clustered"/>
        <c:varyColors val="0"/>
        <c:ser>
          <c:idx val="0"/>
          <c:order val="0"/>
          <c:tx>
            <c:v>Jain service fairness (%)</c:v>
          </c:tx>
          <c:spPr>
            <a:solidFill xmlns:a="http://schemas.openxmlformats.org/drawingml/2006/main">
              <a:srgbClr val="137B73"/>
            </a:solidFill>
          </c:spPr>
          <c:invertIfNegative val="0"/>
          <c:dPt>
            <c:idx val="0"/>
            <c:invertIfNegative val="0"/>
            <c:spPr>
              <a:solidFill xmlns:a="http://schemas.openxmlformats.org/drawingml/2006/main">
                <a:srgbClr val="718789"/>
              </a:solidFill>
            </c:spPr>
          </c:dPt>
          <c:dPt>
            <c:idx val="1"/>
            <c:invertIfNegative val="0"/>
            <c:spPr>
              <a:solidFill xmlns:a="http://schemas.openxmlformats.org/drawingml/2006/main">
                <a:srgbClr val="E77D60"/>
              </a:solidFill>
            </c:spPr>
          </c:dPt>
          <c:dPt>
            <c:idx val="2"/>
            <c:invertIfNegative val="0"/>
            <c:spPr>
              <a:solidFill xmlns:a="http://schemas.openxmlformats.org/drawingml/2006/main">
                <a:srgbClr val="137B73"/>
              </a:solidFill>
            </c:spPr>
          </c:dPt>
          <c:cat>
            <c:strRef>
              <c:f>'Chart Data'!$A$2:$A$4</c:f>
              <c:strCache>
                <c:ptCount val="3"/>
                <c:pt idx="0">
                  <c:v>Fixed</c:v>
                </c:pt>
                <c:pt idx="1">
                  <c:v>Optimizer</c:v>
                </c:pt>
                <c:pt idx="2">
                  <c:v>PPO</c:v>
                </c:pt>
              </c:strCache>
            </c:strRef>
          </c:cat>
          <c:val>
            <c:numRef>
              <c:f>'Chart Data'!$B$2:$B$4</c:f>
              <c:numCache>
                <c:formatCode>0.00</c:formatCode>
                <c:ptCount val="3"/>
                <c:pt idx="0">
                  <c:v>87.7586807869375</c:v>
                </c:pt>
                <c:pt idx="1">
                  <c:v>94.7818992038568</c:v>
                </c:pt>
                <c:pt idx="2">
                  <c:v>97.0186953060329</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275">
                  <a:solidFill>
                    <a:srgbClr val="173F43"/>
                  </a:solidFill>
                  <a:latin typeface="Atkinson Hyperlegible"/>
                  <a:ea typeface="Atkinson Hyperlegible"/>
                  <a:cs typeface="Atkinson Hyperlegible"/>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5DF"/>
            </a:solidFill>
          </a:ln>
        </c:spPr>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crossAx val="48672768"/>
      </c:catAx>
      <c:valAx>
        <c:axId val="48672768"/>
        <c:scaling>
          <c:orientation val="minMax"/>
          <c:max val="110"/>
          <c:min val="0"/>
        </c:scaling>
        <c:delete val="0"/>
        <c:axPos val="l"/>
        <c:majorGridlines>
          <c:spPr>
            <a:ln xmlns:a="http://schemas.openxmlformats.org/drawingml/2006/main" w="6668">
              <a:solidFill>
                <a:srgbClr val="D8E5DF"/>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crossAx val="48650112"/>
        <c:crossBetween val="between"/>
      </c:valAx>
      <c:spPr>
        <a:solidFill xmlns:a="http://schemas.openxmlformats.org/drawingml/2006/main">
          <a:srgbClr val="F5F8F5"/>
        </a:solidFill>
        <a:ln xmlns:a="http://schemas.openxmlformats.org/drawingml/2006/main" w="0">
          <a:noFill/>
        </a:ln>
      </c:spPr>
    </c:plotArea>
    <c:plotVisOnly val="1"/>
  </c:chart>
  <c:spPr>
    <a:solidFill xmlns:a="http://schemas.openxmlformats.org/drawingml/2006/main">
      <a:srgbClr val="F5F8F5"/>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73F43"/>
                </a:solidFill>
                <a:latin typeface="Atkinson Hyperlegible"/>
                <a:ea typeface="Atkinson Hyperlegible"/>
                <a:cs typeface="Atkinson Hyperlegible"/>
              </a:rPr>
              <a:t>Supply utilization (%)</a:t>
            </a:r>
          </a:p>
        </c:rich>
      </c:tx>
      <c:overlay val="0"/>
      <c:txPr>
        <a:bodyPr xmlns:a="http://schemas.openxmlformats.org/drawingml/2006/main" anchorCtr="1"/>
        <a:lstStyle xmlns:a="http://schemas.openxmlformats.org/drawingml/2006/main"/>
        <a:p xmlns:a="http://schemas.openxmlformats.org/drawingml/2006/main">
          <a:pPr>
            <a:defRPr sz="1650" b="1">
              <a:solidFill>
                <a:srgbClr val="173F43"/>
              </a:solidFill>
              <a:latin typeface="Atkinson Hyperlegible"/>
              <a:ea typeface="Atkinson Hyperlegible"/>
              <a:cs typeface="Atkinson Hyperlegible"/>
            </a:defRPr>
          </a:pPr>
        </a:p>
      </c:txPr>
    </c:title>
    <c:plotArea>
      <c:barChart>
        <c:barDir val="col"/>
        <c:grouping val="clustered"/>
        <c:varyColors val="0"/>
        <c:ser>
          <c:idx val="0"/>
          <c:order val="0"/>
          <c:tx>
            <c:v>Supply utilization (%)</c:v>
          </c:tx>
          <c:spPr>
            <a:solidFill xmlns:a="http://schemas.openxmlformats.org/drawingml/2006/main">
              <a:srgbClr val="137B73"/>
            </a:solidFill>
          </c:spPr>
          <c:invertIfNegative val="0"/>
          <c:dPt>
            <c:idx val="0"/>
            <c:invertIfNegative val="0"/>
            <c:spPr>
              <a:solidFill xmlns:a="http://schemas.openxmlformats.org/drawingml/2006/main">
                <a:srgbClr val="718789"/>
              </a:solidFill>
            </c:spPr>
          </c:dPt>
          <c:dPt>
            <c:idx val="1"/>
            <c:invertIfNegative val="0"/>
            <c:spPr>
              <a:solidFill xmlns:a="http://schemas.openxmlformats.org/drawingml/2006/main">
                <a:srgbClr val="E77D60"/>
              </a:solidFill>
            </c:spPr>
          </c:dPt>
          <c:dPt>
            <c:idx val="2"/>
            <c:invertIfNegative val="0"/>
            <c:spPr>
              <a:solidFill xmlns:a="http://schemas.openxmlformats.org/drawingml/2006/main">
                <a:srgbClr val="137B73"/>
              </a:solidFill>
            </c:spPr>
          </c:dPt>
          <c:cat>
            <c:strRef>
              <c:f>'Chart Data'!$A$2:$A$4</c:f>
              <c:strCache>
                <c:ptCount val="3"/>
                <c:pt idx="0">
                  <c:v>Fixed</c:v>
                </c:pt>
                <c:pt idx="1">
                  <c:v>Optimizer</c:v>
                </c:pt>
                <c:pt idx="2">
                  <c:v>PPO</c:v>
                </c:pt>
              </c:strCache>
            </c:strRef>
          </c:cat>
          <c:val>
            <c:numRef>
              <c:f>'Chart Data'!$B$2:$B$4</c:f>
              <c:numCache>
                <c:formatCode>0.00</c:formatCode>
                <c:ptCount val="3"/>
                <c:pt idx="0">
                  <c:v>71.2337016376356</c:v>
                </c:pt>
                <c:pt idx="1">
                  <c:v>97.4141018899779</c:v>
                </c:pt>
                <c:pt idx="2">
                  <c:v>97.0152495602767</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275">
                  <a:solidFill>
                    <a:srgbClr val="173F43"/>
                  </a:solidFill>
                  <a:latin typeface="Atkinson Hyperlegible"/>
                  <a:ea typeface="Atkinson Hyperlegible"/>
                  <a:cs typeface="Atkinson Hyperlegible"/>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5DF"/>
            </a:solidFill>
          </a:ln>
        </c:spPr>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crossAx val="48672768"/>
      </c:catAx>
      <c:valAx>
        <c:axId val="48672768"/>
        <c:scaling>
          <c:orientation val="minMax"/>
          <c:max val="110"/>
          <c:min val="0"/>
        </c:scaling>
        <c:delete val="0"/>
        <c:axPos val="l"/>
        <c:majorGridlines>
          <c:spPr>
            <a:ln xmlns:a="http://schemas.openxmlformats.org/drawingml/2006/main" w="6668">
              <a:solidFill>
                <a:srgbClr val="D8E5DF"/>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crossAx val="48650112"/>
        <c:crossBetween val="between"/>
      </c:valAx>
      <c:spPr>
        <a:solidFill xmlns:a="http://schemas.openxmlformats.org/drawingml/2006/main">
          <a:srgbClr val="F5F8F5"/>
        </a:solidFill>
        <a:ln xmlns:a="http://schemas.openxmlformats.org/drawingml/2006/main" w="0">
          <a:noFill/>
        </a:ln>
      </c:spPr>
    </c:plotArea>
    <c:plotVisOnly val="1"/>
  </c:chart>
  <c:spPr>
    <a:solidFill xmlns:a="http://schemas.openxmlformats.org/drawingml/2006/main">
      <a:srgbClr val="F5F8F5"/>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73F43"/>
                </a:solidFill>
                <a:latin typeface="Atkinson Hyperlegible"/>
                <a:ea typeface="Atkinson Hyperlegible"/>
                <a:cs typeface="Atkinson Hyperlegible"/>
              </a:rPr>
              <a:t>Jain service fairness (%)</a:t>
            </a:r>
          </a:p>
        </c:rich>
      </c:tx>
      <c:overlay val="0"/>
      <c:txPr>
        <a:bodyPr xmlns:a="http://schemas.openxmlformats.org/drawingml/2006/main" anchorCtr="1"/>
        <a:lstStyle xmlns:a="http://schemas.openxmlformats.org/drawingml/2006/main"/>
        <a:p xmlns:a="http://schemas.openxmlformats.org/drawingml/2006/main">
          <a:pPr>
            <a:defRPr sz="1650" b="1">
              <a:solidFill>
                <a:srgbClr val="173F43"/>
              </a:solidFill>
              <a:latin typeface="Atkinson Hyperlegible"/>
              <a:ea typeface="Atkinson Hyperlegible"/>
              <a:cs typeface="Atkinson Hyperlegible"/>
            </a:defRPr>
          </a:pPr>
        </a:p>
      </c:txPr>
    </c:title>
    <c:plotArea>
      <c:barChart>
        <c:barDir val="col"/>
        <c:grouping val="clustered"/>
        <c:varyColors val="0"/>
        <c:ser>
          <c:idx val="0"/>
          <c:order val="0"/>
          <c:tx>
            <c:v>Fixed Rotation</c:v>
          </c:tx>
          <c:spPr>
            <a:solidFill xmlns:a="http://schemas.openxmlformats.org/drawingml/2006/main">
              <a:srgbClr val="58787A"/>
            </a:solidFill>
          </c:spPr>
          <c:invertIfNegative val="0"/>
          <c:cat>
            <c:strRef>
              <c:f>'Chart Data'!$A$2:$A$4</c:f>
              <c:strCache>
                <c:ptCount val="3"/>
                <c:pt idx="0">
                  <c:v>Mild</c:v>
                </c:pt>
                <c:pt idx="1">
                  <c:v>Moderate</c:v>
                </c:pt>
                <c:pt idx="2">
                  <c:v>Severe</c:v>
                </c:pt>
              </c:strCache>
            </c:strRef>
          </c:cat>
          <c:val>
            <c:numRef>
              <c:f>'Chart Data'!$B$2:$B$4</c:f>
              <c:numCache>
                <c:formatCode>0.0</c:formatCode>
                <c:ptCount val="3"/>
                <c:pt idx="0">
                  <c:v>87.7395750954747</c:v>
                </c:pt>
                <c:pt idx="1">
                  <c:v>87.7395750954747</c:v>
                </c:pt>
                <c:pt idx="2">
                  <c:v>87.796892169863</c:v>
                </c:pt>
              </c:numCache>
            </c:numRef>
          </c:val>
        </c:ser>
        <c:ser>
          <c:idx val="1"/>
          <c:order val="1"/>
          <c:tx>
            <c:v>Optimizer</c:v>
          </c:tx>
          <c:spPr>
            <a:solidFill xmlns:a="http://schemas.openxmlformats.org/drawingml/2006/main">
              <a:srgbClr val="E77D60"/>
            </a:solidFill>
          </c:spPr>
          <c:invertIfNegative val="0"/>
          <c:cat>
            <c:strRef>
              <c:f>'Chart Data'!$C$2:$C$4</c:f>
              <c:strCache>
                <c:ptCount val="3"/>
                <c:pt idx="0">
                  <c:v>Mild</c:v>
                </c:pt>
                <c:pt idx="1">
                  <c:v>Moderate</c:v>
                </c:pt>
                <c:pt idx="2">
                  <c:v>Severe</c:v>
                </c:pt>
              </c:strCache>
            </c:strRef>
          </c:cat>
          <c:val>
            <c:numRef>
              <c:f>'Chart Data'!$D$2:$D$4</c:f>
              <c:numCache>
                <c:formatCode>0.0</c:formatCode>
                <c:ptCount val="3"/>
                <c:pt idx="0">
                  <c:v>96.411144528538</c:v>
                </c:pt>
                <c:pt idx="1">
                  <c:v>94.997111056</c:v>
                </c:pt>
                <c:pt idx="2">
                  <c:v>92.9374420270324</c:v>
                </c:pt>
              </c:numCache>
            </c:numRef>
          </c:val>
        </c:ser>
        <c:ser>
          <c:idx val="2"/>
          <c:order val="2"/>
          <c:tx>
            <c:v>PPO</c:v>
          </c:tx>
          <c:spPr>
            <a:solidFill xmlns:a="http://schemas.openxmlformats.org/drawingml/2006/main">
              <a:srgbClr val="137B73"/>
            </a:solidFill>
          </c:spPr>
          <c:invertIfNegative val="0"/>
          <c:cat>
            <c:strRef>
              <c:f>'Chart Data'!$E$2:$E$4</c:f>
              <c:strCache>
                <c:ptCount val="3"/>
                <c:pt idx="0">
                  <c:v>Mild</c:v>
                </c:pt>
                <c:pt idx="1">
                  <c:v>Moderate</c:v>
                </c:pt>
                <c:pt idx="2">
                  <c:v>Severe</c:v>
                </c:pt>
              </c:strCache>
            </c:strRef>
          </c:cat>
          <c:val>
            <c:numRef>
              <c:f>'Chart Data'!$F$2:$F$4</c:f>
              <c:numCache>
                <c:formatCode>0.0</c:formatCode>
                <c:ptCount val="3"/>
                <c:pt idx="0">
                  <c:v>97.9868826828897</c:v>
                </c:pt>
                <c:pt idx="1">
                  <c:v>97.2082426287234</c:v>
                </c:pt>
                <c:pt idx="2">
                  <c:v>95.8609606064856</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275">
                  <a:solidFill>
                    <a:srgbClr val="173F43"/>
                  </a:solidFill>
                  <a:latin typeface="Atkinson Hyperlegible"/>
                  <a:ea typeface="Atkinson Hyperlegible"/>
                  <a:cs typeface="Atkinson Hyperlegible"/>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5DF"/>
            </a:solidFill>
          </a:ln>
        </c:spPr>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crossAx val="48672768"/>
      </c:catAx>
      <c:valAx>
        <c:axId val="48672768"/>
        <c:scaling>
          <c:orientation val="minMax"/>
          <c:max val="110"/>
          <c:min val="0"/>
        </c:scaling>
        <c:delete val="0"/>
        <c:axPos val="l"/>
        <c:majorGridlines>
          <c:spPr>
            <a:ln xmlns:a="http://schemas.openxmlformats.org/drawingml/2006/main" w="6668">
              <a:solidFill>
                <a:srgbClr val="D8E5DF"/>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crossAx val="48650112"/>
        <c:crossBetween val="between"/>
      </c:valAx>
      <c:spPr>
        <a:solidFill xmlns:a="http://schemas.openxmlformats.org/drawingml/2006/main">
          <a:srgbClr val="F5F8F5"/>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legend>
    <c:plotVisOnly val="1"/>
  </c:chart>
  <c:spPr>
    <a:solidFill xmlns:a="http://schemas.openxmlformats.org/drawingml/2006/main">
      <a:srgbClr val="F5F8F5"/>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73F43"/>
                </a:solidFill>
                <a:latin typeface="Atkinson Hyperlegible"/>
                <a:ea typeface="Atkinson Hyperlegible"/>
                <a:cs typeface="Atkinson Hyperlegible"/>
              </a:rPr>
              <a:t>Supply utilization (%)</a:t>
            </a:r>
          </a:p>
        </c:rich>
      </c:tx>
      <c:overlay val="0"/>
      <c:txPr>
        <a:bodyPr xmlns:a="http://schemas.openxmlformats.org/drawingml/2006/main" anchorCtr="1"/>
        <a:lstStyle xmlns:a="http://schemas.openxmlformats.org/drawingml/2006/main"/>
        <a:p xmlns:a="http://schemas.openxmlformats.org/drawingml/2006/main">
          <a:pPr>
            <a:defRPr sz="1650" b="1">
              <a:solidFill>
                <a:srgbClr val="173F43"/>
              </a:solidFill>
              <a:latin typeface="Atkinson Hyperlegible"/>
              <a:ea typeface="Atkinson Hyperlegible"/>
              <a:cs typeface="Atkinson Hyperlegible"/>
            </a:defRPr>
          </a:pPr>
        </a:p>
      </c:txPr>
    </c:title>
    <c:plotArea>
      <c:barChart>
        <c:barDir val="col"/>
        <c:grouping val="clustered"/>
        <c:varyColors val="0"/>
        <c:ser>
          <c:idx val="0"/>
          <c:order val="0"/>
          <c:tx>
            <c:v>Fixed Rotation</c:v>
          </c:tx>
          <c:spPr>
            <a:solidFill xmlns:a="http://schemas.openxmlformats.org/drawingml/2006/main">
              <a:srgbClr val="58787A"/>
            </a:solidFill>
          </c:spPr>
          <c:invertIfNegative val="0"/>
          <c:cat>
            <c:strRef>
              <c:f>'Chart Data'!$A$2:$A$4</c:f>
              <c:strCache>
                <c:ptCount val="3"/>
                <c:pt idx="0">
                  <c:v>Mild</c:v>
                </c:pt>
                <c:pt idx="1">
                  <c:v>Moderate</c:v>
                </c:pt>
                <c:pt idx="2">
                  <c:v>Severe</c:v>
                </c:pt>
              </c:strCache>
            </c:strRef>
          </c:cat>
          <c:val>
            <c:numRef>
              <c:f>'Chart Data'!$B$2:$B$4</c:f>
              <c:numCache>
                <c:formatCode>0.0</c:formatCode>
                <c:ptCount val="3"/>
                <c:pt idx="0">
                  <c:v>54.2764255590737</c:v>
                </c:pt>
                <c:pt idx="1">
                  <c:v>68.6932520382106</c:v>
                </c:pt>
                <c:pt idx="2">
                  <c:v>90.7314273156226</c:v>
                </c:pt>
              </c:numCache>
            </c:numRef>
          </c:val>
        </c:ser>
        <c:ser>
          <c:idx val="1"/>
          <c:order val="1"/>
          <c:tx>
            <c:v>Optimizer</c:v>
          </c:tx>
          <c:spPr>
            <a:solidFill xmlns:a="http://schemas.openxmlformats.org/drawingml/2006/main">
              <a:srgbClr val="E77D60"/>
            </a:solidFill>
          </c:spPr>
          <c:invertIfNegative val="0"/>
          <c:cat>
            <c:strRef>
              <c:f>'Chart Data'!$C$2:$C$4</c:f>
              <c:strCache>
                <c:ptCount val="3"/>
                <c:pt idx="0">
                  <c:v>Mild</c:v>
                </c:pt>
                <c:pt idx="1">
                  <c:v>Moderate</c:v>
                </c:pt>
                <c:pt idx="2">
                  <c:v>Severe</c:v>
                </c:pt>
              </c:strCache>
            </c:strRef>
          </c:cat>
          <c:val>
            <c:numRef>
              <c:f>'Chart Data'!$D$2:$D$4</c:f>
              <c:numCache>
                <c:formatCode>0.0</c:formatCode>
                <c:ptCount val="3"/>
                <c:pt idx="0">
                  <c:v>98.0913935601711</c:v>
                </c:pt>
                <c:pt idx="1">
                  <c:v>98.0162213742733</c:v>
                </c:pt>
                <c:pt idx="2">
                  <c:v>96.1346907354891</c:v>
                </c:pt>
              </c:numCache>
            </c:numRef>
          </c:val>
        </c:ser>
        <c:ser>
          <c:idx val="2"/>
          <c:order val="2"/>
          <c:tx>
            <c:v>PPO</c:v>
          </c:tx>
          <c:spPr>
            <a:solidFill xmlns:a="http://schemas.openxmlformats.org/drawingml/2006/main">
              <a:srgbClr val="137B73"/>
            </a:solidFill>
          </c:spPr>
          <c:invertIfNegative val="0"/>
          <c:cat>
            <c:strRef>
              <c:f>'Chart Data'!$E$2:$E$4</c:f>
              <c:strCache>
                <c:ptCount val="3"/>
                <c:pt idx="0">
                  <c:v>Mild</c:v>
                </c:pt>
                <c:pt idx="1">
                  <c:v>Moderate</c:v>
                </c:pt>
                <c:pt idx="2">
                  <c:v>Severe</c:v>
                </c:pt>
              </c:strCache>
            </c:strRef>
          </c:cat>
          <c:val>
            <c:numRef>
              <c:f>'Chart Data'!$F$2:$F$4</c:f>
              <c:numCache>
                <c:formatCode>0.0</c:formatCode>
                <c:ptCount val="3"/>
                <c:pt idx="0">
                  <c:v>98.1168481595814</c:v>
                </c:pt>
                <c:pt idx="1">
                  <c:v>97.5241124369204</c:v>
                </c:pt>
                <c:pt idx="2">
                  <c:v>95.4047880843282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275">
                  <a:solidFill>
                    <a:srgbClr val="173F43"/>
                  </a:solidFill>
                  <a:latin typeface="Atkinson Hyperlegible"/>
                  <a:ea typeface="Atkinson Hyperlegible"/>
                  <a:cs typeface="Atkinson Hyperlegible"/>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5DF"/>
            </a:solidFill>
          </a:ln>
        </c:spPr>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crossAx val="48672768"/>
      </c:catAx>
      <c:valAx>
        <c:axId val="48672768"/>
        <c:scaling>
          <c:orientation val="minMax"/>
          <c:max val="110"/>
          <c:min val="0"/>
        </c:scaling>
        <c:delete val="0"/>
        <c:axPos val="l"/>
        <c:majorGridlines>
          <c:spPr>
            <a:ln xmlns:a="http://schemas.openxmlformats.org/drawingml/2006/main" w="6668">
              <a:solidFill>
                <a:srgbClr val="D8E5DF"/>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crossAx val="48650112"/>
        <c:crossBetween val="between"/>
      </c:valAx>
      <c:spPr>
        <a:solidFill xmlns:a="http://schemas.openxmlformats.org/drawingml/2006/main">
          <a:srgbClr val="F5F8F5"/>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legend>
    <c:plotVisOnly val="1"/>
  </c:chart>
  <c:spPr>
    <a:solidFill xmlns:a="http://schemas.openxmlformats.org/drawingml/2006/main">
      <a:srgbClr val="F5F8F5"/>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73F43"/>
                </a:solidFill>
                <a:latin typeface="Atkinson Hyperlegible"/>
                <a:ea typeface="Atkinson Hyperlegible"/>
                <a:cs typeface="Atkinson Hyperlegible"/>
              </a:rPr>
              <a:t>Daily reward</a:t>
            </a:r>
          </a:p>
        </c:rich>
      </c:tx>
      <c:overlay val="0"/>
      <c:txPr>
        <a:bodyPr xmlns:a="http://schemas.openxmlformats.org/drawingml/2006/main" anchorCtr="1"/>
        <a:lstStyle xmlns:a="http://schemas.openxmlformats.org/drawingml/2006/main"/>
        <a:p xmlns:a="http://schemas.openxmlformats.org/drawingml/2006/main">
          <a:pPr>
            <a:defRPr sz="1650" b="1">
              <a:solidFill>
                <a:srgbClr val="173F43"/>
              </a:solidFill>
              <a:latin typeface="Atkinson Hyperlegible"/>
              <a:ea typeface="Atkinson Hyperlegible"/>
              <a:cs typeface="Atkinson Hyperlegible"/>
            </a:defRPr>
          </a:pPr>
        </a:p>
      </c:txPr>
    </c:title>
    <c:plotArea>
      <c:scatterChart>
        <c:scatterStyle val="line"/>
        <c:varyColors val="0"/>
        <c:ser>
          <c:idx val="0"/>
          <c:order val="0"/>
          <c:tx>
            <c:v>1729</c:v>
          </c:tx>
          <c:spPr>
            <a:ln xmlns:a="http://schemas.openxmlformats.org/drawingml/2006/main" w="19050">
              <a:solidFill>
                <a:srgbClr val="7DB8B2"/>
              </a:solidFill>
            </a:ln>
          </c:spPr>
          <c:marker>
            <c:symbol val="none"/>
          </c:marker>
          <c:xVal>
            <c:numRef>
              <c:f>'Chart Data'!$A$2:$A$32</c:f>
              <c:numCache>
                <c:formatCode>General</c:formatCode>
                <c:ptCount val="31"/>
                <c:pt idx="0">
                  <c:v>0</c:v>
                </c:pt>
                <c:pt idx="1">
                  <c:v>100</c:v>
                </c:pt>
                <c:pt idx="2">
                  <c:v>200</c:v>
                </c:pt>
                <c:pt idx="3">
                  <c:v>300</c:v>
                </c:pt>
                <c:pt idx="4">
                  <c:v>400</c:v>
                </c:pt>
                <c:pt idx="5">
                  <c:v>500</c:v>
                </c:pt>
                <c:pt idx="6">
                  <c:v>600</c:v>
                </c:pt>
                <c:pt idx="7">
                  <c:v>700</c:v>
                </c:pt>
                <c:pt idx="8">
                  <c:v>800</c:v>
                </c:pt>
                <c:pt idx="9">
                  <c:v>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pt idx="24">
                  <c:v>2400</c:v>
                </c:pt>
                <c:pt idx="25">
                  <c:v>2500</c:v>
                </c:pt>
                <c:pt idx="26">
                  <c:v>2600</c:v>
                </c:pt>
                <c:pt idx="27">
                  <c:v>2700</c:v>
                </c:pt>
                <c:pt idx="28">
                  <c:v>2800</c:v>
                </c:pt>
                <c:pt idx="29">
                  <c:v>2900</c:v>
                </c:pt>
                <c:pt idx="30">
                  <c:v>3000</c:v>
                </c:pt>
              </c:numCache>
            </c:numRef>
          </c:xVal>
          <c:yVal>
            <c:numRef>
              <c:f>'Chart Data'!$B$2:$B$32</c:f>
              <c:numCache>
                <c:formatCode>0.00</c:formatCode>
                <c:ptCount val="31"/>
                <c:pt idx="0">
                  <c:v>23.3163132866224</c:v>
                </c:pt>
                <c:pt idx="1">
                  <c:v>23.348685614268</c:v>
                </c:pt>
                <c:pt idx="2">
                  <c:v>23.4134905894597</c:v>
                </c:pt>
                <c:pt idx="3">
                  <c:v>23.4232823053996</c:v>
                </c:pt>
                <c:pt idx="4">
                  <c:v>23.4380323131879</c:v>
                </c:pt>
                <c:pt idx="5">
                  <c:v>23.449308737119</c:v>
                </c:pt>
                <c:pt idx="6">
                  <c:v>23.4523913065592</c:v>
                </c:pt>
                <c:pt idx="7">
                  <c:v>23.4572440385818</c:v>
                </c:pt>
                <c:pt idx="8">
                  <c:v>23.4628253976504</c:v>
                </c:pt>
                <c:pt idx="9">
                  <c:v>23.4645769635836</c:v>
                </c:pt>
                <c:pt idx="10">
                  <c:v>23.4669097622236</c:v>
                </c:pt>
                <c:pt idx="11">
                  <c:v>23.4695433974266</c:v>
                </c:pt>
                <c:pt idx="12">
                  <c:v>23.4722161769867</c:v>
                </c:pt>
                <c:pt idx="13">
                  <c:v>23.4747596184413</c:v>
                </c:pt>
                <c:pt idx="14">
                  <c:v>23.4754340728124</c:v>
                </c:pt>
                <c:pt idx="15">
                  <c:v>23.4780822912852</c:v>
                </c:pt>
                <c:pt idx="16">
                  <c:v>23.4788068334262</c:v>
                </c:pt>
                <c:pt idx="17">
                  <c:v>23.4793035030365</c:v>
                </c:pt>
                <c:pt idx="18">
                  <c:v>23.479747903347</c:v>
                </c:pt>
                <c:pt idx="19">
                  <c:v>23.4807823936145</c:v>
                </c:pt>
                <c:pt idx="20">
                  <c:v>23.4811563372612</c:v>
                </c:pt>
                <c:pt idx="21">
                  <c:v>23.4813351035118</c:v>
                </c:pt>
                <c:pt idx="22">
                  <c:v>23.4825081626574</c:v>
                </c:pt>
                <c:pt idx="23">
                  <c:v>23.4830603877703</c:v>
                </c:pt>
                <c:pt idx="24">
                  <c:v>23.4828404664993</c:v>
                </c:pt>
                <c:pt idx="25">
                  <c:v>23.4830399711927</c:v>
                </c:pt>
                <c:pt idx="26">
                  <c:v>23.4849301497142</c:v>
                </c:pt>
                <c:pt idx="27">
                  <c:v>23.4840087294579</c:v>
                </c:pt>
                <c:pt idx="28">
                  <c:v>23.4846448898315</c:v>
                </c:pt>
                <c:pt idx="29">
                  <c:v>23.4855497479439</c:v>
                </c:pt>
                <c:pt idx="30">
                  <c:v>23.4854803045591</c:v>
                </c:pt>
              </c:numCache>
            </c:numRef>
          </c:yVal>
          <c:smooth val="0"/>
        </c:ser>
        <c:ser>
          <c:idx val="1"/>
          <c:order val="1"/>
          <c:tx>
            <c:v>2718</c:v>
          </c:tx>
          <c:spPr>
            <a:ln xmlns:a="http://schemas.openxmlformats.org/drawingml/2006/main" w="19050">
              <a:solidFill>
                <a:srgbClr val="E9B7A9"/>
              </a:solidFill>
            </a:ln>
          </c:spPr>
          <c:marker>
            <c:symbol val="none"/>
          </c:marker>
          <c:xVal>
            <c:numRef>
              <c:f>'Chart Data'!$C$2:$C$32</c:f>
              <c:numCache>
                <c:formatCode>General</c:formatCode>
                <c:ptCount val="31"/>
                <c:pt idx="0">
                  <c:v>0</c:v>
                </c:pt>
                <c:pt idx="1">
                  <c:v>100</c:v>
                </c:pt>
                <c:pt idx="2">
                  <c:v>200</c:v>
                </c:pt>
                <c:pt idx="3">
                  <c:v>300</c:v>
                </c:pt>
                <c:pt idx="4">
                  <c:v>400</c:v>
                </c:pt>
                <c:pt idx="5">
                  <c:v>500</c:v>
                </c:pt>
                <c:pt idx="6">
                  <c:v>600</c:v>
                </c:pt>
                <c:pt idx="7">
                  <c:v>700</c:v>
                </c:pt>
                <c:pt idx="8">
                  <c:v>800</c:v>
                </c:pt>
                <c:pt idx="9">
                  <c:v>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pt idx="24">
                  <c:v>2400</c:v>
                </c:pt>
                <c:pt idx="25">
                  <c:v>2500</c:v>
                </c:pt>
                <c:pt idx="26">
                  <c:v>2600</c:v>
                </c:pt>
                <c:pt idx="27">
                  <c:v>2700</c:v>
                </c:pt>
                <c:pt idx="28">
                  <c:v>2800</c:v>
                </c:pt>
                <c:pt idx="29">
                  <c:v>2900</c:v>
                </c:pt>
                <c:pt idx="30">
                  <c:v>3000</c:v>
                </c:pt>
              </c:numCache>
            </c:numRef>
          </c:xVal>
          <c:yVal>
            <c:numRef>
              <c:f>'Chart Data'!$D$2:$D$32</c:f>
              <c:numCache>
                <c:formatCode>0.00</c:formatCode>
                <c:ptCount val="31"/>
                <c:pt idx="0">
                  <c:v>23.3206028739611</c:v>
                </c:pt>
                <c:pt idx="1">
                  <c:v>23.330490231514</c:v>
                </c:pt>
                <c:pt idx="2">
                  <c:v>23.4220259428024</c:v>
                </c:pt>
                <c:pt idx="3">
                  <c:v>23.4459416707357</c:v>
                </c:pt>
                <c:pt idx="4">
                  <c:v>23.4569874644279</c:v>
                </c:pt>
                <c:pt idx="5">
                  <c:v>23.4646341602008</c:v>
                </c:pt>
                <c:pt idx="6">
                  <c:v>23.468334933122</c:v>
                </c:pt>
                <c:pt idx="7">
                  <c:v>23.4710539380709</c:v>
                </c:pt>
                <c:pt idx="8">
                  <c:v>23.473455897967</c:v>
                </c:pt>
                <c:pt idx="9">
                  <c:v>23.476123046875</c:v>
                </c:pt>
                <c:pt idx="10">
                  <c:v>23.4767346819242</c:v>
                </c:pt>
                <c:pt idx="11">
                  <c:v>23.4784696300824</c:v>
                </c:pt>
                <c:pt idx="12">
                  <c:v>23.4803602258364</c:v>
                </c:pt>
                <c:pt idx="13">
                  <c:v>23.4810277183851</c:v>
                </c:pt>
                <c:pt idx="14">
                  <c:v>23.4839326381683</c:v>
                </c:pt>
                <c:pt idx="15">
                  <c:v>23.4829011559486</c:v>
                </c:pt>
                <c:pt idx="16">
                  <c:v>23.4866138060888</c:v>
                </c:pt>
                <c:pt idx="17">
                  <c:v>23.4850093126297</c:v>
                </c:pt>
                <c:pt idx="18">
                  <c:v>23.4873999476433</c:v>
                </c:pt>
                <c:pt idx="19">
                  <c:v>23.4863083879153</c:v>
                </c:pt>
                <c:pt idx="20">
                  <c:v>23.4873005231222</c:v>
                </c:pt>
                <c:pt idx="21">
                  <c:v>23.4892620364825</c:v>
                </c:pt>
                <c:pt idx="22">
                  <c:v>23.4895504752795</c:v>
                </c:pt>
                <c:pt idx="23">
                  <c:v>23.4904114445051</c:v>
                </c:pt>
                <c:pt idx="24">
                  <c:v>23.4913725177447</c:v>
                </c:pt>
                <c:pt idx="25">
                  <c:v>23.4911235292753</c:v>
                </c:pt>
                <c:pt idx="26">
                  <c:v>23.4925698677699</c:v>
                </c:pt>
                <c:pt idx="27">
                  <c:v>23.4933848023415</c:v>
                </c:pt>
                <c:pt idx="28">
                  <c:v>23.4939765930176</c:v>
                </c:pt>
                <c:pt idx="29">
                  <c:v>23.4936449964841</c:v>
                </c:pt>
                <c:pt idx="30">
                  <c:v>23.4940674185753</c:v>
                </c:pt>
              </c:numCache>
            </c:numRef>
          </c:yVal>
          <c:smooth val="0"/>
        </c:ser>
        <c:ser>
          <c:idx val="2"/>
          <c:order val="2"/>
          <c:tx>
            <c:v>3141</c:v>
          </c:tx>
          <c:spPr>
            <a:ln xmlns:a="http://schemas.openxmlformats.org/drawingml/2006/main" w="19050">
              <a:solidFill>
                <a:srgbClr val="A5B4D1"/>
              </a:solidFill>
            </a:ln>
          </c:spPr>
          <c:marker>
            <c:symbol val="none"/>
          </c:marker>
          <c:xVal>
            <c:numRef>
              <c:f>'Chart Data'!$E$2:$E$32</c:f>
              <c:numCache>
                <c:formatCode>General</c:formatCode>
                <c:ptCount val="31"/>
                <c:pt idx="0">
                  <c:v>0</c:v>
                </c:pt>
                <c:pt idx="1">
                  <c:v>100</c:v>
                </c:pt>
                <c:pt idx="2">
                  <c:v>200</c:v>
                </c:pt>
                <c:pt idx="3">
                  <c:v>300</c:v>
                </c:pt>
                <c:pt idx="4">
                  <c:v>400</c:v>
                </c:pt>
                <c:pt idx="5">
                  <c:v>500</c:v>
                </c:pt>
                <c:pt idx="6">
                  <c:v>600</c:v>
                </c:pt>
                <c:pt idx="7">
                  <c:v>700</c:v>
                </c:pt>
                <c:pt idx="8">
                  <c:v>800</c:v>
                </c:pt>
                <c:pt idx="9">
                  <c:v>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pt idx="24">
                  <c:v>2400</c:v>
                </c:pt>
                <c:pt idx="25">
                  <c:v>2500</c:v>
                </c:pt>
                <c:pt idx="26">
                  <c:v>2600</c:v>
                </c:pt>
                <c:pt idx="27">
                  <c:v>2700</c:v>
                </c:pt>
                <c:pt idx="28">
                  <c:v>2800</c:v>
                </c:pt>
                <c:pt idx="29">
                  <c:v>2900</c:v>
                </c:pt>
                <c:pt idx="30">
                  <c:v>3000</c:v>
                </c:pt>
              </c:numCache>
            </c:numRef>
          </c:xVal>
          <c:yVal>
            <c:numRef>
              <c:f>'Chart Data'!$F$2:$F$32</c:f>
              <c:numCache>
                <c:formatCode>0.00</c:formatCode>
                <c:ptCount val="31"/>
                <c:pt idx="0">
                  <c:v>23.3242558280627</c:v>
                </c:pt>
                <c:pt idx="1">
                  <c:v>23.3947934985161</c:v>
                </c:pt>
                <c:pt idx="2">
                  <c:v>23.4274807254473</c:v>
                </c:pt>
                <c:pt idx="3">
                  <c:v>23.4496935089429</c:v>
                </c:pt>
                <c:pt idx="4">
                  <c:v>23.4632056355476</c:v>
                </c:pt>
                <c:pt idx="5">
                  <c:v>23.4686943809191</c:v>
                </c:pt>
                <c:pt idx="6">
                  <c:v>23.4717005530993</c:v>
                </c:pt>
                <c:pt idx="7">
                  <c:v>23.4754267295202</c:v>
                </c:pt>
                <c:pt idx="8">
                  <c:v>23.4776384989421</c:v>
                </c:pt>
                <c:pt idx="9">
                  <c:v>23.4808318018913</c:v>
                </c:pt>
                <c:pt idx="10">
                  <c:v>23.4854080756505</c:v>
                </c:pt>
                <c:pt idx="11">
                  <c:v>23.4892591238022</c:v>
                </c:pt>
                <c:pt idx="12">
                  <c:v>23.4897203564644</c:v>
                </c:pt>
                <c:pt idx="13">
                  <c:v>23.4913784901301</c:v>
                </c:pt>
                <c:pt idx="14">
                  <c:v>23.4938482284546</c:v>
                </c:pt>
                <c:pt idx="15">
                  <c:v>23.4949577093124</c:v>
                </c:pt>
                <c:pt idx="16">
                  <c:v>23.4973762075106</c:v>
                </c:pt>
                <c:pt idx="17">
                  <c:v>23.4987754543622</c:v>
                </c:pt>
                <c:pt idx="18">
                  <c:v>23.4999050577482</c:v>
                </c:pt>
                <c:pt idx="19">
                  <c:v>23.501248617967</c:v>
                </c:pt>
                <c:pt idx="20">
                  <c:v>23.5017925659815</c:v>
                </c:pt>
                <c:pt idx="21">
                  <c:v>23.502460583051</c:v>
                </c:pt>
                <c:pt idx="22">
                  <c:v>23.503084786733</c:v>
                </c:pt>
                <c:pt idx="23">
                  <c:v>23.5030127604802</c:v>
                </c:pt>
                <c:pt idx="24">
                  <c:v>23.5037062287331</c:v>
                </c:pt>
                <c:pt idx="25">
                  <c:v>23.5042065143585</c:v>
                </c:pt>
                <c:pt idx="26">
                  <c:v>23.5039857943853</c:v>
                </c:pt>
                <c:pt idx="27">
                  <c:v>23.5049358010292</c:v>
                </c:pt>
                <c:pt idx="28">
                  <c:v>23.5045461058617</c:v>
                </c:pt>
                <c:pt idx="29">
                  <c:v>23.5050503969193</c:v>
                </c:pt>
                <c:pt idx="30">
                  <c:v>23.5047329386075</c:v>
                </c:pt>
              </c:numCache>
            </c:numRef>
          </c:yVal>
          <c:smooth val="0"/>
        </c:ser>
        <c:ser>
          <c:idx val="3"/>
          <c:order val="3"/>
          <c:tx>
            <c:v>5772</c:v>
          </c:tx>
          <c:spPr>
            <a:ln xmlns:a="http://schemas.openxmlformats.org/drawingml/2006/main" w="19050">
              <a:solidFill>
                <a:srgbClr val="BEB0C9"/>
              </a:solidFill>
            </a:ln>
          </c:spPr>
          <c:marker>
            <c:symbol val="none"/>
          </c:marker>
          <c:xVal>
            <c:numRef>
              <c:f>'Chart Data'!$G$2:$G$32</c:f>
              <c:numCache>
                <c:formatCode>General</c:formatCode>
                <c:ptCount val="31"/>
                <c:pt idx="0">
                  <c:v>0</c:v>
                </c:pt>
                <c:pt idx="1">
                  <c:v>100</c:v>
                </c:pt>
                <c:pt idx="2">
                  <c:v>200</c:v>
                </c:pt>
                <c:pt idx="3">
                  <c:v>300</c:v>
                </c:pt>
                <c:pt idx="4">
                  <c:v>400</c:v>
                </c:pt>
                <c:pt idx="5">
                  <c:v>500</c:v>
                </c:pt>
                <c:pt idx="6">
                  <c:v>600</c:v>
                </c:pt>
                <c:pt idx="7">
                  <c:v>700</c:v>
                </c:pt>
                <c:pt idx="8">
                  <c:v>800</c:v>
                </c:pt>
                <c:pt idx="9">
                  <c:v>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pt idx="24">
                  <c:v>2400</c:v>
                </c:pt>
                <c:pt idx="25">
                  <c:v>2500</c:v>
                </c:pt>
                <c:pt idx="26">
                  <c:v>2600</c:v>
                </c:pt>
                <c:pt idx="27">
                  <c:v>2700</c:v>
                </c:pt>
                <c:pt idx="28">
                  <c:v>2800</c:v>
                </c:pt>
                <c:pt idx="29">
                  <c:v>2900</c:v>
                </c:pt>
                <c:pt idx="30">
                  <c:v>3000</c:v>
                </c:pt>
              </c:numCache>
            </c:numRef>
          </c:xVal>
          <c:yVal>
            <c:numRef>
              <c:f>'Chart Data'!$H$2:$H$32</c:f>
              <c:numCache>
                <c:formatCode>0.00</c:formatCode>
                <c:ptCount val="31"/>
                <c:pt idx="0">
                  <c:v>23.3190009514491</c:v>
                </c:pt>
                <c:pt idx="1">
                  <c:v>23.3435342152913</c:v>
                </c:pt>
                <c:pt idx="2">
                  <c:v>23.4098021070162</c:v>
                </c:pt>
                <c:pt idx="3">
                  <c:v>23.4541132092476</c:v>
                </c:pt>
                <c:pt idx="4">
                  <c:v>23.4723840753237</c:v>
                </c:pt>
                <c:pt idx="5">
                  <c:v>23.474505341053</c:v>
                </c:pt>
                <c:pt idx="6">
                  <c:v>23.4804931441943</c:v>
                </c:pt>
                <c:pt idx="7">
                  <c:v>23.4821828603745</c:v>
                </c:pt>
                <c:pt idx="8">
                  <c:v>23.4848220825195</c:v>
                </c:pt>
                <c:pt idx="9">
                  <c:v>23.486560344696</c:v>
                </c:pt>
                <c:pt idx="10">
                  <c:v>23.4911803921064</c:v>
                </c:pt>
                <c:pt idx="11">
                  <c:v>23.4935295581818</c:v>
                </c:pt>
                <c:pt idx="12">
                  <c:v>23.4948420802752</c:v>
                </c:pt>
                <c:pt idx="13">
                  <c:v>23.4965991695722</c:v>
                </c:pt>
                <c:pt idx="14">
                  <c:v>23.4984313408534</c:v>
                </c:pt>
                <c:pt idx="15">
                  <c:v>23.4979494333267</c:v>
                </c:pt>
                <c:pt idx="16">
                  <c:v>23.4989462653796</c:v>
                </c:pt>
                <c:pt idx="17">
                  <c:v>23.4993210554123</c:v>
                </c:pt>
                <c:pt idx="18">
                  <c:v>23.4995249430339</c:v>
                </c:pt>
                <c:pt idx="19">
                  <c:v>23.5007320086161</c:v>
                </c:pt>
                <c:pt idx="20">
                  <c:v>23.5007064223289</c:v>
                </c:pt>
                <c:pt idx="21">
                  <c:v>23.5003469586372</c:v>
                </c:pt>
                <c:pt idx="22">
                  <c:v>23.5012474338214</c:v>
                </c:pt>
                <c:pt idx="23">
                  <c:v>23.5014579971631</c:v>
                </c:pt>
                <c:pt idx="24">
                  <c:v>23.5018185138702</c:v>
                </c:pt>
                <c:pt idx="25">
                  <c:v>23.5017422914505</c:v>
                </c:pt>
                <c:pt idx="26">
                  <c:v>23.501584482193</c:v>
                </c:pt>
                <c:pt idx="27">
                  <c:v>23.5021884600321</c:v>
                </c:pt>
                <c:pt idx="28">
                  <c:v>23.5028400858243</c:v>
                </c:pt>
                <c:pt idx="29">
                  <c:v>23.5025159517924</c:v>
                </c:pt>
                <c:pt idx="30">
                  <c:v>23.5031533281008</c:v>
                </c:pt>
              </c:numCache>
            </c:numRef>
          </c:yVal>
          <c:smooth val="0"/>
        </c:ser>
        <c:ser>
          <c:idx val="4"/>
          <c:order val="4"/>
          <c:tx>
            <c:v>8111</c:v>
          </c:tx>
          <c:spPr>
            <a:ln xmlns:a="http://schemas.openxmlformats.org/drawingml/2006/main" w="19050">
              <a:solidFill>
                <a:srgbClr val="CCBB8F"/>
              </a:solidFill>
            </a:ln>
          </c:spPr>
          <c:marker>
            <c:symbol val="none"/>
          </c:marker>
          <c:xVal>
            <c:numRef>
              <c:f>'Chart Data'!$I$2:$I$32</c:f>
              <c:numCache>
                <c:formatCode>General</c:formatCode>
                <c:ptCount val="31"/>
                <c:pt idx="0">
                  <c:v>0</c:v>
                </c:pt>
                <c:pt idx="1">
                  <c:v>100</c:v>
                </c:pt>
                <c:pt idx="2">
                  <c:v>200</c:v>
                </c:pt>
                <c:pt idx="3">
                  <c:v>300</c:v>
                </c:pt>
                <c:pt idx="4">
                  <c:v>400</c:v>
                </c:pt>
                <c:pt idx="5">
                  <c:v>500</c:v>
                </c:pt>
                <c:pt idx="6">
                  <c:v>600</c:v>
                </c:pt>
                <c:pt idx="7">
                  <c:v>700</c:v>
                </c:pt>
                <c:pt idx="8">
                  <c:v>800</c:v>
                </c:pt>
                <c:pt idx="9">
                  <c:v>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pt idx="24">
                  <c:v>2400</c:v>
                </c:pt>
                <c:pt idx="25">
                  <c:v>2500</c:v>
                </c:pt>
                <c:pt idx="26">
                  <c:v>2600</c:v>
                </c:pt>
                <c:pt idx="27">
                  <c:v>2700</c:v>
                </c:pt>
                <c:pt idx="28">
                  <c:v>2800</c:v>
                </c:pt>
                <c:pt idx="29">
                  <c:v>2900</c:v>
                </c:pt>
                <c:pt idx="30">
                  <c:v>3000</c:v>
                </c:pt>
              </c:numCache>
            </c:numRef>
          </c:xVal>
          <c:yVal>
            <c:numRef>
              <c:f>'Chart Data'!$J$2:$J$32</c:f>
              <c:numCache>
                <c:formatCode>0.00</c:formatCode>
                <c:ptCount val="31"/>
                <c:pt idx="0">
                  <c:v>23.3179899613063</c:v>
                </c:pt>
                <c:pt idx="1">
                  <c:v>23.3810484131177</c:v>
                </c:pt>
                <c:pt idx="2">
                  <c:v>23.4198088010152</c:v>
                </c:pt>
                <c:pt idx="3">
                  <c:v>23.4519859155019</c:v>
                </c:pt>
                <c:pt idx="4">
                  <c:v>23.4676084717115</c:v>
                </c:pt>
                <c:pt idx="5">
                  <c:v>23.4737255891164</c:v>
                </c:pt>
                <c:pt idx="6">
                  <c:v>23.475577100118</c:v>
                </c:pt>
                <c:pt idx="7">
                  <c:v>23.4785440286001</c:v>
                </c:pt>
                <c:pt idx="8">
                  <c:v>23.4831726829211</c:v>
                </c:pt>
                <c:pt idx="9">
                  <c:v>23.4867666681608</c:v>
                </c:pt>
                <c:pt idx="10">
                  <c:v>23.4905729571978</c:v>
                </c:pt>
                <c:pt idx="11">
                  <c:v>23.4924647768339</c:v>
                </c:pt>
                <c:pt idx="12">
                  <c:v>23.4934573928515</c:v>
                </c:pt>
                <c:pt idx="13">
                  <c:v>23.4949580351512</c:v>
                </c:pt>
                <c:pt idx="14">
                  <c:v>23.4975600878398</c:v>
                </c:pt>
                <c:pt idx="15">
                  <c:v>23.4986939072609</c:v>
                </c:pt>
                <c:pt idx="16">
                  <c:v>23.5000062823296</c:v>
                </c:pt>
                <c:pt idx="17">
                  <c:v>23.5017437020938</c:v>
                </c:pt>
                <c:pt idx="18">
                  <c:v>23.5016634782155</c:v>
                </c:pt>
                <c:pt idx="19">
                  <c:v>23.5016542673111</c:v>
                </c:pt>
                <c:pt idx="20">
                  <c:v>23.5035719792048</c:v>
                </c:pt>
                <c:pt idx="21">
                  <c:v>23.5039335370064</c:v>
                </c:pt>
                <c:pt idx="22">
                  <c:v>23.5053472479184</c:v>
                </c:pt>
                <c:pt idx="23">
                  <c:v>23.5047086954117</c:v>
                </c:pt>
                <c:pt idx="24">
                  <c:v>23.505197306474</c:v>
                </c:pt>
                <c:pt idx="25">
                  <c:v>23.5070340315501</c:v>
                </c:pt>
                <c:pt idx="26">
                  <c:v>23.5056337873141</c:v>
                </c:pt>
                <c:pt idx="27">
                  <c:v>23.5061525464058</c:v>
                </c:pt>
                <c:pt idx="28">
                  <c:v>23.5060645898183</c:v>
                </c:pt>
                <c:pt idx="29">
                  <c:v>23.5063775102297</c:v>
                </c:pt>
                <c:pt idx="30">
                  <c:v>23.5069045623144</c:v>
                </c:pt>
              </c:numCache>
            </c:numRef>
          </c:yVal>
          <c:smooth val="0"/>
        </c:ser>
        <c:dLbls>
          <c:txPr>
            <a:bodyPr xmlns:a="http://schemas.openxmlformats.org/drawingml/2006/main" anchorCtr="1"/>
            <a:lstStyle xmlns:a="http://schemas.openxmlformats.org/drawingml/2006/main"/>
            <a:p xmlns:a="http://schemas.openxmlformats.org/drawingml/2006/main">
              <a:pPr>
                <a:defRPr>
                  <a:latin typeface="Atkinson Hyperlegible"/>
                  <a:ea typeface="Atkinson Hyperlegible"/>
                  <a:cs typeface="Atkinson Hyperlegible"/>
                </a:defRPr>
              </a:pPr>
            </a:p>
          </c:txPr>
          <c:showLegendKey val="0"/>
          <c:showVal val="0"/>
          <c:showCatName val="0"/>
          <c:showSerName val="0"/>
          <c:showPercent val="0"/>
          <c:showBubbleSize val="0"/>
          <c:showLeaderLines val="0"/>
        </c:dLbls>
        <c:axId val="48650112"/>
        <c:axId val="48672768"/>
      </c:scatterChart>
      <c:valAx>
        <c:axId val="48672768"/>
        <c:scaling>
          <c:orientation val="minMax"/>
          <c:max val="23.55"/>
          <c:min val="23.2"/>
        </c:scaling>
        <c:delete val="0"/>
        <c:axPos val="l"/>
        <c:majorGridlines>
          <c:spPr>
            <a:ln xmlns:a="http://schemas.openxmlformats.org/drawingml/2006/main" w="6668">
              <a:solidFill>
                <a:srgbClr val="D8E5DF"/>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crossAx val="48650112"/>
      </c:valAx>
      <c:valAx>
        <c:axId val="48650112"/>
        <c:scaling>
          <c:orientation val="minMax"/>
          <c:max val="3000"/>
          <c:min val="0"/>
        </c:scaling>
        <c:delete val="0"/>
        <c:axPos val="b"/>
        <c:title>
          <c:tx>
            <c:rich>
              <a:bodyPr xmlns:a="http://schemas.openxmlformats.org/drawingml/2006/main"/>
              <a:lstStyle xmlns:a="http://schemas.openxmlformats.org/drawingml/2006/main"/>
              <a:p xmlns:a="http://schemas.openxmlformats.org/drawingml/2006/main">
                <a:r>
                  <a:rPr sz="1200">
                    <a:solidFill>
                      <a:srgbClr val="58787A"/>
                    </a:solidFill>
                    <a:latin typeface="Atkinson Hyperlegible"/>
                    <a:ea typeface="Atkinson Hyperlegible"/>
                    <a:cs typeface="Atkinson Hyperlegible"/>
                  </a:rPr>
                  <a:t>PPO iteration</a:t>
                </a:r>
              </a:p>
            </c:rich>
          </c:tx>
          <c:overlay val="0"/>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title>
        <c:numFmt formatCode="0"/>
        <c:majorTickMark val="none"/>
        <c:minorTickMark val="none"/>
        <c:tickLblPos val="low"/>
        <c:spPr>
          <a:ln xmlns:a="http://schemas.openxmlformats.org/drawingml/2006/main" w="9525">
            <a:solidFill>
              <a:srgbClr val="D8E5DF"/>
            </a:solidFill>
          </a:ln>
        </c:spPr>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crossAx val="48672768"/>
        <c:majorUnit val="1000"/>
      </c:valAx>
      <c:spPr>
        <a:solidFill xmlns:a="http://schemas.openxmlformats.org/drawingml/2006/main">
          <a:srgbClr val="F5F8F5"/>
        </a:solidFill>
        <a:ln xmlns:a="http://schemas.openxmlformats.org/drawingml/2006/main" w="0">
          <a:noFill/>
        </a:ln>
      </c:spPr>
    </c:plotArea>
    <c:plotVisOnly val="1"/>
  </c:chart>
  <c:spPr>
    <a:solidFill xmlns:a="http://schemas.openxmlformats.org/drawingml/2006/main">
      <a:srgbClr val="F5F8F5"/>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73F43"/>
                </a:solidFill>
                <a:latin typeface="Atkinson Hyperlegible"/>
                <a:ea typeface="Atkinson Hyperlegible"/>
                <a:cs typeface="Atkinson Hyperlegible"/>
              </a:rPr>
              <a:t>Jain fairness (%)</a:t>
            </a:r>
          </a:p>
        </c:rich>
      </c:tx>
      <c:overlay val="0"/>
      <c:txPr>
        <a:bodyPr xmlns:a="http://schemas.openxmlformats.org/drawingml/2006/main" anchorCtr="1"/>
        <a:lstStyle xmlns:a="http://schemas.openxmlformats.org/drawingml/2006/main"/>
        <a:p xmlns:a="http://schemas.openxmlformats.org/drawingml/2006/main">
          <a:pPr>
            <a:defRPr sz="1650" b="1">
              <a:solidFill>
                <a:srgbClr val="173F43"/>
              </a:solidFill>
              <a:latin typeface="Atkinson Hyperlegible"/>
              <a:ea typeface="Atkinson Hyperlegible"/>
              <a:cs typeface="Atkinson Hyperlegible"/>
            </a:defRPr>
          </a:pPr>
        </a:p>
      </c:txPr>
    </c:title>
    <c:plotArea>
      <c:scatterChart>
        <c:scatterStyle val="line"/>
        <c:varyColors val="0"/>
        <c:ser>
          <c:idx val="0"/>
          <c:order val="0"/>
          <c:tx>
            <c:v>1729</c:v>
          </c:tx>
          <c:spPr>
            <a:ln xmlns:a="http://schemas.openxmlformats.org/drawingml/2006/main" w="19050">
              <a:solidFill>
                <a:srgbClr val="7DB8B2"/>
              </a:solidFill>
            </a:ln>
          </c:spPr>
          <c:marker>
            <c:symbol val="none"/>
          </c:marker>
          <c:xVal>
            <c:numRef>
              <c:f>'Chart Data'!$A$2:$A$32</c:f>
              <c:numCache>
                <c:formatCode>General</c:formatCode>
                <c:ptCount val="31"/>
                <c:pt idx="0">
                  <c:v>0</c:v>
                </c:pt>
                <c:pt idx="1">
                  <c:v>100</c:v>
                </c:pt>
                <c:pt idx="2">
                  <c:v>200</c:v>
                </c:pt>
                <c:pt idx="3">
                  <c:v>300</c:v>
                </c:pt>
                <c:pt idx="4">
                  <c:v>400</c:v>
                </c:pt>
                <c:pt idx="5">
                  <c:v>500</c:v>
                </c:pt>
                <c:pt idx="6">
                  <c:v>600</c:v>
                </c:pt>
                <c:pt idx="7">
                  <c:v>700</c:v>
                </c:pt>
                <c:pt idx="8">
                  <c:v>800</c:v>
                </c:pt>
                <c:pt idx="9">
                  <c:v>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pt idx="24">
                  <c:v>2400</c:v>
                </c:pt>
                <c:pt idx="25">
                  <c:v>2500</c:v>
                </c:pt>
                <c:pt idx="26">
                  <c:v>2600</c:v>
                </c:pt>
                <c:pt idx="27">
                  <c:v>2700</c:v>
                </c:pt>
                <c:pt idx="28">
                  <c:v>2800</c:v>
                </c:pt>
                <c:pt idx="29">
                  <c:v>2900</c:v>
                </c:pt>
                <c:pt idx="30">
                  <c:v>3000</c:v>
                </c:pt>
              </c:numCache>
            </c:numRef>
          </c:xVal>
          <c:yVal>
            <c:numRef>
              <c:f>'Chart Data'!$B$2:$B$32</c:f>
              <c:numCache>
                <c:formatCode>0.0</c:formatCode>
                <c:ptCount val="31"/>
                <c:pt idx="0">
                  <c:v>93.0692190180222</c:v>
                </c:pt>
                <c:pt idx="1">
                  <c:v>93.8256985569994</c:v>
                </c:pt>
                <c:pt idx="2">
                  <c:v>95.4939313729604</c:v>
                </c:pt>
                <c:pt idx="3">
                  <c:v>95.5355708052715</c:v>
                </c:pt>
                <c:pt idx="4">
                  <c:v>95.9374207630754</c:v>
                </c:pt>
                <c:pt idx="5">
                  <c:v>96.2089203670621</c:v>
                </c:pt>
                <c:pt idx="6">
                  <c:v>96.1751721302668</c:v>
                </c:pt>
                <c:pt idx="7">
                  <c:v>96.2447319179773</c:v>
                </c:pt>
                <c:pt idx="8">
                  <c:v>96.3762179886301</c:v>
                </c:pt>
                <c:pt idx="9">
                  <c:v>96.3932126884659</c:v>
                </c:pt>
                <c:pt idx="10">
                  <c:v>96.4243278900782</c:v>
                </c:pt>
                <c:pt idx="11">
                  <c:v>96.540511722366</c:v>
                </c:pt>
                <c:pt idx="12">
                  <c:v>96.5546719978253</c:v>
                </c:pt>
                <c:pt idx="13">
                  <c:v>96.612548045814</c:v>
                </c:pt>
                <c:pt idx="14">
                  <c:v>96.6282807663083</c:v>
                </c:pt>
                <c:pt idx="15">
                  <c:v>96.6924647986889</c:v>
                </c:pt>
                <c:pt idx="16">
                  <c:v>96.7151938999693</c:v>
                </c:pt>
                <c:pt idx="17">
                  <c:v>96.7424203207095</c:v>
                </c:pt>
                <c:pt idx="18">
                  <c:v>96.7387917886178</c:v>
                </c:pt>
                <c:pt idx="19">
                  <c:v>96.7132009690007</c:v>
                </c:pt>
                <c:pt idx="20">
                  <c:v>96.7485825220744</c:v>
                </c:pt>
                <c:pt idx="21">
                  <c:v>96.7516353105505</c:v>
                </c:pt>
                <c:pt idx="22">
                  <c:v>96.7625115439296</c:v>
                </c:pt>
                <c:pt idx="23">
                  <c:v>96.7926861221592</c:v>
                </c:pt>
                <c:pt idx="24">
                  <c:v>96.8147598331173</c:v>
                </c:pt>
                <c:pt idx="25">
                  <c:v>96.8613133455316</c:v>
                </c:pt>
                <c:pt idx="26">
                  <c:v>96.8505959088604</c:v>
                </c:pt>
                <c:pt idx="27">
                  <c:v>96.8422723437349</c:v>
                </c:pt>
                <c:pt idx="28">
                  <c:v>96.8440170710286</c:v>
                </c:pt>
                <c:pt idx="29">
                  <c:v>96.856160312891</c:v>
                </c:pt>
                <c:pt idx="30">
                  <c:v>96.8665212516983</c:v>
                </c:pt>
              </c:numCache>
            </c:numRef>
          </c:yVal>
          <c:smooth val="0"/>
        </c:ser>
        <c:ser>
          <c:idx val="1"/>
          <c:order val="1"/>
          <c:tx>
            <c:v>2718</c:v>
          </c:tx>
          <c:spPr>
            <a:ln xmlns:a="http://schemas.openxmlformats.org/drawingml/2006/main" w="19050">
              <a:solidFill>
                <a:srgbClr val="E9B7A9"/>
              </a:solidFill>
            </a:ln>
          </c:spPr>
          <c:marker>
            <c:symbol val="none"/>
          </c:marker>
          <c:xVal>
            <c:numRef>
              <c:f>'Chart Data'!$C$2:$C$32</c:f>
              <c:numCache>
                <c:formatCode>General</c:formatCode>
                <c:ptCount val="31"/>
                <c:pt idx="0">
                  <c:v>0</c:v>
                </c:pt>
                <c:pt idx="1">
                  <c:v>100</c:v>
                </c:pt>
                <c:pt idx="2">
                  <c:v>200</c:v>
                </c:pt>
                <c:pt idx="3">
                  <c:v>300</c:v>
                </c:pt>
                <c:pt idx="4">
                  <c:v>400</c:v>
                </c:pt>
                <c:pt idx="5">
                  <c:v>500</c:v>
                </c:pt>
                <c:pt idx="6">
                  <c:v>600</c:v>
                </c:pt>
                <c:pt idx="7">
                  <c:v>700</c:v>
                </c:pt>
                <c:pt idx="8">
                  <c:v>800</c:v>
                </c:pt>
                <c:pt idx="9">
                  <c:v>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pt idx="24">
                  <c:v>2400</c:v>
                </c:pt>
                <c:pt idx="25">
                  <c:v>2500</c:v>
                </c:pt>
                <c:pt idx="26">
                  <c:v>2600</c:v>
                </c:pt>
                <c:pt idx="27">
                  <c:v>2700</c:v>
                </c:pt>
                <c:pt idx="28">
                  <c:v>2800</c:v>
                </c:pt>
                <c:pt idx="29">
                  <c:v>2900</c:v>
                </c:pt>
                <c:pt idx="30">
                  <c:v>3000</c:v>
                </c:pt>
              </c:numCache>
            </c:numRef>
          </c:xVal>
          <c:yVal>
            <c:numRef>
              <c:f>'Chart Data'!$D$2:$D$32</c:f>
              <c:numCache>
                <c:formatCode>0.0</c:formatCode>
                <c:ptCount val="31"/>
                <c:pt idx="0">
                  <c:v>93.1390220671892</c:v>
                </c:pt>
                <c:pt idx="1">
                  <c:v>93.6047893141707</c:v>
                </c:pt>
                <c:pt idx="2">
                  <c:v>95.8215906967719</c:v>
                </c:pt>
                <c:pt idx="3">
                  <c:v>95.929893180728</c:v>
                </c:pt>
                <c:pt idx="4">
                  <c:v>96.1562756697337</c:v>
                </c:pt>
                <c:pt idx="5">
                  <c:v>96.2603931128979</c:v>
                </c:pt>
                <c:pt idx="6">
                  <c:v>96.3201534748077</c:v>
                </c:pt>
                <c:pt idx="7">
                  <c:v>96.3814384986957</c:v>
                </c:pt>
                <c:pt idx="8">
                  <c:v>96.4556152249376</c:v>
                </c:pt>
                <c:pt idx="9">
                  <c:v>96.5032285203536</c:v>
                </c:pt>
                <c:pt idx="10">
                  <c:v>96.5168553094069</c:v>
                </c:pt>
                <c:pt idx="11">
                  <c:v>96.53800966839</c:v>
                </c:pt>
                <c:pt idx="12">
                  <c:v>96.5917253618439</c:v>
                </c:pt>
                <c:pt idx="13">
                  <c:v>96.5905378013849</c:v>
                </c:pt>
                <c:pt idx="14">
                  <c:v>96.7138123636444</c:v>
                </c:pt>
                <c:pt idx="15">
                  <c:v>96.6552288954457</c:v>
                </c:pt>
                <c:pt idx="16">
                  <c:v>96.7503264298042</c:v>
                </c:pt>
                <c:pt idx="17">
                  <c:v>96.7617040127516</c:v>
                </c:pt>
                <c:pt idx="18">
                  <c:v>96.7700998360912</c:v>
                </c:pt>
                <c:pt idx="19">
                  <c:v>96.7602886011203</c:v>
                </c:pt>
                <c:pt idx="20">
                  <c:v>96.7173834269245</c:v>
                </c:pt>
                <c:pt idx="21">
                  <c:v>96.758099483947</c:v>
                </c:pt>
                <c:pt idx="22">
                  <c:v>96.79684749494</c:v>
                </c:pt>
                <c:pt idx="23">
                  <c:v>96.8264152730505</c:v>
                </c:pt>
                <c:pt idx="24">
                  <c:v>96.8213106816014</c:v>
                </c:pt>
                <c:pt idx="25">
                  <c:v>96.8185997381806</c:v>
                </c:pt>
                <c:pt idx="26">
                  <c:v>96.8738898386558</c:v>
                </c:pt>
                <c:pt idx="27">
                  <c:v>96.8434273079038</c:v>
                </c:pt>
                <c:pt idx="28">
                  <c:v>96.8771647165219</c:v>
                </c:pt>
                <c:pt idx="29">
                  <c:v>96.8513753140966</c:v>
                </c:pt>
                <c:pt idx="30">
                  <c:v>96.8566746761402</c:v>
                </c:pt>
              </c:numCache>
            </c:numRef>
          </c:yVal>
          <c:smooth val="0"/>
        </c:ser>
        <c:ser>
          <c:idx val="2"/>
          <c:order val="2"/>
          <c:tx>
            <c:v>3141</c:v>
          </c:tx>
          <c:spPr>
            <a:ln xmlns:a="http://schemas.openxmlformats.org/drawingml/2006/main" w="19050">
              <a:solidFill>
                <a:srgbClr val="A5B4D1"/>
              </a:solidFill>
            </a:ln>
          </c:spPr>
          <c:marker>
            <c:symbol val="none"/>
          </c:marker>
          <c:xVal>
            <c:numRef>
              <c:f>'Chart Data'!$E$2:$E$32</c:f>
              <c:numCache>
                <c:formatCode>General</c:formatCode>
                <c:ptCount val="31"/>
                <c:pt idx="0">
                  <c:v>0</c:v>
                </c:pt>
                <c:pt idx="1">
                  <c:v>100</c:v>
                </c:pt>
                <c:pt idx="2">
                  <c:v>200</c:v>
                </c:pt>
                <c:pt idx="3">
                  <c:v>300</c:v>
                </c:pt>
                <c:pt idx="4">
                  <c:v>400</c:v>
                </c:pt>
                <c:pt idx="5">
                  <c:v>500</c:v>
                </c:pt>
                <c:pt idx="6">
                  <c:v>600</c:v>
                </c:pt>
                <c:pt idx="7">
                  <c:v>700</c:v>
                </c:pt>
                <c:pt idx="8">
                  <c:v>800</c:v>
                </c:pt>
                <c:pt idx="9">
                  <c:v>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pt idx="24">
                  <c:v>2400</c:v>
                </c:pt>
                <c:pt idx="25">
                  <c:v>2500</c:v>
                </c:pt>
                <c:pt idx="26">
                  <c:v>2600</c:v>
                </c:pt>
                <c:pt idx="27">
                  <c:v>2700</c:v>
                </c:pt>
                <c:pt idx="28">
                  <c:v>2800</c:v>
                </c:pt>
                <c:pt idx="29">
                  <c:v>2900</c:v>
                </c:pt>
                <c:pt idx="30">
                  <c:v>3000</c:v>
                </c:pt>
              </c:numCache>
            </c:numRef>
          </c:xVal>
          <c:yVal>
            <c:numRef>
              <c:f>'Chart Data'!$F$2:$F$32</c:f>
              <c:numCache>
                <c:formatCode>0.0</c:formatCode>
                <c:ptCount val="31"/>
                <c:pt idx="0">
                  <c:v>93.19075619181</c:v>
                </c:pt>
                <c:pt idx="1">
                  <c:v>95.0083321208755</c:v>
                </c:pt>
                <c:pt idx="2">
                  <c:v>95.6039548789461</c:v>
                </c:pt>
                <c:pt idx="3">
                  <c:v>96.1514803518852</c:v>
                </c:pt>
                <c:pt idx="4">
                  <c:v>96.4681611085931</c:v>
                </c:pt>
                <c:pt idx="5">
                  <c:v>96.4419008543094</c:v>
                </c:pt>
                <c:pt idx="6">
                  <c:v>96.4959702889125</c:v>
                </c:pt>
                <c:pt idx="7">
                  <c:v>96.539646225671</c:v>
                </c:pt>
                <c:pt idx="8">
                  <c:v>96.6222441693147</c:v>
                </c:pt>
                <c:pt idx="9">
                  <c:v>96.6573356216152</c:v>
                </c:pt>
                <c:pt idx="10">
                  <c:v>96.8097058062752</c:v>
                </c:pt>
                <c:pt idx="11">
                  <c:v>96.8385883296529</c:v>
                </c:pt>
                <c:pt idx="12">
                  <c:v>96.8939214323958</c:v>
                </c:pt>
                <c:pt idx="13">
                  <c:v>96.8833311398824</c:v>
                </c:pt>
                <c:pt idx="14">
                  <c:v>96.9301821912328</c:v>
                </c:pt>
                <c:pt idx="15">
                  <c:v>97.0284168173869</c:v>
                </c:pt>
                <c:pt idx="16">
                  <c:v>97.0769054690997</c:v>
                </c:pt>
                <c:pt idx="17">
                  <c:v>97.0632612705231</c:v>
                </c:pt>
                <c:pt idx="18">
                  <c:v>97.0936966935794</c:v>
                </c:pt>
                <c:pt idx="19">
                  <c:v>97.1280950804551</c:v>
                </c:pt>
                <c:pt idx="20">
                  <c:v>97.1023661146561</c:v>
                </c:pt>
                <c:pt idx="21">
                  <c:v>97.0768386870623</c:v>
                </c:pt>
                <c:pt idx="22">
                  <c:v>97.0910867055257</c:v>
                </c:pt>
                <c:pt idx="23">
                  <c:v>97.1377275759975</c:v>
                </c:pt>
                <c:pt idx="24">
                  <c:v>97.1067448457082</c:v>
                </c:pt>
                <c:pt idx="25">
                  <c:v>97.1085329974691</c:v>
                </c:pt>
                <c:pt idx="26">
                  <c:v>97.0800592005253</c:v>
                </c:pt>
                <c:pt idx="27">
                  <c:v>97.1279721582929</c:v>
                </c:pt>
                <c:pt idx="28">
                  <c:v>97.1183964113394</c:v>
                </c:pt>
                <c:pt idx="29">
                  <c:v>97.104841483136</c:v>
                </c:pt>
                <c:pt idx="30">
                  <c:v>97.0901548117399</c:v>
                </c:pt>
              </c:numCache>
            </c:numRef>
          </c:yVal>
          <c:smooth val="0"/>
        </c:ser>
        <c:ser>
          <c:idx val="3"/>
          <c:order val="3"/>
          <c:tx>
            <c:v>5772</c:v>
          </c:tx>
          <c:spPr>
            <a:ln xmlns:a="http://schemas.openxmlformats.org/drawingml/2006/main" w="19050">
              <a:solidFill>
                <a:srgbClr val="BEB0C9"/>
              </a:solidFill>
            </a:ln>
          </c:spPr>
          <c:marker>
            <c:symbol val="none"/>
          </c:marker>
          <c:xVal>
            <c:numRef>
              <c:f>'Chart Data'!$G$2:$G$32</c:f>
              <c:numCache>
                <c:formatCode>General</c:formatCode>
                <c:ptCount val="31"/>
                <c:pt idx="0">
                  <c:v>0</c:v>
                </c:pt>
                <c:pt idx="1">
                  <c:v>100</c:v>
                </c:pt>
                <c:pt idx="2">
                  <c:v>200</c:v>
                </c:pt>
                <c:pt idx="3">
                  <c:v>300</c:v>
                </c:pt>
                <c:pt idx="4">
                  <c:v>400</c:v>
                </c:pt>
                <c:pt idx="5">
                  <c:v>500</c:v>
                </c:pt>
                <c:pt idx="6">
                  <c:v>600</c:v>
                </c:pt>
                <c:pt idx="7">
                  <c:v>700</c:v>
                </c:pt>
                <c:pt idx="8">
                  <c:v>800</c:v>
                </c:pt>
                <c:pt idx="9">
                  <c:v>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pt idx="24">
                  <c:v>2400</c:v>
                </c:pt>
                <c:pt idx="25">
                  <c:v>2500</c:v>
                </c:pt>
                <c:pt idx="26">
                  <c:v>2600</c:v>
                </c:pt>
                <c:pt idx="27">
                  <c:v>2700</c:v>
                </c:pt>
                <c:pt idx="28">
                  <c:v>2800</c:v>
                </c:pt>
                <c:pt idx="29">
                  <c:v>2900</c:v>
                </c:pt>
                <c:pt idx="30">
                  <c:v>3000</c:v>
                </c:pt>
              </c:numCache>
            </c:numRef>
          </c:xVal>
          <c:yVal>
            <c:numRef>
              <c:f>'Chart Data'!$H$2:$H$32</c:f>
              <c:numCache>
                <c:formatCode>0.0</c:formatCode>
                <c:ptCount val="31"/>
                <c:pt idx="0">
                  <c:v>93.0936353156964</c:v>
                </c:pt>
                <c:pt idx="1">
                  <c:v>93.8234471033017</c:v>
                </c:pt>
                <c:pt idx="2">
                  <c:v>95.344030285875</c:v>
                </c:pt>
                <c:pt idx="3">
                  <c:v>96.1395528415839</c:v>
                </c:pt>
                <c:pt idx="4">
                  <c:v>96.3607510427634</c:v>
                </c:pt>
                <c:pt idx="5">
                  <c:v>96.408107218643</c:v>
                </c:pt>
                <c:pt idx="6">
                  <c:v>96.5937133630117</c:v>
                </c:pt>
                <c:pt idx="7">
                  <c:v>96.5862485269705</c:v>
                </c:pt>
                <c:pt idx="8">
                  <c:v>96.6736964508891</c:v>
                </c:pt>
                <c:pt idx="9">
                  <c:v>96.7072389274836</c:v>
                </c:pt>
                <c:pt idx="10">
                  <c:v>96.809890853862</c:v>
                </c:pt>
                <c:pt idx="11">
                  <c:v>96.8062949428956</c:v>
                </c:pt>
                <c:pt idx="12">
                  <c:v>96.8601033960779</c:v>
                </c:pt>
                <c:pt idx="13">
                  <c:v>96.9505779569348</c:v>
                </c:pt>
                <c:pt idx="14">
                  <c:v>96.9552764172355</c:v>
                </c:pt>
                <c:pt idx="15">
                  <c:v>96.9239111617208</c:v>
                </c:pt>
                <c:pt idx="16">
                  <c:v>96.9423430164655</c:v>
                </c:pt>
                <c:pt idx="17">
                  <c:v>97.0140981053313</c:v>
                </c:pt>
                <c:pt idx="18">
                  <c:v>97.0120211814841</c:v>
                </c:pt>
                <c:pt idx="19">
                  <c:v>96.9835752993822</c:v>
                </c:pt>
                <c:pt idx="20">
                  <c:v>97.0303773880005</c:v>
                </c:pt>
                <c:pt idx="21">
                  <c:v>97.0113246267041</c:v>
                </c:pt>
                <c:pt idx="22">
                  <c:v>97.0487702762087</c:v>
                </c:pt>
                <c:pt idx="23">
                  <c:v>97.0165000483394</c:v>
                </c:pt>
                <c:pt idx="24">
                  <c:v>97.0102942238251</c:v>
                </c:pt>
                <c:pt idx="25">
                  <c:v>97.0422523965438</c:v>
                </c:pt>
                <c:pt idx="26">
                  <c:v>97.0254006733497</c:v>
                </c:pt>
                <c:pt idx="27">
                  <c:v>97.0456248521805</c:v>
                </c:pt>
                <c:pt idx="28">
                  <c:v>97.048554631571</c:v>
                </c:pt>
                <c:pt idx="29">
                  <c:v>97.0408184081316</c:v>
                </c:pt>
                <c:pt idx="30">
                  <c:v>97.0603092884024</c:v>
                </c:pt>
              </c:numCache>
            </c:numRef>
          </c:yVal>
          <c:smooth val="0"/>
        </c:ser>
        <c:ser>
          <c:idx val="4"/>
          <c:order val="4"/>
          <c:tx>
            <c:v>8111</c:v>
          </c:tx>
          <c:spPr>
            <a:ln xmlns:a="http://schemas.openxmlformats.org/drawingml/2006/main" w="19050">
              <a:solidFill>
                <a:srgbClr val="CCBB8F"/>
              </a:solidFill>
            </a:ln>
          </c:spPr>
          <c:marker>
            <c:symbol val="none"/>
          </c:marker>
          <c:xVal>
            <c:numRef>
              <c:f>'Chart Data'!$I$2:$I$32</c:f>
              <c:numCache>
                <c:formatCode>General</c:formatCode>
                <c:ptCount val="31"/>
                <c:pt idx="0">
                  <c:v>0</c:v>
                </c:pt>
                <c:pt idx="1">
                  <c:v>100</c:v>
                </c:pt>
                <c:pt idx="2">
                  <c:v>200</c:v>
                </c:pt>
                <c:pt idx="3">
                  <c:v>300</c:v>
                </c:pt>
                <c:pt idx="4">
                  <c:v>400</c:v>
                </c:pt>
                <c:pt idx="5">
                  <c:v>500</c:v>
                </c:pt>
                <c:pt idx="6">
                  <c:v>600</c:v>
                </c:pt>
                <c:pt idx="7">
                  <c:v>700</c:v>
                </c:pt>
                <c:pt idx="8">
                  <c:v>800</c:v>
                </c:pt>
                <c:pt idx="9">
                  <c:v>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pt idx="24">
                  <c:v>2400</c:v>
                </c:pt>
                <c:pt idx="25">
                  <c:v>2500</c:v>
                </c:pt>
                <c:pt idx="26">
                  <c:v>2600</c:v>
                </c:pt>
                <c:pt idx="27">
                  <c:v>2700</c:v>
                </c:pt>
                <c:pt idx="28">
                  <c:v>2800</c:v>
                </c:pt>
                <c:pt idx="29">
                  <c:v>2900</c:v>
                </c:pt>
                <c:pt idx="30">
                  <c:v>3000</c:v>
                </c:pt>
              </c:numCache>
            </c:numRef>
          </c:xVal>
          <c:yVal>
            <c:numRef>
              <c:f>'Chart Data'!$J$2:$J$32</c:f>
              <c:numCache>
                <c:formatCode>0.0</c:formatCode>
                <c:ptCount val="31"/>
                <c:pt idx="0">
                  <c:v>93.0991579964757</c:v>
                </c:pt>
                <c:pt idx="1">
                  <c:v>94.8072532440225</c:v>
                </c:pt>
                <c:pt idx="2">
                  <c:v>95.7453572874268</c:v>
                </c:pt>
                <c:pt idx="3">
                  <c:v>96.257285674413</c:v>
                </c:pt>
                <c:pt idx="4">
                  <c:v>96.4476334427794</c:v>
                </c:pt>
                <c:pt idx="5">
                  <c:v>96.4725348974268</c:v>
                </c:pt>
                <c:pt idx="6">
                  <c:v>96.5041455378135</c:v>
                </c:pt>
                <c:pt idx="7">
                  <c:v>96.6120072702567</c:v>
                </c:pt>
                <c:pt idx="8">
                  <c:v>96.7273993045092</c:v>
                </c:pt>
                <c:pt idx="9">
                  <c:v>96.8496939415733</c:v>
                </c:pt>
                <c:pt idx="10">
                  <c:v>96.9041328877211</c:v>
                </c:pt>
                <c:pt idx="11">
                  <c:v>96.9533999636769</c:v>
                </c:pt>
                <c:pt idx="12">
                  <c:v>96.9911271085342</c:v>
                </c:pt>
                <c:pt idx="13">
                  <c:v>96.9919832423329</c:v>
                </c:pt>
                <c:pt idx="14">
                  <c:v>97.0170952379704</c:v>
                </c:pt>
                <c:pt idx="15">
                  <c:v>96.9710460677743</c:v>
                </c:pt>
                <c:pt idx="16">
                  <c:v>97.0351530984044</c:v>
                </c:pt>
                <c:pt idx="17">
                  <c:v>97.0372980336348</c:v>
                </c:pt>
                <c:pt idx="18">
                  <c:v>97.0669506490231</c:v>
                </c:pt>
                <c:pt idx="19">
                  <c:v>97.027206607163</c:v>
                </c:pt>
                <c:pt idx="20">
                  <c:v>97.0564633980393</c:v>
                </c:pt>
                <c:pt idx="21">
                  <c:v>97.0842335000634</c:v>
                </c:pt>
                <c:pt idx="22">
                  <c:v>97.0889532317718</c:v>
                </c:pt>
                <c:pt idx="23">
                  <c:v>97.0924719423056</c:v>
                </c:pt>
                <c:pt idx="24">
                  <c:v>97.1041027953227</c:v>
                </c:pt>
                <c:pt idx="25">
                  <c:v>97.1412116785844</c:v>
                </c:pt>
                <c:pt idx="26">
                  <c:v>97.1030322834849</c:v>
                </c:pt>
                <c:pt idx="27">
                  <c:v>97.121103828152</c:v>
                </c:pt>
                <c:pt idx="28">
                  <c:v>97.0868209873637</c:v>
                </c:pt>
                <c:pt idx="29">
                  <c:v>97.1274468799432</c:v>
                </c:pt>
                <c:pt idx="30">
                  <c:v>97.1073371668657</c:v>
                </c:pt>
              </c:numCache>
            </c:numRef>
          </c:yVal>
          <c:smooth val="0"/>
        </c:ser>
        <c:dLbls>
          <c:txPr>
            <a:bodyPr xmlns:a="http://schemas.openxmlformats.org/drawingml/2006/main" anchorCtr="1"/>
            <a:lstStyle xmlns:a="http://schemas.openxmlformats.org/drawingml/2006/main"/>
            <a:p xmlns:a="http://schemas.openxmlformats.org/drawingml/2006/main">
              <a:pPr>
                <a:defRPr>
                  <a:latin typeface="Atkinson Hyperlegible"/>
                  <a:ea typeface="Atkinson Hyperlegible"/>
                  <a:cs typeface="Atkinson Hyperlegible"/>
                </a:defRPr>
              </a:pPr>
            </a:p>
          </c:txPr>
          <c:showLegendKey val="0"/>
          <c:showVal val="0"/>
          <c:showCatName val="0"/>
          <c:showSerName val="0"/>
          <c:showPercent val="0"/>
          <c:showBubbleSize val="0"/>
          <c:showLeaderLines val="0"/>
        </c:dLbls>
        <c:axId val="48650112"/>
        <c:axId val="48672768"/>
      </c:scatterChart>
      <c:valAx>
        <c:axId val="48672768"/>
        <c:scaling>
          <c:orientation val="minMax"/>
          <c:max val="98"/>
          <c:min val="92"/>
        </c:scaling>
        <c:delete val="0"/>
        <c:axPos val="l"/>
        <c:majorGridlines>
          <c:spPr>
            <a:ln xmlns:a="http://schemas.openxmlformats.org/drawingml/2006/main" w="6668">
              <a:solidFill>
                <a:srgbClr val="D8E5DF"/>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crossAx val="48650112"/>
      </c:valAx>
      <c:valAx>
        <c:axId val="48650112"/>
        <c:scaling>
          <c:orientation val="minMax"/>
          <c:max val="3000"/>
          <c:min val="0"/>
        </c:scaling>
        <c:delete val="0"/>
        <c:axPos val="b"/>
        <c:title>
          <c:tx>
            <c:rich>
              <a:bodyPr xmlns:a="http://schemas.openxmlformats.org/drawingml/2006/main"/>
              <a:lstStyle xmlns:a="http://schemas.openxmlformats.org/drawingml/2006/main"/>
              <a:p xmlns:a="http://schemas.openxmlformats.org/drawingml/2006/main">
                <a:r>
                  <a:rPr sz="1200">
                    <a:solidFill>
                      <a:srgbClr val="58787A"/>
                    </a:solidFill>
                    <a:latin typeface="Atkinson Hyperlegible"/>
                    <a:ea typeface="Atkinson Hyperlegible"/>
                    <a:cs typeface="Atkinson Hyperlegible"/>
                  </a:rPr>
                  <a:t>PPO iteration</a:t>
                </a:r>
              </a:p>
            </c:rich>
          </c:tx>
          <c:overlay val="0"/>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title>
        <c:numFmt formatCode="0"/>
        <c:majorTickMark val="none"/>
        <c:minorTickMark val="none"/>
        <c:tickLblPos val="low"/>
        <c:spPr>
          <a:ln xmlns:a="http://schemas.openxmlformats.org/drawingml/2006/main" w="9525">
            <a:solidFill>
              <a:srgbClr val="D8E5DF"/>
            </a:solidFill>
          </a:ln>
        </c:spPr>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crossAx val="48672768"/>
        <c:majorUnit val="1000"/>
      </c:valAx>
      <c:spPr>
        <a:solidFill xmlns:a="http://schemas.openxmlformats.org/drawingml/2006/main">
          <a:srgbClr val="F5F8F5"/>
        </a:solidFill>
        <a:ln xmlns:a="http://schemas.openxmlformats.org/drawingml/2006/main" w="0">
          <a:noFill/>
        </a:ln>
      </c:spPr>
    </c:plotArea>
    <c:plotVisOnly val="1"/>
  </c:chart>
  <c:spPr>
    <a:solidFill xmlns:a="http://schemas.openxmlformats.org/drawingml/2006/main">
      <a:srgbClr val="F5F8F5"/>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73F43"/>
                </a:solidFill>
                <a:latin typeface="Atkinson Hyperlegible"/>
                <a:ea typeface="Atkinson Hyperlegible"/>
                <a:cs typeface="Atkinson Hyperlegible"/>
              </a:rPr>
              <a:t>Utilization (%)</a:t>
            </a:r>
          </a:p>
        </c:rich>
      </c:tx>
      <c:overlay val="0"/>
      <c:txPr>
        <a:bodyPr xmlns:a="http://schemas.openxmlformats.org/drawingml/2006/main" anchorCtr="1"/>
        <a:lstStyle xmlns:a="http://schemas.openxmlformats.org/drawingml/2006/main"/>
        <a:p xmlns:a="http://schemas.openxmlformats.org/drawingml/2006/main">
          <a:pPr>
            <a:defRPr sz="1650" b="1">
              <a:solidFill>
                <a:srgbClr val="173F43"/>
              </a:solidFill>
              <a:latin typeface="Atkinson Hyperlegible"/>
              <a:ea typeface="Atkinson Hyperlegible"/>
              <a:cs typeface="Atkinson Hyperlegible"/>
            </a:defRPr>
          </a:pPr>
        </a:p>
      </c:txPr>
    </c:title>
    <c:plotArea>
      <c:scatterChart>
        <c:scatterStyle val="line"/>
        <c:varyColors val="0"/>
        <c:ser>
          <c:idx val="0"/>
          <c:order val="0"/>
          <c:tx>
            <c:v>1729</c:v>
          </c:tx>
          <c:spPr>
            <a:ln xmlns:a="http://schemas.openxmlformats.org/drawingml/2006/main" w="19050">
              <a:solidFill>
                <a:srgbClr val="7DB8B2"/>
              </a:solidFill>
            </a:ln>
          </c:spPr>
          <c:marker>
            <c:symbol val="none"/>
          </c:marker>
          <c:xVal>
            <c:numRef>
              <c:f>'Chart Data'!$A$2:$A$32</c:f>
              <c:numCache>
                <c:formatCode>General</c:formatCode>
                <c:ptCount val="31"/>
                <c:pt idx="0">
                  <c:v>0</c:v>
                </c:pt>
                <c:pt idx="1">
                  <c:v>100</c:v>
                </c:pt>
                <c:pt idx="2">
                  <c:v>200</c:v>
                </c:pt>
                <c:pt idx="3">
                  <c:v>300</c:v>
                </c:pt>
                <c:pt idx="4">
                  <c:v>400</c:v>
                </c:pt>
                <c:pt idx="5">
                  <c:v>500</c:v>
                </c:pt>
                <c:pt idx="6">
                  <c:v>600</c:v>
                </c:pt>
                <c:pt idx="7">
                  <c:v>700</c:v>
                </c:pt>
                <c:pt idx="8">
                  <c:v>800</c:v>
                </c:pt>
                <c:pt idx="9">
                  <c:v>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pt idx="24">
                  <c:v>2400</c:v>
                </c:pt>
                <c:pt idx="25">
                  <c:v>2500</c:v>
                </c:pt>
                <c:pt idx="26">
                  <c:v>2600</c:v>
                </c:pt>
                <c:pt idx="27">
                  <c:v>2700</c:v>
                </c:pt>
                <c:pt idx="28">
                  <c:v>2800</c:v>
                </c:pt>
                <c:pt idx="29">
                  <c:v>2900</c:v>
                </c:pt>
                <c:pt idx="30">
                  <c:v>3000</c:v>
                </c:pt>
              </c:numCache>
            </c:numRef>
          </c:xVal>
          <c:yVal>
            <c:numRef>
              <c:f>'Chart Data'!$B$2:$B$32</c:f>
              <c:numCache>
                <c:formatCode>0.0</c:formatCode>
                <c:ptCount val="31"/>
                <c:pt idx="0">
                  <c:v>98.2304231201609</c:v>
                </c:pt>
                <c:pt idx="1">
                  <c:v>97.9051440705856</c:v>
                </c:pt>
                <c:pt idx="2">
                  <c:v>97.6091839000583</c:v>
                </c:pt>
                <c:pt idx="3">
                  <c:v>97.5192450359464</c:v>
                </c:pt>
                <c:pt idx="4">
                  <c:v>97.4671205505729</c:v>
                </c:pt>
                <c:pt idx="5">
                  <c:v>97.4402266616623</c:v>
                </c:pt>
                <c:pt idx="6">
                  <c:v>97.4573680510124</c:v>
                </c:pt>
                <c:pt idx="7">
                  <c:v>97.3966432983677</c:v>
                </c:pt>
                <c:pt idx="8">
                  <c:v>97.3167932902773</c:v>
                </c:pt>
                <c:pt idx="9">
                  <c:v>97.3152792205413</c:v>
                </c:pt>
                <c:pt idx="10">
                  <c:v>97.3372052237391</c:v>
                </c:pt>
                <c:pt idx="11">
                  <c:v>97.2397091488043</c:v>
                </c:pt>
                <c:pt idx="12">
                  <c:v>97.2539628048738</c:v>
                </c:pt>
                <c:pt idx="13">
                  <c:v>97.2135479872425</c:v>
                </c:pt>
                <c:pt idx="14">
                  <c:v>97.2179027770956</c:v>
                </c:pt>
                <c:pt idx="15">
                  <c:v>97.184151224792</c:v>
                </c:pt>
                <c:pt idx="16">
                  <c:v>97.1684959158301</c:v>
                </c:pt>
                <c:pt idx="17">
                  <c:v>97.1389571577311</c:v>
                </c:pt>
                <c:pt idx="18">
                  <c:v>97.1442519997557</c:v>
                </c:pt>
                <c:pt idx="19">
                  <c:v>97.1667628362775</c:v>
                </c:pt>
                <c:pt idx="20">
                  <c:v>97.1373074998458</c:v>
                </c:pt>
                <c:pt idx="21">
                  <c:v>97.1577586606145</c:v>
                </c:pt>
                <c:pt idx="22">
                  <c:v>97.1512063220143</c:v>
                </c:pt>
                <c:pt idx="23">
                  <c:v>97.1402210121353</c:v>
                </c:pt>
                <c:pt idx="24">
                  <c:v>97.1050325160225</c:v>
                </c:pt>
                <c:pt idx="25">
                  <c:v>97.082991960148</c:v>
                </c:pt>
                <c:pt idx="26">
                  <c:v>97.1031091858943</c:v>
                </c:pt>
                <c:pt idx="27">
                  <c:v>97.1237622698148</c:v>
                </c:pt>
                <c:pt idx="28">
                  <c:v>97.1094540258249</c:v>
                </c:pt>
                <c:pt idx="29">
                  <c:v>97.1042013789217</c:v>
                </c:pt>
                <c:pt idx="30">
                  <c:v>97.1088148405154</c:v>
                </c:pt>
              </c:numCache>
            </c:numRef>
          </c:yVal>
          <c:smooth val="0"/>
        </c:ser>
        <c:ser>
          <c:idx val="1"/>
          <c:order val="1"/>
          <c:tx>
            <c:v>2718</c:v>
          </c:tx>
          <c:spPr>
            <a:ln xmlns:a="http://schemas.openxmlformats.org/drawingml/2006/main" w="19050">
              <a:solidFill>
                <a:srgbClr val="E9B7A9"/>
              </a:solidFill>
            </a:ln>
          </c:spPr>
          <c:marker>
            <c:symbol val="none"/>
          </c:marker>
          <c:xVal>
            <c:numRef>
              <c:f>'Chart Data'!$C$2:$C$32</c:f>
              <c:numCache>
                <c:formatCode>General</c:formatCode>
                <c:ptCount val="31"/>
                <c:pt idx="0">
                  <c:v>0</c:v>
                </c:pt>
                <c:pt idx="1">
                  <c:v>100</c:v>
                </c:pt>
                <c:pt idx="2">
                  <c:v>200</c:v>
                </c:pt>
                <c:pt idx="3">
                  <c:v>300</c:v>
                </c:pt>
                <c:pt idx="4">
                  <c:v>400</c:v>
                </c:pt>
                <c:pt idx="5">
                  <c:v>500</c:v>
                </c:pt>
                <c:pt idx="6">
                  <c:v>600</c:v>
                </c:pt>
                <c:pt idx="7">
                  <c:v>700</c:v>
                </c:pt>
                <c:pt idx="8">
                  <c:v>800</c:v>
                </c:pt>
                <c:pt idx="9">
                  <c:v>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pt idx="24">
                  <c:v>2400</c:v>
                </c:pt>
                <c:pt idx="25">
                  <c:v>2500</c:v>
                </c:pt>
                <c:pt idx="26">
                  <c:v>2600</c:v>
                </c:pt>
                <c:pt idx="27">
                  <c:v>2700</c:v>
                </c:pt>
                <c:pt idx="28">
                  <c:v>2800</c:v>
                </c:pt>
                <c:pt idx="29">
                  <c:v>2900</c:v>
                </c:pt>
                <c:pt idx="30">
                  <c:v>3000</c:v>
                </c:pt>
              </c:numCache>
            </c:numRef>
          </c:xVal>
          <c:yVal>
            <c:numRef>
              <c:f>'Chart Data'!$D$2:$D$32</c:f>
              <c:numCache>
                <c:formatCode>0.0</c:formatCode>
                <c:ptCount val="31"/>
                <c:pt idx="0">
                  <c:v>98.2487995922565</c:v>
                </c:pt>
                <c:pt idx="1">
                  <c:v>97.7483076105515</c:v>
                </c:pt>
                <c:pt idx="2">
                  <c:v>97.6027725761135</c:v>
                </c:pt>
                <c:pt idx="3">
                  <c:v>97.522812311848</c:v>
                </c:pt>
                <c:pt idx="4">
                  <c:v>97.3731739198168</c:v>
                </c:pt>
                <c:pt idx="5">
                  <c:v>97.3321378603578</c:v>
                </c:pt>
                <c:pt idx="6">
                  <c:v>97.257130642732</c:v>
                </c:pt>
                <c:pt idx="7">
                  <c:v>97.2874409332871</c:v>
                </c:pt>
                <c:pt idx="8">
                  <c:v>97.2891478737195</c:v>
                </c:pt>
                <c:pt idx="9">
                  <c:v>97.2631766895453</c:v>
                </c:pt>
                <c:pt idx="10">
                  <c:v>97.2613265241186</c:v>
                </c:pt>
                <c:pt idx="11">
                  <c:v>97.2609225536386</c:v>
                </c:pt>
                <c:pt idx="12">
                  <c:v>97.2465305154522</c:v>
                </c:pt>
                <c:pt idx="13">
                  <c:v>97.2217907756567</c:v>
                </c:pt>
                <c:pt idx="14">
                  <c:v>97.1593396862348</c:v>
                </c:pt>
                <c:pt idx="15">
                  <c:v>97.1908316016197</c:v>
                </c:pt>
                <c:pt idx="16">
                  <c:v>97.1746471524239</c:v>
                </c:pt>
                <c:pt idx="17">
                  <c:v>97.1364404012759</c:v>
                </c:pt>
                <c:pt idx="18">
                  <c:v>97.1076112240553</c:v>
                </c:pt>
                <c:pt idx="19">
                  <c:v>97.1101310228308</c:v>
                </c:pt>
                <c:pt idx="20">
                  <c:v>97.1497818206747</c:v>
                </c:pt>
                <c:pt idx="21">
                  <c:v>97.1236777678132</c:v>
                </c:pt>
                <c:pt idx="22">
                  <c:v>97.0979330688715</c:v>
                </c:pt>
                <c:pt idx="23">
                  <c:v>97.0992359767358</c:v>
                </c:pt>
                <c:pt idx="24">
                  <c:v>97.1470069885254</c:v>
                </c:pt>
                <c:pt idx="25">
                  <c:v>97.0990103110671</c:v>
                </c:pt>
                <c:pt idx="26">
                  <c:v>97.0519288008412</c:v>
                </c:pt>
                <c:pt idx="27">
                  <c:v>97.1117774148782</c:v>
                </c:pt>
                <c:pt idx="28">
                  <c:v>97.0781298230092</c:v>
                </c:pt>
                <c:pt idx="29">
                  <c:v>97.0959956447283</c:v>
                </c:pt>
                <c:pt idx="30">
                  <c:v>97.0868377263347</c:v>
                </c:pt>
              </c:numCache>
            </c:numRef>
          </c:yVal>
          <c:smooth val="0"/>
        </c:ser>
        <c:ser>
          <c:idx val="2"/>
          <c:order val="2"/>
          <c:tx>
            <c:v>3141</c:v>
          </c:tx>
          <c:spPr>
            <a:ln xmlns:a="http://schemas.openxmlformats.org/drawingml/2006/main" w="19050">
              <a:solidFill>
                <a:srgbClr val="A5B4D1"/>
              </a:solidFill>
            </a:ln>
          </c:spPr>
          <c:marker>
            <c:symbol val="none"/>
          </c:marker>
          <c:xVal>
            <c:numRef>
              <c:f>'Chart Data'!$E$2:$E$32</c:f>
              <c:numCache>
                <c:formatCode>General</c:formatCode>
                <c:ptCount val="31"/>
                <c:pt idx="0">
                  <c:v>0</c:v>
                </c:pt>
                <c:pt idx="1">
                  <c:v>100</c:v>
                </c:pt>
                <c:pt idx="2">
                  <c:v>200</c:v>
                </c:pt>
                <c:pt idx="3">
                  <c:v>300</c:v>
                </c:pt>
                <c:pt idx="4">
                  <c:v>400</c:v>
                </c:pt>
                <c:pt idx="5">
                  <c:v>500</c:v>
                </c:pt>
                <c:pt idx="6">
                  <c:v>600</c:v>
                </c:pt>
                <c:pt idx="7">
                  <c:v>700</c:v>
                </c:pt>
                <c:pt idx="8">
                  <c:v>800</c:v>
                </c:pt>
                <c:pt idx="9">
                  <c:v>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pt idx="24">
                  <c:v>2400</c:v>
                </c:pt>
                <c:pt idx="25">
                  <c:v>2500</c:v>
                </c:pt>
                <c:pt idx="26">
                  <c:v>2600</c:v>
                </c:pt>
                <c:pt idx="27">
                  <c:v>2700</c:v>
                </c:pt>
                <c:pt idx="28">
                  <c:v>2800</c:v>
                </c:pt>
                <c:pt idx="29">
                  <c:v>2900</c:v>
                </c:pt>
                <c:pt idx="30">
                  <c:v>3000</c:v>
                </c:pt>
              </c:numCache>
            </c:numRef>
          </c:xVal>
          <c:yVal>
            <c:numRef>
              <c:f>'Chart Data'!$F$2:$F$32</c:f>
              <c:numCache>
                <c:formatCode>0.0</c:formatCode>
                <c:ptCount val="31"/>
                <c:pt idx="0">
                  <c:v>98.2497475792964</c:v>
                </c:pt>
                <c:pt idx="1">
                  <c:v>97.8437305490176</c:v>
                </c:pt>
                <c:pt idx="2">
                  <c:v>97.5881744176149</c:v>
                </c:pt>
                <c:pt idx="3">
                  <c:v>97.3855249087016</c:v>
                </c:pt>
                <c:pt idx="4">
                  <c:v>97.322349374493</c:v>
                </c:pt>
                <c:pt idx="5">
                  <c:v>97.3113956302404</c:v>
                </c:pt>
                <c:pt idx="6">
                  <c:v>97.234171119829</c:v>
                </c:pt>
                <c:pt idx="7">
                  <c:v>97.2178890183568</c:v>
                </c:pt>
                <c:pt idx="8">
                  <c:v>97.1624988565842</c:v>
                </c:pt>
                <c:pt idx="9">
                  <c:v>97.1288434664408</c:v>
                </c:pt>
                <c:pt idx="10">
                  <c:v>97.0759185031056</c:v>
                </c:pt>
                <c:pt idx="11">
                  <c:v>97.0792511602243</c:v>
                </c:pt>
                <c:pt idx="12">
                  <c:v>97.0372171700001</c:v>
                </c:pt>
                <c:pt idx="13">
                  <c:v>97.1019932006796</c:v>
                </c:pt>
                <c:pt idx="14">
                  <c:v>97.0656430845459</c:v>
                </c:pt>
                <c:pt idx="15">
                  <c:v>96.9978217159708</c:v>
                </c:pt>
                <c:pt idx="16">
                  <c:v>96.9985548903545</c:v>
                </c:pt>
                <c:pt idx="17">
                  <c:v>97.0289800316095</c:v>
                </c:pt>
                <c:pt idx="18">
                  <c:v>97.0003482202689</c:v>
                </c:pt>
                <c:pt idx="19">
                  <c:v>97.0060229177276</c:v>
                </c:pt>
                <c:pt idx="20">
                  <c:v>97.0050571858883</c:v>
                </c:pt>
                <c:pt idx="21">
                  <c:v>97.0596969748537</c:v>
                </c:pt>
                <c:pt idx="22">
                  <c:v>97.0642829562227</c:v>
                </c:pt>
                <c:pt idx="23">
                  <c:v>96.9883892560999</c:v>
                </c:pt>
                <c:pt idx="24">
                  <c:v>97.0204394434889</c:v>
                </c:pt>
                <c:pt idx="25">
                  <c:v>97.0331460113327</c:v>
                </c:pt>
                <c:pt idx="26">
                  <c:v>97.053452009956</c:v>
                </c:pt>
                <c:pt idx="27">
                  <c:v>96.992193137606</c:v>
                </c:pt>
                <c:pt idx="28">
                  <c:v>97.0084143802524</c:v>
                </c:pt>
                <c:pt idx="29">
                  <c:v>97.0320447037617</c:v>
                </c:pt>
                <c:pt idx="30">
                  <c:v>97.0404674982031</c:v>
                </c:pt>
              </c:numCache>
            </c:numRef>
          </c:yVal>
          <c:smooth val="0"/>
        </c:ser>
        <c:ser>
          <c:idx val="3"/>
          <c:order val="3"/>
          <c:tx>
            <c:v>5772</c:v>
          </c:tx>
          <c:spPr>
            <a:ln xmlns:a="http://schemas.openxmlformats.org/drawingml/2006/main" w="19050">
              <a:solidFill>
                <a:srgbClr val="BEB0C9"/>
              </a:solidFill>
            </a:ln>
          </c:spPr>
          <c:marker>
            <c:symbol val="none"/>
          </c:marker>
          <c:xVal>
            <c:numRef>
              <c:f>'Chart Data'!$G$2:$G$32</c:f>
              <c:numCache>
                <c:formatCode>General</c:formatCode>
                <c:ptCount val="31"/>
                <c:pt idx="0">
                  <c:v>0</c:v>
                </c:pt>
                <c:pt idx="1">
                  <c:v>100</c:v>
                </c:pt>
                <c:pt idx="2">
                  <c:v>200</c:v>
                </c:pt>
                <c:pt idx="3">
                  <c:v>300</c:v>
                </c:pt>
                <c:pt idx="4">
                  <c:v>400</c:v>
                </c:pt>
                <c:pt idx="5">
                  <c:v>500</c:v>
                </c:pt>
                <c:pt idx="6">
                  <c:v>600</c:v>
                </c:pt>
                <c:pt idx="7">
                  <c:v>700</c:v>
                </c:pt>
                <c:pt idx="8">
                  <c:v>800</c:v>
                </c:pt>
                <c:pt idx="9">
                  <c:v>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pt idx="24">
                  <c:v>2400</c:v>
                </c:pt>
                <c:pt idx="25">
                  <c:v>2500</c:v>
                </c:pt>
                <c:pt idx="26">
                  <c:v>2600</c:v>
                </c:pt>
                <c:pt idx="27">
                  <c:v>2700</c:v>
                </c:pt>
                <c:pt idx="28">
                  <c:v>2800</c:v>
                </c:pt>
                <c:pt idx="29">
                  <c:v>2900</c:v>
                </c:pt>
                <c:pt idx="30">
                  <c:v>3000</c:v>
                </c:pt>
              </c:numCache>
            </c:numRef>
          </c:xVal>
          <c:yVal>
            <c:numRef>
              <c:f>'Chart Data'!$H$2:$H$32</c:f>
              <c:numCache>
                <c:formatCode>0.0</c:formatCode>
                <c:ptCount val="31"/>
                <c:pt idx="0">
                  <c:v>98.2334590951602</c:v>
                </c:pt>
                <c:pt idx="1">
                  <c:v>97.8390185783307</c:v>
                </c:pt>
                <c:pt idx="2">
                  <c:v>97.4927544097106</c:v>
                </c:pt>
                <c:pt idx="3">
                  <c:v>97.338797027866</c:v>
                </c:pt>
                <c:pt idx="4">
                  <c:v>97.2448663289348</c:v>
                </c:pt>
                <c:pt idx="5">
                  <c:v>97.2704567884405</c:v>
                </c:pt>
                <c:pt idx="6">
                  <c:v>97.2141736497482</c:v>
                </c:pt>
                <c:pt idx="7">
                  <c:v>97.2161187852422</c:v>
                </c:pt>
                <c:pt idx="8">
                  <c:v>97.176450068752</c:v>
                </c:pt>
                <c:pt idx="9">
                  <c:v>97.1652685105801</c:v>
                </c:pt>
                <c:pt idx="10">
                  <c:v>97.0949899653594</c:v>
                </c:pt>
                <c:pt idx="11">
                  <c:v>97.0607856536905</c:v>
                </c:pt>
                <c:pt idx="12">
                  <c:v>97.0511186495423</c:v>
                </c:pt>
                <c:pt idx="13">
                  <c:v>97.0168420672417</c:v>
                </c:pt>
                <c:pt idx="14">
                  <c:v>97.0499066263437</c:v>
                </c:pt>
                <c:pt idx="15">
                  <c:v>97.0306926965714</c:v>
                </c:pt>
                <c:pt idx="16">
                  <c:v>97.0416467140118</c:v>
                </c:pt>
                <c:pt idx="17">
                  <c:v>97.0195476214091</c:v>
                </c:pt>
                <c:pt idx="18">
                  <c:v>96.9994043683012</c:v>
                </c:pt>
                <c:pt idx="19">
                  <c:v>97.0425771797697</c:v>
                </c:pt>
                <c:pt idx="20">
                  <c:v>97.0011877144376</c:v>
                </c:pt>
                <c:pt idx="21">
                  <c:v>96.9958290333549</c:v>
                </c:pt>
                <c:pt idx="22">
                  <c:v>96.9918530931075</c:v>
                </c:pt>
                <c:pt idx="23">
                  <c:v>97.0142752553026</c:v>
                </c:pt>
                <c:pt idx="24">
                  <c:v>97.0335968832175</c:v>
                </c:pt>
                <c:pt idx="25">
                  <c:v>97.0048591246208</c:v>
                </c:pt>
                <c:pt idx="26">
                  <c:v>97.0127071191867</c:v>
                </c:pt>
                <c:pt idx="27">
                  <c:v>97.0186877871553</c:v>
                </c:pt>
                <c:pt idx="28">
                  <c:v>97.0234808946649</c:v>
                </c:pt>
                <c:pt idx="29">
                  <c:v>97.0189378038049</c:v>
                </c:pt>
                <c:pt idx="30">
                  <c:v>97.01387843738</c:v>
                </c:pt>
              </c:numCache>
            </c:numRef>
          </c:yVal>
          <c:smooth val="0"/>
        </c:ser>
        <c:ser>
          <c:idx val="4"/>
          <c:order val="4"/>
          <c:tx>
            <c:v>8111</c:v>
          </c:tx>
          <c:spPr>
            <a:ln xmlns:a="http://schemas.openxmlformats.org/drawingml/2006/main" w="19050">
              <a:solidFill>
                <a:srgbClr val="CCBB8F"/>
              </a:solidFill>
            </a:ln>
          </c:spPr>
          <c:marker>
            <c:symbol val="none"/>
          </c:marker>
          <c:xVal>
            <c:numRef>
              <c:f>'Chart Data'!$I$2:$I$32</c:f>
              <c:numCache>
                <c:formatCode>General</c:formatCode>
                <c:ptCount val="31"/>
                <c:pt idx="0">
                  <c:v>0</c:v>
                </c:pt>
                <c:pt idx="1">
                  <c:v>100</c:v>
                </c:pt>
                <c:pt idx="2">
                  <c:v>200</c:v>
                </c:pt>
                <c:pt idx="3">
                  <c:v>300</c:v>
                </c:pt>
                <c:pt idx="4">
                  <c:v>400</c:v>
                </c:pt>
                <c:pt idx="5">
                  <c:v>500</c:v>
                </c:pt>
                <c:pt idx="6">
                  <c:v>600</c:v>
                </c:pt>
                <c:pt idx="7">
                  <c:v>700</c:v>
                </c:pt>
                <c:pt idx="8">
                  <c:v>800</c:v>
                </c:pt>
                <c:pt idx="9">
                  <c:v>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pt idx="24">
                  <c:v>2400</c:v>
                </c:pt>
                <c:pt idx="25">
                  <c:v>2500</c:v>
                </c:pt>
                <c:pt idx="26">
                  <c:v>2600</c:v>
                </c:pt>
                <c:pt idx="27">
                  <c:v>2700</c:v>
                </c:pt>
                <c:pt idx="28">
                  <c:v>2800</c:v>
                </c:pt>
                <c:pt idx="29">
                  <c:v>2900</c:v>
                </c:pt>
                <c:pt idx="30">
                  <c:v>3000</c:v>
                </c:pt>
              </c:numCache>
            </c:numRef>
          </c:xVal>
          <c:yVal>
            <c:numRef>
              <c:f>'Chart Data'!$J$2:$J$32</c:f>
              <c:numCache>
                <c:formatCode>0.0</c:formatCode>
                <c:ptCount val="31"/>
                <c:pt idx="0">
                  <c:v>98.2365719601512</c:v>
                </c:pt>
                <c:pt idx="1">
                  <c:v>97.6277385652065</c:v>
                </c:pt>
                <c:pt idx="2">
                  <c:v>97.5624117006858</c:v>
                </c:pt>
                <c:pt idx="3">
                  <c:v>97.4205124254028</c:v>
                </c:pt>
                <c:pt idx="4">
                  <c:v>97.311189584434</c:v>
                </c:pt>
                <c:pt idx="5">
                  <c:v>97.2636446729302</c:v>
                </c:pt>
                <c:pt idx="6">
                  <c:v>97.1627363935113</c:v>
                </c:pt>
                <c:pt idx="7">
                  <c:v>97.1165503685673</c:v>
                </c:pt>
                <c:pt idx="8">
                  <c:v>97.1060820668936</c:v>
                </c:pt>
                <c:pt idx="9">
                  <c:v>97.0400137950977</c:v>
                </c:pt>
                <c:pt idx="10">
                  <c:v>97.0392720028758</c:v>
                </c:pt>
                <c:pt idx="11">
                  <c:v>97.0112141842643</c:v>
                </c:pt>
                <c:pt idx="12">
                  <c:v>96.9738087678949</c:v>
                </c:pt>
                <c:pt idx="13">
                  <c:v>96.9691577677926</c:v>
                </c:pt>
                <c:pt idx="14">
                  <c:v>96.9708227738738</c:v>
                </c:pt>
                <c:pt idx="15">
                  <c:v>96.9739568730195</c:v>
                </c:pt>
                <c:pt idx="16">
                  <c:v>96.9222104549408</c:v>
                </c:pt>
                <c:pt idx="17">
                  <c:v>96.9659728060166</c:v>
                </c:pt>
                <c:pt idx="18">
                  <c:v>96.9588438794017</c:v>
                </c:pt>
                <c:pt idx="19">
                  <c:v>96.9745433330536</c:v>
                </c:pt>
                <c:pt idx="20">
                  <c:v>96.931018953522</c:v>
                </c:pt>
                <c:pt idx="21">
                  <c:v>96.9359149908026</c:v>
                </c:pt>
                <c:pt idx="22">
                  <c:v>96.9391008839011</c:v>
                </c:pt>
                <c:pt idx="23">
                  <c:v>96.9394215444724</c:v>
                </c:pt>
                <c:pt idx="24">
                  <c:v>96.9662480552991</c:v>
                </c:pt>
                <c:pt idx="25">
                  <c:v>96.938465423882</c:v>
                </c:pt>
                <c:pt idx="26">
                  <c:v>96.950081003209</c:v>
                </c:pt>
                <c:pt idx="27">
                  <c:v>96.9592525189122</c:v>
                </c:pt>
                <c:pt idx="28">
                  <c:v>96.9439885268609</c:v>
                </c:pt>
                <c:pt idx="29">
                  <c:v>96.9363563756148</c:v>
                </c:pt>
                <c:pt idx="30">
                  <c:v>96.9573574264844</c:v>
                </c:pt>
              </c:numCache>
            </c:numRef>
          </c:yVal>
          <c:smooth val="0"/>
        </c:ser>
        <c:dLbls>
          <c:txPr>
            <a:bodyPr xmlns:a="http://schemas.openxmlformats.org/drawingml/2006/main" anchorCtr="1"/>
            <a:lstStyle xmlns:a="http://schemas.openxmlformats.org/drawingml/2006/main"/>
            <a:p xmlns:a="http://schemas.openxmlformats.org/drawingml/2006/main">
              <a:pPr>
                <a:defRPr>
                  <a:latin typeface="Atkinson Hyperlegible"/>
                  <a:ea typeface="Atkinson Hyperlegible"/>
                  <a:cs typeface="Atkinson Hyperlegible"/>
                </a:defRPr>
              </a:pPr>
            </a:p>
          </c:txPr>
          <c:showLegendKey val="0"/>
          <c:showVal val="0"/>
          <c:showCatName val="0"/>
          <c:showSerName val="0"/>
          <c:showPercent val="0"/>
          <c:showBubbleSize val="0"/>
          <c:showLeaderLines val="0"/>
        </c:dLbls>
        <c:axId val="48650112"/>
        <c:axId val="48672768"/>
      </c:scatterChart>
      <c:valAx>
        <c:axId val="48672768"/>
        <c:scaling>
          <c:orientation val="minMax"/>
          <c:max val="99"/>
          <c:min val="96.5"/>
        </c:scaling>
        <c:delete val="0"/>
        <c:axPos val="l"/>
        <c:majorGridlines>
          <c:spPr>
            <a:ln xmlns:a="http://schemas.openxmlformats.org/drawingml/2006/main" w="6668">
              <a:solidFill>
                <a:srgbClr val="D8E5DF"/>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crossAx val="48650112"/>
      </c:valAx>
      <c:valAx>
        <c:axId val="48650112"/>
        <c:scaling>
          <c:orientation val="minMax"/>
          <c:max val="3000"/>
          <c:min val="0"/>
        </c:scaling>
        <c:delete val="0"/>
        <c:axPos val="b"/>
        <c:title>
          <c:tx>
            <c:rich>
              <a:bodyPr xmlns:a="http://schemas.openxmlformats.org/drawingml/2006/main"/>
              <a:lstStyle xmlns:a="http://schemas.openxmlformats.org/drawingml/2006/main"/>
              <a:p xmlns:a="http://schemas.openxmlformats.org/drawingml/2006/main">
                <a:r>
                  <a:rPr sz="1200">
                    <a:solidFill>
                      <a:srgbClr val="58787A"/>
                    </a:solidFill>
                    <a:latin typeface="Atkinson Hyperlegible"/>
                    <a:ea typeface="Atkinson Hyperlegible"/>
                    <a:cs typeface="Atkinson Hyperlegible"/>
                  </a:rPr>
                  <a:t>PPO iteration</a:t>
                </a:r>
              </a:p>
            </c:rich>
          </c:tx>
          <c:overlay val="0"/>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title>
        <c:numFmt formatCode="0"/>
        <c:majorTickMark val="none"/>
        <c:minorTickMark val="none"/>
        <c:tickLblPos val="low"/>
        <c:spPr>
          <a:ln xmlns:a="http://schemas.openxmlformats.org/drawingml/2006/main" w="9525">
            <a:solidFill>
              <a:srgbClr val="D8E5DF"/>
            </a:solidFill>
          </a:ln>
        </c:spPr>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crossAx val="48672768"/>
        <c:majorUnit val="1000"/>
      </c:valAx>
      <c:spPr>
        <a:solidFill xmlns:a="http://schemas.openxmlformats.org/drawingml/2006/main">
          <a:srgbClr val="F5F8F5"/>
        </a:solidFill>
        <a:ln xmlns:a="http://schemas.openxmlformats.org/drawingml/2006/main" w="0">
          <a:noFill/>
        </a:ln>
      </c:spPr>
    </c:plotArea>
    <c:plotVisOnly val="1"/>
  </c:chart>
  <c:spPr>
    <a:solidFill xmlns:a="http://schemas.openxmlformats.org/drawingml/2006/main">
      <a:srgbClr val="F5F8F5"/>
    </a:solidFill>
    <a:ln xmlns:a="http://schemas.openxmlformats.org/drawingml/2006/main" w="0">
      <a:noFill/>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73F43"/>
                </a:solidFill>
                <a:latin typeface="Atkinson Hyperlegible"/>
                <a:ea typeface="Atkinson Hyperlegible"/>
                <a:cs typeface="Atkinson Hyperlegible"/>
              </a:rPr>
              <a:t>Rollout daily reward</a:t>
            </a:r>
          </a:p>
        </c:rich>
      </c:tx>
      <c:overlay val="0"/>
      <c:txPr>
        <a:bodyPr xmlns:a="http://schemas.openxmlformats.org/drawingml/2006/main" anchorCtr="1"/>
        <a:lstStyle xmlns:a="http://schemas.openxmlformats.org/drawingml/2006/main"/>
        <a:p xmlns:a="http://schemas.openxmlformats.org/drawingml/2006/main">
          <a:pPr>
            <a:defRPr sz="1650" b="1">
              <a:solidFill>
                <a:srgbClr val="173F43"/>
              </a:solidFill>
              <a:latin typeface="Atkinson Hyperlegible"/>
              <a:ea typeface="Atkinson Hyperlegible"/>
              <a:cs typeface="Atkinson Hyperlegible"/>
            </a:defRPr>
          </a:pPr>
        </a:p>
      </c:txPr>
    </c:title>
    <c:plotArea>
      <c:scatterChart>
        <c:scatterStyle val="line"/>
        <c:varyColors val="0"/>
        <c:ser>
          <c:idx val="0"/>
          <c:order val="0"/>
          <c:tx>
            <c:v>1729</c:v>
          </c:tx>
          <c:spPr>
            <a:ln xmlns:a="http://schemas.openxmlformats.org/drawingml/2006/main" w="7620">
              <a:solidFill>
                <a:srgbClr val="7DB8B2"/>
              </a:solidFill>
            </a:ln>
          </c:spPr>
          <c:marker>
            <c:symbol val="none"/>
          </c:marker>
          <c:xVal>
            <c:numRef>
              <c:f>'Chart Data'!$A$2:$A$121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Data'!$B$2:$B$121</c:f>
              <c:numCache>
                <c:formatCode>0.00</c:formatCode>
                <c:ptCount val="120"/>
                <c:pt idx="0">
                  <c:v>23.3371925354004</c:v>
                </c:pt>
                <c:pt idx="1">
                  <c:v>23.3530979156494</c:v>
                </c:pt>
                <c:pt idx="2">
                  <c:v>23.3580665588379</c:v>
                </c:pt>
                <c:pt idx="3">
                  <c:v>23.3632888793945</c:v>
                </c:pt>
                <c:pt idx="4">
                  <c:v>23.3683738708496</c:v>
                </c:pt>
                <c:pt idx="5">
                  <c:v>23.3784408569336</c:v>
                </c:pt>
                <c:pt idx="6">
                  <c:v>23.3899612426758</c:v>
                </c:pt>
                <c:pt idx="7">
                  <c:v>23.3944320678711</c:v>
                </c:pt>
                <c:pt idx="8">
                  <c:v>23.4034156799316</c:v>
                </c:pt>
                <c:pt idx="9">
                  <c:v>23.4134254455566</c:v>
                </c:pt>
                <c:pt idx="10">
                  <c:v>23.4179592132568</c:v>
                </c:pt>
                <c:pt idx="11">
                  <c:v>23.4199867248535</c:v>
                </c:pt>
                <c:pt idx="12">
                  <c:v>23.4235153198242</c:v>
                </c:pt>
                <c:pt idx="13">
                  <c:v>23.4214057922363</c:v>
                </c:pt>
                <c:pt idx="14">
                  <c:v>23.4208717346191</c:v>
                </c:pt>
                <c:pt idx="15">
                  <c:v>23.4291114807129</c:v>
                </c:pt>
                <c:pt idx="16">
                  <c:v>23.4282035827637</c:v>
                </c:pt>
                <c:pt idx="17">
                  <c:v>23.4297580718994</c:v>
                </c:pt>
                <c:pt idx="18">
                  <c:v>23.4252853393555</c:v>
                </c:pt>
                <c:pt idx="19">
                  <c:v>23.4399738311768</c:v>
                </c:pt>
                <c:pt idx="20">
                  <c:v>23.4295406341553</c:v>
                </c:pt>
                <c:pt idx="21">
                  <c:v>23.4417304992676</c:v>
                </c:pt>
                <c:pt idx="22">
                  <c:v>23.4381866455078</c:v>
                </c:pt>
                <c:pt idx="23">
                  <c:v>23.439525604248</c:v>
                </c:pt>
                <c:pt idx="24">
                  <c:v>23.4358673095703</c:v>
                </c:pt>
                <c:pt idx="25">
                  <c:v>23.441442489624</c:v>
                </c:pt>
                <c:pt idx="26">
                  <c:v>23.4424381256104</c:v>
                </c:pt>
                <c:pt idx="27">
                  <c:v>23.4416160583496</c:v>
                </c:pt>
                <c:pt idx="28">
                  <c:v>23.4488983154297</c:v>
                </c:pt>
                <c:pt idx="29">
                  <c:v>23.4531898498535</c:v>
                </c:pt>
                <c:pt idx="30">
                  <c:v>23.4524955749512</c:v>
                </c:pt>
                <c:pt idx="31">
                  <c:v>23.4533157348633</c:v>
                </c:pt>
                <c:pt idx="32">
                  <c:v>23.4502334594727</c:v>
                </c:pt>
                <c:pt idx="33">
                  <c:v>23.4551963806152</c:v>
                </c:pt>
                <c:pt idx="34">
                  <c:v>23.4523372650146</c:v>
                </c:pt>
                <c:pt idx="35">
                  <c:v>23.4568786621094</c:v>
                </c:pt>
                <c:pt idx="36">
                  <c:v>23.4604454040527</c:v>
                </c:pt>
                <c:pt idx="37">
                  <c:v>23.455602645874</c:v>
                </c:pt>
                <c:pt idx="38">
                  <c:v>23.4558429718018</c:v>
                </c:pt>
                <c:pt idx="39">
                  <c:v>23.456169128418</c:v>
                </c:pt>
                <c:pt idx="40">
                  <c:v>23.4579658508301</c:v>
                </c:pt>
                <c:pt idx="41">
                  <c:v>23.4535522460938</c:v>
                </c:pt>
                <c:pt idx="42">
                  <c:v>23.456901550293</c:v>
                </c:pt>
                <c:pt idx="43">
                  <c:v>23.4574584960938</c:v>
                </c:pt>
                <c:pt idx="44">
                  <c:v>23.4643173217773</c:v>
                </c:pt>
                <c:pt idx="45">
                  <c:v>23.4611740112305</c:v>
                </c:pt>
                <c:pt idx="46">
                  <c:v>23.4614639282227</c:v>
                </c:pt>
                <c:pt idx="47">
                  <c:v>23.4659080505371</c:v>
                </c:pt>
                <c:pt idx="48">
                  <c:v>23.4652614593506</c:v>
                </c:pt>
                <c:pt idx="49">
                  <c:v>23.4697170257568</c:v>
                </c:pt>
                <c:pt idx="50">
                  <c:v>23.4661312103271</c:v>
                </c:pt>
                <c:pt idx="51">
                  <c:v>23.4704284667969</c:v>
                </c:pt>
                <c:pt idx="52">
                  <c:v>23.4691143035889</c:v>
                </c:pt>
                <c:pt idx="53">
                  <c:v>23.4679985046387</c:v>
                </c:pt>
                <c:pt idx="54">
                  <c:v>23.4681968688965</c:v>
                </c:pt>
                <c:pt idx="55">
                  <c:v>23.4704990386963</c:v>
                </c:pt>
                <c:pt idx="56">
                  <c:v>23.4733200073242</c:v>
                </c:pt>
                <c:pt idx="57">
                  <c:v>23.4752902984619</c:v>
                </c:pt>
                <c:pt idx="58">
                  <c:v>23.4722442626953</c:v>
                </c:pt>
                <c:pt idx="59">
                  <c:v>23.4722194671631</c:v>
                </c:pt>
                <c:pt idx="60">
                  <c:v>23.4709167480469</c:v>
                </c:pt>
                <c:pt idx="61">
                  <c:v>23.4740085601807</c:v>
                </c:pt>
                <c:pt idx="62">
                  <c:v>23.4740791320801</c:v>
                </c:pt>
                <c:pt idx="63">
                  <c:v>23.4716491699219</c:v>
                </c:pt>
                <c:pt idx="64">
                  <c:v>23.4723243713379</c:v>
                </c:pt>
                <c:pt idx="65">
                  <c:v>23.4713172912598</c:v>
                </c:pt>
                <c:pt idx="66">
                  <c:v>23.4742412567139</c:v>
                </c:pt>
                <c:pt idx="67">
                  <c:v>23.4729785919189</c:v>
                </c:pt>
                <c:pt idx="68">
                  <c:v>23.4700603485107</c:v>
                </c:pt>
                <c:pt idx="69">
                  <c:v>23.4697151184082</c:v>
                </c:pt>
                <c:pt idx="70">
                  <c:v>23.4805374145508</c:v>
                </c:pt>
                <c:pt idx="71">
                  <c:v>23.475715637207</c:v>
                </c:pt>
                <c:pt idx="72">
                  <c:v>23.4750118255615</c:v>
                </c:pt>
                <c:pt idx="73">
                  <c:v>23.477424621582</c:v>
                </c:pt>
                <c:pt idx="74">
                  <c:v>23.4751129150391</c:v>
                </c:pt>
                <c:pt idx="75">
                  <c:v>23.4743385314941</c:v>
                </c:pt>
                <c:pt idx="76">
                  <c:v>23.4744510650635</c:v>
                </c:pt>
                <c:pt idx="77">
                  <c:v>23.480167388916</c:v>
                </c:pt>
                <c:pt idx="78">
                  <c:v>23.4736404418945</c:v>
                </c:pt>
                <c:pt idx="79">
                  <c:v>23.4742774963379</c:v>
                </c:pt>
                <c:pt idx="80">
                  <c:v>23.4740371704102</c:v>
                </c:pt>
                <c:pt idx="81">
                  <c:v>23.4747695922852</c:v>
                </c:pt>
                <c:pt idx="82">
                  <c:v>23.4724788665771</c:v>
                </c:pt>
                <c:pt idx="83">
                  <c:v>23.4736881256104</c:v>
                </c:pt>
                <c:pt idx="84">
                  <c:v>23.478343963623</c:v>
                </c:pt>
                <c:pt idx="85">
                  <c:v>23.4784240722656</c:v>
                </c:pt>
                <c:pt idx="86">
                  <c:v>23.4742393493652</c:v>
                </c:pt>
                <c:pt idx="87">
                  <c:v>23.4782943725586</c:v>
                </c:pt>
                <c:pt idx="88">
                  <c:v>23.4794292449951</c:v>
                </c:pt>
                <c:pt idx="89">
                  <c:v>23.4762306213379</c:v>
                </c:pt>
                <c:pt idx="90">
                  <c:v>23.4787693023682</c:v>
                </c:pt>
                <c:pt idx="91">
                  <c:v>23.475715637207</c:v>
                </c:pt>
                <c:pt idx="92">
                  <c:v>23.4762229919434</c:v>
                </c:pt>
                <c:pt idx="93">
                  <c:v>23.4748935699463</c:v>
                </c:pt>
                <c:pt idx="94">
                  <c:v>23.4756011962891</c:v>
                </c:pt>
                <c:pt idx="95">
                  <c:v>23.4774341583252</c:v>
                </c:pt>
                <c:pt idx="96">
                  <c:v>23.4804553985596</c:v>
                </c:pt>
                <c:pt idx="97">
                  <c:v>23.4783897399902</c:v>
                </c:pt>
                <c:pt idx="98">
                  <c:v>23.4768600463867</c:v>
                </c:pt>
                <c:pt idx="99">
                  <c:v>23.482494354248</c:v>
                </c:pt>
                <c:pt idx="100">
                  <c:v>23.4734687805176</c:v>
                </c:pt>
                <c:pt idx="101">
                  <c:v>23.4751777648926</c:v>
                </c:pt>
                <c:pt idx="102">
                  <c:v>23.4800987243652</c:v>
                </c:pt>
                <c:pt idx="103">
                  <c:v>23.4791831970215</c:v>
                </c:pt>
                <c:pt idx="104">
                  <c:v>23.4787578582764</c:v>
                </c:pt>
                <c:pt idx="105">
                  <c:v>23.4743041992188</c:v>
                </c:pt>
                <c:pt idx="106">
                  <c:v>23.4779510498047</c:v>
                </c:pt>
                <c:pt idx="107">
                  <c:v>23.4772682189941</c:v>
                </c:pt>
                <c:pt idx="108">
                  <c:v>23.4805679321289</c:v>
                </c:pt>
                <c:pt idx="109">
                  <c:v>23.4759845733643</c:v>
                </c:pt>
                <c:pt idx="110">
                  <c:v>23.479923248291</c:v>
                </c:pt>
                <c:pt idx="111">
                  <c:v>23.4747085571289</c:v>
                </c:pt>
                <c:pt idx="112">
                  <c:v>23.4806480407715</c:v>
                </c:pt>
                <c:pt idx="113">
                  <c:v>23.4762382507324</c:v>
                </c:pt>
                <c:pt idx="114">
                  <c:v>23.4757766723633</c:v>
                </c:pt>
                <c:pt idx="115">
                  <c:v>23.483606338501</c:v>
                </c:pt>
                <c:pt idx="116">
                  <c:v>23.4807167053223</c:v>
                </c:pt>
                <c:pt idx="117">
                  <c:v>23.4821910858154</c:v>
                </c:pt>
                <c:pt idx="118">
                  <c:v>23.4772033691406</c:v>
                </c:pt>
                <c:pt idx="119">
                  <c:v>23.479606628418</c:v>
                </c:pt>
              </c:numCache>
            </c:numRef>
          </c:yVal>
          <c:smooth val="0"/>
        </c:ser>
        <c:ser>
          <c:idx val="1"/>
          <c:order val="1"/>
          <c:tx>
            <c:v>2718</c:v>
          </c:tx>
          <c:spPr>
            <a:ln xmlns:a="http://schemas.openxmlformats.org/drawingml/2006/main" w="7620">
              <a:solidFill>
                <a:srgbClr val="E9B7A9"/>
              </a:solidFill>
            </a:ln>
          </c:spPr>
          <c:marker>
            <c:symbol val="none"/>
          </c:marker>
          <c:xVal>
            <c:numRef>
              <c:f>'Chart Data'!$C$2:$C$121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Data'!$D$2:$D$121</c:f>
              <c:numCache>
                <c:formatCode>0.00</c:formatCode>
                <c:ptCount val="120"/>
                <c:pt idx="0">
                  <c:v>23.3414268493652</c:v>
                </c:pt>
                <c:pt idx="1">
                  <c:v>23.359504699707</c:v>
                </c:pt>
                <c:pt idx="2">
                  <c:v>23.362512588501</c:v>
                </c:pt>
                <c:pt idx="3">
                  <c:v>23.3734703063965</c:v>
                </c:pt>
                <c:pt idx="4">
                  <c:v>23.3755912780762</c:v>
                </c:pt>
                <c:pt idx="5">
                  <c:v>23.380973815918</c:v>
                </c:pt>
                <c:pt idx="6">
                  <c:v>23.3947887420654</c:v>
                </c:pt>
                <c:pt idx="7">
                  <c:v>23.4008560180664</c:v>
                </c:pt>
                <c:pt idx="8">
                  <c:v>23.4104042053223</c:v>
                </c:pt>
                <c:pt idx="9">
                  <c:v>23.4127998352051</c:v>
                </c:pt>
                <c:pt idx="10">
                  <c:v>23.4231376647949</c:v>
                </c:pt>
                <c:pt idx="11">
                  <c:v>23.4309577941895</c:v>
                </c:pt>
                <c:pt idx="12">
                  <c:v>23.4332370758057</c:v>
                </c:pt>
                <c:pt idx="13">
                  <c:v>23.4336395263672</c:v>
                </c:pt>
                <c:pt idx="14">
                  <c:v>23.4355430603027</c:v>
                </c:pt>
                <c:pt idx="15">
                  <c:v>23.4429016113281</c:v>
                </c:pt>
                <c:pt idx="16">
                  <c:v>23.444393157959</c:v>
                </c:pt>
                <c:pt idx="17">
                  <c:v>23.4471740722656</c:v>
                </c:pt>
                <c:pt idx="18">
                  <c:v>23.4521713256836</c:v>
                </c:pt>
                <c:pt idx="19">
                  <c:v>23.4495964050293</c:v>
                </c:pt>
                <c:pt idx="20">
                  <c:v>23.4548721313477</c:v>
                </c:pt>
                <c:pt idx="21">
                  <c:v>23.4539108276367</c:v>
                </c:pt>
                <c:pt idx="22">
                  <c:v>23.4573173522949</c:v>
                </c:pt>
                <c:pt idx="23">
                  <c:v>23.4534397125244</c:v>
                </c:pt>
                <c:pt idx="24">
                  <c:v>23.4549102783203</c:v>
                </c:pt>
                <c:pt idx="25">
                  <c:v>23.4590492248535</c:v>
                </c:pt>
                <c:pt idx="26">
                  <c:v>23.4588966369629</c:v>
                </c:pt>
                <c:pt idx="27">
                  <c:v>23.4577331542969</c:v>
                </c:pt>
                <c:pt idx="28">
                  <c:v>23.4624366760254</c:v>
                </c:pt>
                <c:pt idx="29">
                  <c:v>23.4577941894531</c:v>
                </c:pt>
                <c:pt idx="30">
                  <c:v>23.4600296020508</c:v>
                </c:pt>
                <c:pt idx="31">
                  <c:v>23.4618377685547</c:v>
                </c:pt>
                <c:pt idx="32">
                  <c:v>23.4580249786377</c:v>
                </c:pt>
                <c:pt idx="33">
                  <c:v>23.4611282348633</c:v>
                </c:pt>
                <c:pt idx="34">
                  <c:v>23.465877532959</c:v>
                </c:pt>
                <c:pt idx="35">
                  <c:v>23.4616451263428</c:v>
                </c:pt>
                <c:pt idx="36">
                  <c:v>23.4660015106201</c:v>
                </c:pt>
                <c:pt idx="37">
                  <c:v>23.4616622924805</c:v>
                </c:pt>
                <c:pt idx="38">
                  <c:v>23.4652309417725</c:v>
                </c:pt>
                <c:pt idx="39">
                  <c:v>23.4667263031006</c:v>
                </c:pt>
                <c:pt idx="40">
                  <c:v>23.4667320251465</c:v>
                </c:pt>
                <c:pt idx="41">
                  <c:v>23.4634819030762</c:v>
                </c:pt>
                <c:pt idx="42">
                  <c:v>23.4711265563965</c:v>
                </c:pt>
                <c:pt idx="43">
                  <c:v>23.4683208465576</c:v>
                </c:pt>
                <c:pt idx="44">
                  <c:v>23.4711303710938</c:v>
                </c:pt>
                <c:pt idx="45">
                  <c:v>23.468692779541</c:v>
                </c:pt>
                <c:pt idx="46">
                  <c:v>23.4747619628906</c:v>
                </c:pt>
                <c:pt idx="47">
                  <c:v>23.4707374572754</c:v>
                </c:pt>
                <c:pt idx="48">
                  <c:v>23.4682273864746</c:v>
                </c:pt>
                <c:pt idx="49">
                  <c:v>23.4713821411133</c:v>
                </c:pt>
                <c:pt idx="50">
                  <c:v>23.471378326416</c:v>
                </c:pt>
                <c:pt idx="51">
                  <c:v>23.4754047393799</c:v>
                </c:pt>
                <c:pt idx="52">
                  <c:v>23.4713668823242</c:v>
                </c:pt>
                <c:pt idx="53">
                  <c:v>23.4773216247559</c:v>
                </c:pt>
                <c:pt idx="54">
                  <c:v>23.4765510559082</c:v>
                </c:pt>
                <c:pt idx="55">
                  <c:v>23.4745349884033</c:v>
                </c:pt>
                <c:pt idx="56">
                  <c:v>23.4767570495605</c:v>
                </c:pt>
                <c:pt idx="57">
                  <c:v>23.473690032959</c:v>
                </c:pt>
                <c:pt idx="58">
                  <c:v>23.4752998352051</c:v>
                </c:pt>
                <c:pt idx="59">
                  <c:v>23.475902557373</c:v>
                </c:pt>
                <c:pt idx="60">
                  <c:v>23.4741058349609</c:v>
                </c:pt>
                <c:pt idx="61">
                  <c:v>23.4757347106934</c:v>
                </c:pt>
                <c:pt idx="62">
                  <c:v>23.4758033752441</c:v>
                </c:pt>
                <c:pt idx="63">
                  <c:v>23.4768943786621</c:v>
                </c:pt>
                <c:pt idx="64">
                  <c:v>23.4735145568848</c:v>
                </c:pt>
                <c:pt idx="65">
                  <c:v>23.4753875732422</c:v>
                </c:pt>
                <c:pt idx="66">
                  <c:v>23.4759941101074</c:v>
                </c:pt>
                <c:pt idx="67">
                  <c:v>23.4784698486328</c:v>
                </c:pt>
                <c:pt idx="68">
                  <c:v>23.4814777374268</c:v>
                </c:pt>
                <c:pt idx="69">
                  <c:v>23.4812545776367</c:v>
                </c:pt>
                <c:pt idx="70">
                  <c:v>23.4798278808594</c:v>
                </c:pt>
                <c:pt idx="71">
                  <c:v>23.4792060852051</c:v>
                </c:pt>
                <c:pt idx="72">
                  <c:v>23.4814968109131</c:v>
                </c:pt>
                <c:pt idx="73">
                  <c:v>23.4798679351807</c:v>
                </c:pt>
                <c:pt idx="74">
                  <c:v>23.4756450653076</c:v>
                </c:pt>
                <c:pt idx="75">
                  <c:v>23.48362159729</c:v>
                </c:pt>
                <c:pt idx="76">
                  <c:v>23.4779510498047</c:v>
                </c:pt>
                <c:pt idx="77">
                  <c:v>23.4755744934082</c:v>
                </c:pt>
                <c:pt idx="78">
                  <c:v>23.4811210632324</c:v>
                </c:pt>
                <c:pt idx="79">
                  <c:v>23.4780578613281</c:v>
                </c:pt>
                <c:pt idx="80">
                  <c:v>23.4771156311035</c:v>
                </c:pt>
                <c:pt idx="81">
                  <c:v>23.4856967926025</c:v>
                </c:pt>
                <c:pt idx="82">
                  <c:v>23.4845733642578</c:v>
                </c:pt>
                <c:pt idx="83">
                  <c:v>23.4794921875</c:v>
                </c:pt>
                <c:pt idx="84">
                  <c:v>23.4844131469727</c:v>
                </c:pt>
                <c:pt idx="85">
                  <c:v>23.4815654754639</c:v>
                </c:pt>
                <c:pt idx="86">
                  <c:v>23.4863052368164</c:v>
                </c:pt>
                <c:pt idx="87">
                  <c:v>23.4825820922852</c:v>
                </c:pt>
                <c:pt idx="88">
                  <c:v>23.4798679351807</c:v>
                </c:pt>
                <c:pt idx="89">
                  <c:v>23.4793128967285</c:v>
                </c:pt>
                <c:pt idx="90">
                  <c:v>23.4836025238037</c:v>
                </c:pt>
                <c:pt idx="91">
                  <c:v>23.4836463928223</c:v>
                </c:pt>
                <c:pt idx="92">
                  <c:v>23.4817771911621</c:v>
                </c:pt>
                <c:pt idx="93">
                  <c:v>23.4819450378418</c:v>
                </c:pt>
                <c:pt idx="94">
                  <c:v>23.4803886413574</c:v>
                </c:pt>
                <c:pt idx="95">
                  <c:v>23.4823265075684</c:v>
                </c:pt>
                <c:pt idx="96">
                  <c:v>23.4822235107422</c:v>
                </c:pt>
                <c:pt idx="97">
                  <c:v>23.4820938110352</c:v>
                </c:pt>
                <c:pt idx="98">
                  <c:v>23.4855728149414</c:v>
                </c:pt>
                <c:pt idx="99">
                  <c:v>23.4803848266602</c:v>
                </c:pt>
                <c:pt idx="100">
                  <c:v>23.4853572845459</c:v>
                </c:pt>
                <c:pt idx="101">
                  <c:v>23.4855728149414</c:v>
                </c:pt>
                <c:pt idx="102">
                  <c:v>23.4857769012451</c:v>
                </c:pt>
                <c:pt idx="103">
                  <c:v>23.4846515655518</c:v>
                </c:pt>
                <c:pt idx="104">
                  <c:v>23.4886054992676</c:v>
                </c:pt>
                <c:pt idx="105">
                  <c:v>23.4868621826172</c:v>
                </c:pt>
                <c:pt idx="106">
                  <c:v>23.4836101531982</c:v>
                </c:pt>
                <c:pt idx="107">
                  <c:v>23.4857368469238</c:v>
                </c:pt>
                <c:pt idx="108">
                  <c:v>23.483606338501</c:v>
                </c:pt>
                <c:pt idx="109">
                  <c:v>23.4866390228271</c:v>
                </c:pt>
                <c:pt idx="110">
                  <c:v>23.4891376495361</c:v>
                </c:pt>
                <c:pt idx="111">
                  <c:v>23.4820899963379</c:v>
                </c:pt>
                <c:pt idx="112">
                  <c:v>23.4834976196289</c:v>
                </c:pt>
                <c:pt idx="113">
                  <c:v>23.4866333007813</c:v>
                </c:pt>
                <c:pt idx="114">
                  <c:v>23.4860496520996</c:v>
                </c:pt>
                <c:pt idx="115">
                  <c:v>23.4880104064941</c:v>
                </c:pt>
                <c:pt idx="116">
                  <c:v>23.4823684692383</c:v>
                </c:pt>
                <c:pt idx="117">
                  <c:v>23.4836845397949</c:v>
                </c:pt>
                <c:pt idx="118">
                  <c:v>23.4829597473145</c:v>
                </c:pt>
                <c:pt idx="119">
                  <c:v>23.4873275756836</c:v>
                </c:pt>
              </c:numCache>
            </c:numRef>
          </c:yVal>
          <c:smooth val="0"/>
        </c:ser>
        <c:ser>
          <c:idx val="2"/>
          <c:order val="2"/>
          <c:tx>
            <c:v>3141</c:v>
          </c:tx>
          <c:spPr>
            <a:ln xmlns:a="http://schemas.openxmlformats.org/drawingml/2006/main" w="7620">
              <a:solidFill>
                <a:srgbClr val="A5B4D1"/>
              </a:solidFill>
            </a:ln>
          </c:spPr>
          <c:marker>
            <c:symbol val="none"/>
          </c:marker>
          <c:xVal>
            <c:numRef>
              <c:f>'Chart Data'!$E$2:$E$121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Data'!$F$2:$F$121</c:f>
              <c:numCache>
                <c:formatCode>0.00</c:formatCode>
                <c:ptCount val="120"/>
                <c:pt idx="0">
                  <c:v>23.3372116088867</c:v>
                </c:pt>
                <c:pt idx="1">
                  <c:v>23.3559303283691</c:v>
                </c:pt>
                <c:pt idx="2">
                  <c:v>23.3652954101563</c:v>
                </c:pt>
                <c:pt idx="3">
                  <c:v>23.3766174316406</c:v>
                </c:pt>
                <c:pt idx="4">
                  <c:v>23.3771209716797</c:v>
                </c:pt>
                <c:pt idx="5">
                  <c:v>23.3922996520996</c:v>
                </c:pt>
                <c:pt idx="6">
                  <c:v>23.4019737243652</c:v>
                </c:pt>
                <c:pt idx="7">
                  <c:v>23.4137058258057</c:v>
                </c:pt>
                <c:pt idx="8">
                  <c:v>23.4245929718018</c:v>
                </c:pt>
                <c:pt idx="9">
                  <c:v>23.4272899627686</c:v>
                </c:pt>
                <c:pt idx="10">
                  <c:v>23.4319763183594</c:v>
                </c:pt>
                <c:pt idx="11">
                  <c:v>23.438404083252</c:v>
                </c:pt>
                <c:pt idx="12">
                  <c:v>23.4423370361328</c:v>
                </c:pt>
                <c:pt idx="13">
                  <c:v>23.4411964416504</c:v>
                </c:pt>
                <c:pt idx="14">
                  <c:v>23.4453544616699</c:v>
                </c:pt>
                <c:pt idx="15">
                  <c:v>23.444896697998</c:v>
                </c:pt>
                <c:pt idx="16">
                  <c:v>23.4491653442383</c:v>
                </c:pt>
                <c:pt idx="17">
                  <c:v>23.4519424438477</c:v>
                </c:pt>
                <c:pt idx="18">
                  <c:v>23.4548301696777</c:v>
                </c:pt>
                <c:pt idx="19">
                  <c:v>23.4553775787354</c:v>
                </c:pt>
                <c:pt idx="20">
                  <c:v>23.460147857666</c:v>
                </c:pt>
                <c:pt idx="21">
                  <c:v>23.4627208709717</c:v>
                </c:pt>
                <c:pt idx="22">
                  <c:v>23.4611396789551</c:v>
                </c:pt>
                <c:pt idx="23">
                  <c:v>23.4568672180176</c:v>
                </c:pt>
                <c:pt idx="24">
                  <c:v>23.465539932251</c:v>
                </c:pt>
                <c:pt idx="25">
                  <c:v>23.4618263244629</c:v>
                </c:pt>
                <c:pt idx="26">
                  <c:v>23.4628372192383</c:v>
                </c:pt>
                <c:pt idx="27">
                  <c:v>23.463981628418</c:v>
                </c:pt>
                <c:pt idx="28">
                  <c:v>23.4672164916992</c:v>
                </c:pt>
                <c:pt idx="29">
                  <c:v>23.4689693450928</c:v>
                </c:pt>
                <c:pt idx="30">
                  <c:v>23.4663391113281</c:v>
                </c:pt>
                <c:pt idx="31">
                  <c:v>23.4685859680176</c:v>
                </c:pt>
                <c:pt idx="32">
                  <c:v>23.467887878418</c:v>
                </c:pt>
                <c:pt idx="33">
                  <c:v>23.4743194580078</c:v>
                </c:pt>
                <c:pt idx="34">
                  <c:v>23.4663887023926</c:v>
                </c:pt>
                <c:pt idx="35">
                  <c:v>23.4720592498779</c:v>
                </c:pt>
                <c:pt idx="36">
                  <c:v>23.4754180908203</c:v>
                </c:pt>
                <c:pt idx="37">
                  <c:v>23.4753742218018</c:v>
                </c:pt>
                <c:pt idx="38">
                  <c:v>23.4770851135254</c:v>
                </c:pt>
                <c:pt idx="39">
                  <c:v>23.4754123687744</c:v>
                </c:pt>
                <c:pt idx="40">
                  <c:v>23.473575592041</c:v>
                </c:pt>
                <c:pt idx="41">
                  <c:v>23.4777526855469</c:v>
                </c:pt>
                <c:pt idx="42">
                  <c:v>23.4783973693848</c:v>
                </c:pt>
                <c:pt idx="43">
                  <c:v>23.4790306091309</c:v>
                </c:pt>
                <c:pt idx="44">
                  <c:v>23.4798355102539</c:v>
                </c:pt>
                <c:pt idx="45">
                  <c:v>23.4796695709229</c:v>
                </c:pt>
                <c:pt idx="46">
                  <c:v>23.4729290008545</c:v>
                </c:pt>
                <c:pt idx="47">
                  <c:v>23.4789886474609</c:v>
                </c:pt>
                <c:pt idx="48">
                  <c:v>23.4828491210938</c:v>
                </c:pt>
                <c:pt idx="49">
                  <c:v>23.481559753418</c:v>
                </c:pt>
                <c:pt idx="50">
                  <c:v>23.4794750213623</c:v>
                </c:pt>
                <c:pt idx="51">
                  <c:v>23.4801082611084</c:v>
                </c:pt>
                <c:pt idx="52">
                  <c:v>23.4823265075684</c:v>
                </c:pt>
                <c:pt idx="53">
                  <c:v>23.4866390228271</c:v>
                </c:pt>
                <c:pt idx="54">
                  <c:v>23.4827098846436</c:v>
                </c:pt>
                <c:pt idx="55">
                  <c:v>23.4864921569824</c:v>
                </c:pt>
                <c:pt idx="56">
                  <c:v>23.4838066101074</c:v>
                </c:pt>
                <c:pt idx="57">
                  <c:v>23.4877319335938</c:v>
                </c:pt>
                <c:pt idx="58">
                  <c:v>23.4825172424316</c:v>
                </c:pt>
                <c:pt idx="59">
                  <c:v>23.4841136932373</c:v>
                </c:pt>
                <c:pt idx="60">
                  <c:v>23.4839324951172</c:v>
                </c:pt>
                <c:pt idx="61">
                  <c:v>23.4851913452148</c:v>
                </c:pt>
                <c:pt idx="62">
                  <c:v>23.4877414703369</c:v>
                </c:pt>
                <c:pt idx="63">
                  <c:v>23.4891033172607</c:v>
                </c:pt>
                <c:pt idx="64">
                  <c:v>23.4874000549316</c:v>
                </c:pt>
                <c:pt idx="65">
                  <c:v>23.488353729248</c:v>
                </c:pt>
                <c:pt idx="66">
                  <c:v>23.492036819458</c:v>
                </c:pt>
                <c:pt idx="67">
                  <c:v>23.4907379150391</c:v>
                </c:pt>
                <c:pt idx="68">
                  <c:v>23.4861679077148</c:v>
                </c:pt>
                <c:pt idx="69">
                  <c:v>23.4926071166992</c:v>
                </c:pt>
                <c:pt idx="70">
                  <c:v>23.4903450012207</c:v>
                </c:pt>
                <c:pt idx="71">
                  <c:v>23.4872875213623</c:v>
                </c:pt>
                <c:pt idx="72">
                  <c:v>23.4968795776367</c:v>
                </c:pt>
                <c:pt idx="73">
                  <c:v>23.4937400817871</c:v>
                </c:pt>
                <c:pt idx="74">
                  <c:v>23.4931774139404</c:v>
                </c:pt>
                <c:pt idx="75">
                  <c:v>23.4924430847168</c:v>
                </c:pt>
                <c:pt idx="76">
                  <c:v>23.4905624389648</c:v>
                </c:pt>
                <c:pt idx="77">
                  <c:v>23.4881629943848</c:v>
                </c:pt>
                <c:pt idx="78">
                  <c:v>23.4925270080566</c:v>
                </c:pt>
                <c:pt idx="79">
                  <c:v>23.4927368164063</c:v>
                </c:pt>
                <c:pt idx="80">
                  <c:v>23.4963150024414</c:v>
                </c:pt>
                <c:pt idx="81">
                  <c:v>23.4976749420166</c:v>
                </c:pt>
                <c:pt idx="82">
                  <c:v>23.4944381713867</c:v>
                </c:pt>
                <c:pt idx="83">
                  <c:v>23.4918193817139</c:v>
                </c:pt>
                <c:pt idx="84">
                  <c:v>23.4932518005371</c:v>
                </c:pt>
                <c:pt idx="85">
                  <c:v>23.4943466186523</c:v>
                </c:pt>
                <c:pt idx="86">
                  <c:v>23.4912376403809</c:v>
                </c:pt>
                <c:pt idx="87">
                  <c:v>23.4930629730225</c:v>
                </c:pt>
                <c:pt idx="88">
                  <c:v>23.4959602355957</c:v>
                </c:pt>
                <c:pt idx="89">
                  <c:v>23.4937496185303</c:v>
                </c:pt>
                <c:pt idx="90">
                  <c:v>23.4958400726318</c:v>
                </c:pt>
                <c:pt idx="91">
                  <c:v>23.4951858520508</c:v>
                </c:pt>
                <c:pt idx="92">
                  <c:v>23.494514465332</c:v>
                </c:pt>
                <c:pt idx="93">
                  <c:v>23.49853515625</c:v>
                </c:pt>
                <c:pt idx="94">
                  <c:v>23.495979309082</c:v>
                </c:pt>
                <c:pt idx="95">
                  <c:v>23.4954032897949</c:v>
                </c:pt>
                <c:pt idx="96">
                  <c:v>23.4952716827393</c:v>
                </c:pt>
                <c:pt idx="97">
                  <c:v>23.5008125305176</c:v>
                </c:pt>
                <c:pt idx="98">
                  <c:v>23.4995918273926</c:v>
                </c:pt>
                <c:pt idx="99">
                  <c:v>23.4963550567627</c:v>
                </c:pt>
                <c:pt idx="100">
                  <c:v>23.4978923797607</c:v>
                </c:pt>
                <c:pt idx="101">
                  <c:v>23.4967956542969</c:v>
                </c:pt>
                <c:pt idx="102">
                  <c:v>23.5004215240479</c:v>
                </c:pt>
                <c:pt idx="103">
                  <c:v>23.4949111938477</c:v>
                </c:pt>
                <c:pt idx="104">
                  <c:v>23.49755859375</c:v>
                </c:pt>
                <c:pt idx="105">
                  <c:v>23.4993000030518</c:v>
                </c:pt>
                <c:pt idx="106">
                  <c:v>23.4955215454102</c:v>
                </c:pt>
                <c:pt idx="107">
                  <c:v>23.4985542297363</c:v>
                </c:pt>
                <c:pt idx="108">
                  <c:v>23.4990234375</c:v>
                </c:pt>
                <c:pt idx="109">
                  <c:v>23.5003814697266</c:v>
                </c:pt>
                <c:pt idx="110">
                  <c:v>23.496768951416</c:v>
                </c:pt>
                <c:pt idx="111">
                  <c:v>23.5003242492676</c:v>
                </c:pt>
                <c:pt idx="112">
                  <c:v>23.4968338012695</c:v>
                </c:pt>
                <c:pt idx="113">
                  <c:v>23.4949073791504</c:v>
                </c:pt>
                <c:pt idx="114">
                  <c:v>23.497184753418</c:v>
                </c:pt>
                <c:pt idx="115">
                  <c:v>23.4944686889648</c:v>
                </c:pt>
                <c:pt idx="116">
                  <c:v>23.4972133636475</c:v>
                </c:pt>
                <c:pt idx="117">
                  <c:v>23.4987487792969</c:v>
                </c:pt>
                <c:pt idx="118">
                  <c:v>23.4989929199219</c:v>
                </c:pt>
                <c:pt idx="119">
                  <c:v>23.4935722351074</c:v>
                </c:pt>
              </c:numCache>
            </c:numRef>
          </c:yVal>
          <c:smooth val="0"/>
        </c:ser>
        <c:ser>
          <c:idx val="3"/>
          <c:order val="3"/>
          <c:tx>
            <c:v>5772</c:v>
          </c:tx>
          <c:spPr>
            <a:ln xmlns:a="http://schemas.openxmlformats.org/drawingml/2006/main" w="7620">
              <a:solidFill>
                <a:srgbClr val="BEB0C9"/>
              </a:solidFill>
            </a:ln>
          </c:spPr>
          <c:marker>
            <c:symbol val="none"/>
          </c:marker>
          <c:xVal>
            <c:numRef>
              <c:f>'Chart Data'!$G$2:$G$121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Data'!$H$2:$H$121</c:f>
              <c:numCache>
                <c:formatCode>0.00</c:formatCode>
                <c:ptCount val="120"/>
                <c:pt idx="0">
                  <c:v>23.3399353027344</c:v>
                </c:pt>
                <c:pt idx="1">
                  <c:v>23.3524017333984</c:v>
                </c:pt>
                <c:pt idx="2">
                  <c:v>23.3677787780762</c:v>
                </c:pt>
                <c:pt idx="3">
                  <c:v>23.3640289306641</c:v>
                </c:pt>
                <c:pt idx="4">
                  <c:v>23.3782424926758</c:v>
                </c:pt>
                <c:pt idx="5">
                  <c:v>23.3866500854492</c:v>
                </c:pt>
                <c:pt idx="6">
                  <c:v>23.3865013122559</c:v>
                </c:pt>
                <c:pt idx="7">
                  <c:v>23.3995246887207</c:v>
                </c:pt>
                <c:pt idx="8">
                  <c:v>23.3982791900635</c:v>
                </c:pt>
                <c:pt idx="9">
                  <c:v>23.4150238037109</c:v>
                </c:pt>
                <c:pt idx="10">
                  <c:v>23.4255847930908</c:v>
                </c:pt>
                <c:pt idx="11">
                  <c:v>23.4334335327148</c:v>
                </c:pt>
                <c:pt idx="12">
                  <c:v>23.4445648193359</c:v>
                </c:pt>
                <c:pt idx="13">
                  <c:v>23.4442138671875</c:v>
                </c:pt>
                <c:pt idx="14">
                  <c:v>23.4477939605713</c:v>
                </c:pt>
                <c:pt idx="15">
                  <c:v>23.4561538696289</c:v>
                </c:pt>
                <c:pt idx="16">
                  <c:v>23.4564628601074</c:v>
                </c:pt>
                <c:pt idx="17">
                  <c:v>23.4604568481445</c:v>
                </c:pt>
                <c:pt idx="18">
                  <c:v>23.4636306762695</c:v>
                </c:pt>
                <c:pt idx="19">
                  <c:v>23.4680118560791</c:v>
                </c:pt>
                <c:pt idx="20">
                  <c:v>23.4655075073242</c:v>
                </c:pt>
                <c:pt idx="21">
                  <c:v>23.4655227661133</c:v>
                </c:pt>
                <c:pt idx="22">
                  <c:v>23.4624519348145</c:v>
                </c:pt>
                <c:pt idx="23">
                  <c:v>23.4688682556152</c:v>
                </c:pt>
                <c:pt idx="24">
                  <c:v>23.4737663269043</c:v>
                </c:pt>
                <c:pt idx="25">
                  <c:v>23.4652900695801</c:v>
                </c:pt>
                <c:pt idx="26">
                  <c:v>23.4711570739746</c:v>
                </c:pt>
                <c:pt idx="27">
                  <c:v>23.4694862365723</c:v>
                </c:pt>
                <c:pt idx="28">
                  <c:v>23.4708557128906</c:v>
                </c:pt>
                <c:pt idx="29">
                  <c:v>23.4710083007813</c:v>
                </c:pt>
                <c:pt idx="30">
                  <c:v>23.4744148254395</c:v>
                </c:pt>
                <c:pt idx="31">
                  <c:v>23.4785461425781</c:v>
                </c:pt>
                <c:pt idx="32">
                  <c:v>23.4734592437744</c:v>
                </c:pt>
                <c:pt idx="33">
                  <c:v>23.477481842041</c:v>
                </c:pt>
                <c:pt idx="34">
                  <c:v>23.4822750091553</c:v>
                </c:pt>
                <c:pt idx="35">
                  <c:v>23.4758949279785</c:v>
                </c:pt>
                <c:pt idx="36">
                  <c:v>23.479097366333</c:v>
                </c:pt>
                <c:pt idx="37">
                  <c:v>23.479076385498</c:v>
                </c:pt>
                <c:pt idx="38">
                  <c:v>23.4770030975342</c:v>
                </c:pt>
                <c:pt idx="39">
                  <c:v>23.4794082641602</c:v>
                </c:pt>
                <c:pt idx="40">
                  <c:v>23.4812355041504</c:v>
                </c:pt>
                <c:pt idx="41">
                  <c:v>23.4778728485107</c:v>
                </c:pt>
                <c:pt idx="42">
                  <c:v>23.484842300415</c:v>
                </c:pt>
                <c:pt idx="43">
                  <c:v>23.486701965332</c:v>
                </c:pt>
                <c:pt idx="44">
                  <c:v>23.4869518280029</c:v>
                </c:pt>
                <c:pt idx="45">
                  <c:v>23.4828147888184</c:v>
                </c:pt>
                <c:pt idx="46">
                  <c:v>23.4855899810791</c:v>
                </c:pt>
                <c:pt idx="47">
                  <c:v>23.4851913452148</c:v>
                </c:pt>
                <c:pt idx="48">
                  <c:v>23.4835948944092</c:v>
                </c:pt>
                <c:pt idx="49">
                  <c:v>23.4861679077148</c:v>
                </c:pt>
                <c:pt idx="50">
                  <c:v>23.4872283935547</c:v>
                </c:pt>
                <c:pt idx="51">
                  <c:v>23.4862174987793</c:v>
                </c:pt>
                <c:pt idx="52">
                  <c:v>23.4856586456299</c:v>
                </c:pt>
                <c:pt idx="53">
                  <c:v>23.4851512908936</c:v>
                </c:pt>
                <c:pt idx="54">
                  <c:v>23.4910831451416</c:v>
                </c:pt>
                <c:pt idx="55">
                  <c:v>23.4903411865234</c:v>
                </c:pt>
                <c:pt idx="56">
                  <c:v>23.4863967895508</c:v>
                </c:pt>
                <c:pt idx="57">
                  <c:v>23.4889907836914</c:v>
                </c:pt>
                <c:pt idx="58">
                  <c:v>23.4892845153809</c:v>
                </c:pt>
                <c:pt idx="59">
                  <c:v>23.4872131347656</c:v>
                </c:pt>
                <c:pt idx="60">
                  <c:v>23.4924087524414</c:v>
                </c:pt>
                <c:pt idx="61">
                  <c:v>23.4916801452637</c:v>
                </c:pt>
                <c:pt idx="62">
                  <c:v>23.4891605377197</c:v>
                </c:pt>
                <c:pt idx="63">
                  <c:v>23.4958744049072</c:v>
                </c:pt>
                <c:pt idx="64">
                  <c:v>23.4927368164063</c:v>
                </c:pt>
                <c:pt idx="65">
                  <c:v>23.4877681732178</c:v>
                </c:pt>
                <c:pt idx="66">
                  <c:v>23.4911766052246</c:v>
                </c:pt>
                <c:pt idx="67">
                  <c:v>23.494873046875</c:v>
                </c:pt>
                <c:pt idx="68">
                  <c:v>23.4911918640137</c:v>
                </c:pt>
                <c:pt idx="69">
                  <c:v>23.4919853210449</c:v>
                </c:pt>
                <c:pt idx="70">
                  <c:v>23.4916954040527</c:v>
                </c:pt>
                <c:pt idx="71">
                  <c:v>23.493200302124</c:v>
                </c:pt>
                <c:pt idx="72">
                  <c:v>23.4891548156738</c:v>
                </c:pt>
                <c:pt idx="73">
                  <c:v>23.4920997619629</c:v>
                </c:pt>
                <c:pt idx="74">
                  <c:v>23.4912910461426</c:v>
                </c:pt>
                <c:pt idx="75">
                  <c:v>23.4944686889648</c:v>
                </c:pt>
                <c:pt idx="76">
                  <c:v>23.4938850402832</c:v>
                </c:pt>
                <c:pt idx="77">
                  <c:v>23.4941158294678</c:v>
                </c:pt>
                <c:pt idx="78">
                  <c:v>23.4930477142334</c:v>
                </c:pt>
                <c:pt idx="79">
                  <c:v>23.4980945587158</c:v>
                </c:pt>
                <c:pt idx="80">
                  <c:v>23.4916706085205</c:v>
                </c:pt>
                <c:pt idx="81">
                  <c:v>23.4902820587158</c:v>
                </c:pt>
                <c:pt idx="82">
                  <c:v>23.4939823150635</c:v>
                </c:pt>
                <c:pt idx="83">
                  <c:v>23.4904747009277</c:v>
                </c:pt>
                <c:pt idx="84">
                  <c:v>23.4912357330322</c:v>
                </c:pt>
                <c:pt idx="85">
                  <c:v>23.4937267303467</c:v>
                </c:pt>
                <c:pt idx="86">
                  <c:v>23.4945774078369</c:v>
                </c:pt>
                <c:pt idx="87">
                  <c:v>23.4958267211914</c:v>
                </c:pt>
                <c:pt idx="88">
                  <c:v>23.4923629760742</c:v>
                </c:pt>
                <c:pt idx="89">
                  <c:v>23.4940204620361</c:v>
                </c:pt>
                <c:pt idx="90">
                  <c:v>23.4944648742676</c:v>
                </c:pt>
                <c:pt idx="91">
                  <c:v>23.4916534423828</c:v>
                </c:pt>
                <c:pt idx="92">
                  <c:v>23.4958076477051</c:v>
                </c:pt>
                <c:pt idx="93">
                  <c:v>23.4958438873291</c:v>
                </c:pt>
                <c:pt idx="94">
                  <c:v>23.4969902038574</c:v>
                </c:pt>
                <c:pt idx="95">
                  <c:v>23.4969348907471</c:v>
                </c:pt>
                <c:pt idx="96">
                  <c:v>23.4943408966064</c:v>
                </c:pt>
                <c:pt idx="97">
                  <c:v>23.4940395355225</c:v>
                </c:pt>
                <c:pt idx="98">
                  <c:v>23.4963684082031</c:v>
                </c:pt>
                <c:pt idx="99">
                  <c:v>23.5012054443359</c:v>
                </c:pt>
                <c:pt idx="100">
                  <c:v>23.4915351867676</c:v>
                </c:pt>
                <c:pt idx="101">
                  <c:v>23.4935817718506</c:v>
                </c:pt>
                <c:pt idx="102">
                  <c:v>23.4939250946045</c:v>
                </c:pt>
                <c:pt idx="103">
                  <c:v>23.495979309082</c:v>
                </c:pt>
                <c:pt idx="104">
                  <c:v>23.4966011047363</c:v>
                </c:pt>
                <c:pt idx="105">
                  <c:v>23.4946784973145</c:v>
                </c:pt>
                <c:pt idx="106">
                  <c:v>23.4939994812012</c:v>
                </c:pt>
                <c:pt idx="107">
                  <c:v>23.4981517791748</c:v>
                </c:pt>
                <c:pt idx="108">
                  <c:v>23.4964637756348</c:v>
                </c:pt>
                <c:pt idx="109">
                  <c:v>23.4978408813477</c:v>
                </c:pt>
                <c:pt idx="110">
                  <c:v>23.4963626861572</c:v>
                </c:pt>
                <c:pt idx="111">
                  <c:v>23.4935455322266</c:v>
                </c:pt>
                <c:pt idx="112">
                  <c:v>23.4946594238281</c:v>
                </c:pt>
                <c:pt idx="113">
                  <c:v>23.4944725036621</c:v>
                </c:pt>
                <c:pt idx="114">
                  <c:v>23.4963912963867</c:v>
                </c:pt>
                <c:pt idx="115">
                  <c:v>23.4994602203369</c:v>
                </c:pt>
                <c:pt idx="116">
                  <c:v>23.4989051818848</c:v>
                </c:pt>
                <c:pt idx="117">
                  <c:v>23.4931335449219</c:v>
                </c:pt>
                <c:pt idx="118">
                  <c:v>23.4936389923096</c:v>
                </c:pt>
                <c:pt idx="119">
                  <c:v>23.4925403594971</c:v>
                </c:pt>
              </c:numCache>
            </c:numRef>
          </c:yVal>
          <c:smooth val="0"/>
        </c:ser>
        <c:ser>
          <c:idx val="4"/>
          <c:order val="4"/>
          <c:tx>
            <c:v>8111</c:v>
          </c:tx>
          <c:spPr>
            <a:ln xmlns:a="http://schemas.openxmlformats.org/drawingml/2006/main" w="7620">
              <a:solidFill>
                <a:srgbClr val="CCBB8F"/>
              </a:solidFill>
            </a:ln>
          </c:spPr>
          <c:marker>
            <c:symbol val="none"/>
          </c:marker>
          <c:xVal>
            <c:numRef>
              <c:f>'Chart Data'!$I$2:$I$121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Data'!$J$2:$J$121</c:f>
              <c:numCache>
                <c:formatCode>0.00</c:formatCode>
                <c:ptCount val="120"/>
                <c:pt idx="0">
                  <c:v>23.3369750976563</c:v>
                </c:pt>
                <c:pt idx="1">
                  <c:v>23.3545188903809</c:v>
                </c:pt>
                <c:pt idx="2">
                  <c:v>23.3608932495117</c:v>
                </c:pt>
                <c:pt idx="3">
                  <c:v>23.3695659637451</c:v>
                </c:pt>
                <c:pt idx="4">
                  <c:v>23.383321762085</c:v>
                </c:pt>
                <c:pt idx="5">
                  <c:v>23.3850345611572</c:v>
                </c:pt>
                <c:pt idx="6">
                  <c:v>23.3907890319824</c:v>
                </c:pt>
                <c:pt idx="7">
                  <c:v>23.4031143188477</c:v>
                </c:pt>
                <c:pt idx="8">
                  <c:v>23.4118213653564</c:v>
                </c:pt>
                <c:pt idx="9">
                  <c:v>23.4151000976563</c:v>
                </c:pt>
                <c:pt idx="10">
                  <c:v>23.4260921478271</c:v>
                </c:pt>
                <c:pt idx="11">
                  <c:v>23.4339847564697</c:v>
                </c:pt>
                <c:pt idx="12">
                  <c:v>23.4351119995117</c:v>
                </c:pt>
                <c:pt idx="13">
                  <c:v>23.4430236816406</c:v>
                </c:pt>
                <c:pt idx="14">
                  <c:v>23.4413166046143</c:v>
                </c:pt>
                <c:pt idx="15">
                  <c:v>23.4477462768555</c:v>
                </c:pt>
                <c:pt idx="16">
                  <c:v>23.4556159973145</c:v>
                </c:pt>
                <c:pt idx="17">
                  <c:v>23.4520606994629</c:v>
                </c:pt>
                <c:pt idx="18">
                  <c:v>23.457633972168</c:v>
                </c:pt>
                <c:pt idx="19">
                  <c:v>23.4635753631592</c:v>
                </c:pt>
                <c:pt idx="20">
                  <c:v>23.4592876434326</c:v>
                </c:pt>
                <c:pt idx="21">
                  <c:v>23.4586353302002</c:v>
                </c:pt>
                <c:pt idx="22">
                  <c:v>23.4588851928711</c:v>
                </c:pt>
                <c:pt idx="23">
                  <c:v>23.4624824523926</c:v>
                </c:pt>
                <c:pt idx="24">
                  <c:v>23.4659576416016</c:v>
                </c:pt>
                <c:pt idx="25">
                  <c:v>23.4645004272461</c:v>
                </c:pt>
                <c:pt idx="26">
                  <c:v>23.4678916931152</c:v>
                </c:pt>
                <c:pt idx="27">
                  <c:v>23.4703788757324</c:v>
                </c:pt>
                <c:pt idx="28">
                  <c:v>23.4595069885254</c:v>
                </c:pt>
                <c:pt idx="29">
                  <c:v>23.4685401916504</c:v>
                </c:pt>
                <c:pt idx="30">
                  <c:v>23.4671630859375</c:v>
                </c:pt>
                <c:pt idx="31">
                  <c:v>23.4718971252441</c:v>
                </c:pt>
                <c:pt idx="32">
                  <c:v>23.4723014831543</c:v>
                </c:pt>
                <c:pt idx="33">
                  <c:v>23.4743537902832</c:v>
                </c:pt>
                <c:pt idx="34">
                  <c:v>23.4745445251465</c:v>
                </c:pt>
                <c:pt idx="35">
                  <c:v>23.4727249145508</c:v>
                </c:pt>
                <c:pt idx="36">
                  <c:v>23.470365524292</c:v>
                </c:pt>
                <c:pt idx="37">
                  <c:v>23.475528717041</c:v>
                </c:pt>
                <c:pt idx="38">
                  <c:v>23.4767189025879</c:v>
                </c:pt>
                <c:pt idx="39">
                  <c:v>23.4806938171387</c:v>
                </c:pt>
                <c:pt idx="40">
                  <c:v>23.4764022827148</c:v>
                </c:pt>
                <c:pt idx="41">
                  <c:v>23.4820880889893</c:v>
                </c:pt>
                <c:pt idx="42">
                  <c:v>23.4831295013428</c:v>
                </c:pt>
                <c:pt idx="43">
                  <c:v>23.4833812713623</c:v>
                </c:pt>
                <c:pt idx="44">
                  <c:v>23.4792747497559</c:v>
                </c:pt>
                <c:pt idx="45">
                  <c:v>23.483678817749</c:v>
                </c:pt>
                <c:pt idx="46">
                  <c:v>23.4831485748291</c:v>
                </c:pt>
                <c:pt idx="47">
                  <c:v>23.4838771820068</c:v>
                </c:pt>
                <c:pt idx="48">
                  <c:v>23.4819316864014</c:v>
                </c:pt>
                <c:pt idx="49">
                  <c:v>23.4849166870117</c:v>
                </c:pt>
                <c:pt idx="50">
                  <c:v>23.4830951690674</c:v>
                </c:pt>
                <c:pt idx="51">
                  <c:v>23.485746383667</c:v>
                </c:pt>
                <c:pt idx="52">
                  <c:v>23.4887771606445</c:v>
                </c:pt>
                <c:pt idx="53">
                  <c:v>23.485408782959</c:v>
                </c:pt>
                <c:pt idx="54">
                  <c:v>23.4892234802246</c:v>
                </c:pt>
                <c:pt idx="55">
                  <c:v>23.4853515625</c:v>
                </c:pt>
                <c:pt idx="56">
                  <c:v>23.4858055114746</c:v>
                </c:pt>
                <c:pt idx="57">
                  <c:v>23.4919013977051</c:v>
                </c:pt>
                <c:pt idx="58">
                  <c:v>23.4865016937256</c:v>
                </c:pt>
                <c:pt idx="59">
                  <c:v>23.485050201416</c:v>
                </c:pt>
                <c:pt idx="60">
                  <c:v>23.4908313751221</c:v>
                </c:pt>
                <c:pt idx="61">
                  <c:v>23.4945678710938</c:v>
                </c:pt>
                <c:pt idx="62">
                  <c:v>23.4885787963867</c:v>
                </c:pt>
                <c:pt idx="63">
                  <c:v>23.4911499023438</c:v>
                </c:pt>
                <c:pt idx="64">
                  <c:v>23.4966716766357</c:v>
                </c:pt>
                <c:pt idx="65">
                  <c:v>23.4917907714844</c:v>
                </c:pt>
                <c:pt idx="66">
                  <c:v>23.4903984069824</c:v>
                </c:pt>
                <c:pt idx="67">
                  <c:v>23.4929084777832</c:v>
                </c:pt>
                <c:pt idx="68">
                  <c:v>23.4964733123779</c:v>
                </c:pt>
                <c:pt idx="69">
                  <c:v>23.4919929504395</c:v>
                </c:pt>
                <c:pt idx="70">
                  <c:v>23.4922981262207</c:v>
                </c:pt>
                <c:pt idx="71">
                  <c:v>23.4961776733398</c:v>
                </c:pt>
                <c:pt idx="72">
                  <c:v>23.4938354492188</c:v>
                </c:pt>
                <c:pt idx="73">
                  <c:v>23.4922122955322</c:v>
                </c:pt>
                <c:pt idx="74">
                  <c:v>23.494161605835</c:v>
                </c:pt>
                <c:pt idx="75">
                  <c:v>23.4937210083008</c:v>
                </c:pt>
                <c:pt idx="76">
                  <c:v>23.4930152893066</c:v>
                </c:pt>
                <c:pt idx="77">
                  <c:v>23.4960594177246</c:v>
                </c:pt>
                <c:pt idx="78">
                  <c:v>23.496057510376</c:v>
                </c:pt>
                <c:pt idx="79">
                  <c:v>23.4986343383789</c:v>
                </c:pt>
                <c:pt idx="80">
                  <c:v>23.4913520812988</c:v>
                </c:pt>
                <c:pt idx="81">
                  <c:v>23.4939422607422</c:v>
                </c:pt>
                <c:pt idx="82">
                  <c:v>23.4946250915527</c:v>
                </c:pt>
                <c:pt idx="83">
                  <c:v>23.4956436157227</c:v>
                </c:pt>
                <c:pt idx="84">
                  <c:v>23.4986610412598</c:v>
                </c:pt>
                <c:pt idx="85">
                  <c:v>23.4974670410156</c:v>
                </c:pt>
                <c:pt idx="86">
                  <c:v>23.4963130950928</c:v>
                </c:pt>
                <c:pt idx="87">
                  <c:v>23.4994735717773</c:v>
                </c:pt>
                <c:pt idx="88">
                  <c:v>23.4992599487305</c:v>
                </c:pt>
                <c:pt idx="89">
                  <c:v>23.4955501556396</c:v>
                </c:pt>
                <c:pt idx="90">
                  <c:v>23.497386932373</c:v>
                </c:pt>
                <c:pt idx="91">
                  <c:v>23.4954605102539</c:v>
                </c:pt>
                <c:pt idx="92">
                  <c:v>23.4988651275635</c:v>
                </c:pt>
                <c:pt idx="93">
                  <c:v>23.5025749206543</c:v>
                </c:pt>
                <c:pt idx="94">
                  <c:v>23.4983081817627</c:v>
                </c:pt>
                <c:pt idx="95">
                  <c:v>23.5009803771973</c:v>
                </c:pt>
                <c:pt idx="96">
                  <c:v>23.4976406097412</c:v>
                </c:pt>
                <c:pt idx="97">
                  <c:v>23.4986953735352</c:v>
                </c:pt>
                <c:pt idx="98">
                  <c:v>23.4995880126953</c:v>
                </c:pt>
                <c:pt idx="99">
                  <c:v>23.4965400695801</c:v>
                </c:pt>
                <c:pt idx="100">
                  <c:v>23.4996490478516</c:v>
                </c:pt>
                <c:pt idx="101">
                  <c:v>23.5009651184082</c:v>
                </c:pt>
                <c:pt idx="102">
                  <c:v>23.4966888427734</c:v>
                </c:pt>
                <c:pt idx="103">
                  <c:v>23.4983100891113</c:v>
                </c:pt>
                <c:pt idx="104">
                  <c:v>23.4969158172607</c:v>
                </c:pt>
                <c:pt idx="105">
                  <c:v>23.497802734375</c:v>
                </c:pt>
                <c:pt idx="106">
                  <c:v>23.5016994476318</c:v>
                </c:pt>
                <c:pt idx="107">
                  <c:v>23.5020275115967</c:v>
                </c:pt>
                <c:pt idx="108">
                  <c:v>23.4986228942871</c:v>
                </c:pt>
                <c:pt idx="109">
                  <c:v>23.498706817627</c:v>
                </c:pt>
                <c:pt idx="110">
                  <c:v>23.5004844665527</c:v>
                </c:pt>
                <c:pt idx="111">
                  <c:v>23.4970588684082</c:v>
                </c:pt>
                <c:pt idx="112">
                  <c:v>23.4983329772949</c:v>
                </c:pt>
                <c:pt idx="113">
                  <c:v>23.4971771240234</c:v>
                </c:pt>
                <c:pt idx="114">
                  <c:v>23.4990310668945</c:v>
                </c:pt>
                <c:pt idx="115">
                  <c:v>23.5008125305176</c:v>
                </c:pt>
                <c:pt idx="116">
                  <c:v>23.5010986328125</c:v>
                </c:pt>
                <c:pt idx="117">
                  <c:v>23.5008277893066</c:v>
                </c:pt>
                <c:pt idx="118">
                  <c:v>23.4991264343262</c:v>
                </c:pt>
                <c:pt idx="119">
                  <c:v>23.4987945556641</c:v>
                </c:pt>
              </c:numCache>
            </c:numRef>
          </c:yVal>
          <c:smooth val="0"/>
        </c:ser>
        <c:ser>
          <c:idx val="5"/>
          <c:order val="5"/>
          <c:tx>
            <c:v>Five-run mean</c:v>
          </c:tx>
          <c:spPr>
            <a:ln xmlns:a="http://schemas.openxmlformats.org/drawingml/2006/main" w="26670">
              <a:solidFill>
                <a:srgbClr val="137B73"/>
              </a:solidFill>
            </a:ln>
          </c:spPr>
          <c:marker>
            <c:symbol val="none"/>
          </c:marker>
          <c:xVal>
            <c:numRef>
              <c:f>'Chart Data'!$K$2:$K$121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Data'!$L$2:$L$121</c:f>
              <c:numCache>
                <c:formatCode>0.00</c:formatCode>
                <c:ptCount val="120"/>
                <c:pt idx="0">
                  <c:v>23.3385482788086</c:v>
                </c:pt>
                <c:pt idx="1">
                  <c:v>23.355090713501</c:v>
                </c:pt>
                <c:pt idx="2">
                  <c:v>23.3629093170166</c:v>
                </c:pt>
                <c:pt idx="3">
                  <c:v>23.3693943023682</c:v>
                </c:pt>
                <c:pt idx="4">
                  <c:v>23.3765300750732</c:v>
                </c:pt>
                <c:pt idx="5">
                  <c:v>23.3846797943115</c:v>
                </c:pt>
                <c:pt idx="6">
                  <c:v>23.3928028106689</c:v>
                </c:pt>
                <c:pt idx="7">
                  <c:v>23.4023265838623</c:v>
                </c:pt>
                <c:pt idx="8">
                  <c:v>23.4097026824951</c:v>
                </c:pt>
                <c:pt idx="9">
                  <c:v>23.4167278289795</c:v>
                </c:pt>
                <c:pt idx="10">
                  <c:v>23.4249500274658</c:v>
                </c:pt>
                <c:pt idx="11">
                  <c:v>23.4313533782959</c:v>
                </c:pt>
                <c:pt idx="12">
                  <c:v>23.4357532501221</c:v>
                </c:pt>
                <c:pt idx="13">
                  <c:v>23.4366958618164</c:v>
                </c:pt>
                <c:pt idx="14">
                  <c:v>23.4381759643555</c:v>
                </c:pt>
                <c:pt idx="15">
                  <c:v>23.4441619873047</c:v>
                </c:pt>
                <c:pt idx="16">
                  <c:v>23.4467681884766</c:v>
                </c:pt>
                <c:pt idx="17">
                  <c:v>23.448278427124</c:v>
                </c:pt>
                <c:pt idx="18">
                  <c:v>23.4507102966309</c:v>
                </c:pt>
                <c:pt idx="19">
                  <c:v>23.4553070068359</c:v>
                </c:pt>
                <c:pt idx="20">
                  <c:v>23.4538711547852</c:v>
                </c:pt>
                <c:pt idx="21">
                  <c:v>23.4565040588379</c:v>
                </c:pt>
                <c:pt idx="22">
                  <c:v>23.4555961608887</c:v>
                </c:pt>
                <c:pt idx="23">
                  <c:v>23.4562366485596</c:v>
                </c:pt>
                <c:pt idx="24">
                  <c:v>23.4592082977295</c:v>
                </c:pt>
                <c:pt idx="25">
                  <c:v>23.4584217071533</c:v>
                </c:pt>
                <c:pt idx="26">
                  <c:v>23.4606441497803</c:v>
                </c:pt>
                <c:pt idx="27">
                  <c:v>23.4606391906738</c:v>
                </c:pt>
                <c:pt idx="28">
                  <c:v>23.4617828369141</c:v>
                </c:pt>
                <c:pt idx="29">
                  <c:v>23.4639003753662</c:v>
                </c:pt>
                <c:pt idx="30">
                  <c:v>23.4640884399414</c:v>
                </c:pt>
                <c:pt idx="31">
                  <c:v>23.4668365478516</c:v>
                </c:pt>
                <c:pt idx="32">
                  <c:v>23.4643814086914</c:v>
                </c:pt>
                <c:pt idx="33">
                  <c:v>23.4684959411621</c:v>
                </c:pt>
                <c:pt idx="34">
                  <c:v>23.4682846069336</c:v>
                </c:pt>
                <c:pt idx="35">
                  <c:v>23.4678405761719</c:v>
                </c:pt>
                <c:pt idx="36">
                  <c:v>23.4702655792236</c:v>
                </c:pt>
                <c:pt idx="37">
                  <c:v>23.4694488525391</c:v>
                </c:pt>
                <c:pt idx="38">
                  <c:v>23.4703762054443</c:v>
                </c:pt>
                <c:pt idx="39">
                  <c:v>23.4716819763184</c:v>
                </c:pt>
                <c:pt idx="40">
                  <c:v>23.4711822509766</c:v>
                </c:pt>
                <c:pt idx="41">
                  <c:v>23.4709495544434</c:v>
                </c:pt>
                <c:pt idx="42">
                  <c:v>23.4748794555664</c:v>
                </c:pt>
                <c:pt idx="43">
                  <c:v>23.4749786376953</c:v>
                </c:pt>
                <c:pt idx="44">
                  <c:v>23.4763019561768</c:v>
                </c:pt>
                <c:pt idx="45">
                  <c:v>23.4752059936523</c:v>
                </c:pt>
                <c:pt idx="46">
                  <c:v>23.4755786895752</c:v>
                </c:pt>
                <c:pt idx="47">
                  <c:v>23.476940536499</c:v>
                </c:pt>
                <c:pt idx="48">
                  <c:v>23.4763729095459</c:v>
                </c:pt>
                <c:pt idx="49">
                  <c:v>23.4787487030029</c:v>
                </c:pt>
                <c:pt idx="50">
                  <c:v>23.4774616241455</c:v>
                </c:pt>
                <c:pt idx="51">
                  <c:v>23.4795810699463</c:v>
                </c:pt>
                <c:pt idx="52">
                  <c:v>23.4794486999512</c:v>
                </c:pt>
                <c:pt idx="53">
                  <c:v>23.4805038452148</c:v>
                </c:pt>
                <c:pt idx="54">
                  <c:v>23.4815528869629</c:v>
                </c:pt>
                <c:pt idx="55">
                  <c:v>23.4814437866211</c:v>
                </c:pt>
                <c:pt idx="56">
                  <c:v>23.4812171936035</c:v>
                </c:pt>
                <c:pt idx="57">
                  <c:v>23.4835208892822</c:v>
                </c:pt>
                <c:pt idx="58">
                  <c:v>23.4811695098877</c:v>
                </c:pt>
                <c:pt idx="59">
                  <c:v>23.480899810791</c:v>
                </c:pt>
                <c:pt idx="60">
                  <c:v>23.4824390411377</c:v>
                </c:pt>
                <c:pt idx="61">
                  <c:v>23.4842365264893</c:v>
                </c:pt>
                <c:pt idx="62">
                  <c:v>23.4830726623535</c:v>
                </c:pt>
                <c:pt idx="63">
                  <c:v>23.4849342346191</c:v>
                </c:pt>
                <c:pt idx="64">
                  <c:v>23.4845294952393</c:v>
                </c:pt>
                <c:pt idx="65">
                  <c:v>23.4829235076904</c:v>
                </c:pt>
                <c:pt idx="66">
                  <c:v>23.4847694396973</c:v>
                </c:pt>
                <c:pt idx="67">
                  <c:v>23.4859935760498</c:v>
                </c:pt>
                <c:pt idx="68">
                  <c:v>23.4850742340088</c:v>
                </c:pt>
                <c:pt idx="69">
                  <c:v>23.4855110168457</c:v>
                </c:pt>
                <c:pt idx="70">
                  <c:v>23.4869407653809</c:v>
                </c:pt>
                <c:pt idx="71">
                  <c:v>23.4863174438477</c:v>
                </c:pt>
                <c:pt idx="72">
                  <c:v>23.4872756958008</c:v>
                </c:pt>
                <c:pt idx="73">
                  <c:v>23.487068939209</c:v>
                </c:pt>
                <c:pt idx="74">
                  <c:v>23.4858776092529</c:v>
                </c:pt>
                <c:pt idx="75">
                  <c:v>23.4877185821533</c:v>
                </c:pt>
                <c:pt idx="76">
                  <c:v>23.4859729766846</c:v>
                </c:pt>
                <c:pt idx="77">
                  <c:v>23.4868160247803</c:v>
                </c:pt>
                <c:pt idx="78">
                  <c:v>23.4872787475586</c:v>
                </c:pt>
                <c:pt idx="79">
                  <c:v>23.4883602142334</c:v>
                </c:pt>
                <c:pt idx="80">
                  <c:v>23.4860980987549</c:v>
                </c:pt>
                <c:pt idx="81">
                  <c:v>23.4884731292725</c:v>
                </c:pt>
                <c:pt idx="82">
                  <c:v>23.4880195617676</c:v>
                </c:pt>
                <c:pt idx="83">
                  <c:v>23.4862236022949</c:v>
                </c:pt>
                <c:pt idx="84">
                  <c:v>23.489181137085</c:v>
                </c:pt>
                <c:pt idx="85">
                  <c:v>23.4891059875488</c:v>
                </c:pt>
                <c:pt idx="86">
                  <c:v>23.4885345458984</c:v>
                </c:pt>
                <c:pt idx="87">
                  <c:v>23.489847946167</c:v>
                </c:pt>
                <c:pt idx="88">
                  <c:v>23.4893760681152</c:v>
                </c:pt>
                <c:pt idx="89">
                  <c:v>23.4877727508545</c:v>
                </c:pt>
                <c:pt idx="90">
                  <c:v>23.4900127410889</c:v>
                </c:pt>
                <c:pt idx="91">
                  <c:v>23.4883323669434</c:v>
                </c:pt>
                <c:pt idx="92">
                  <c:v>23.4894374847412</c:v>
                </c:pt>
                <c:pt idx="93">
                  <c:v>23.4907585144043</c:v>
                </c:pt>
                <c:pt idx="94">
                  <c:v>23.4894535064697</c:v>
                </c:pt>
                <c:pt idx="95">
                  <c:v>23.4906158447266</c:v>
                </c:pt>
                <c:pt idx="96">
                  <c:v>23.4899864196777</c:v>
                </c:pt>
                <c:pt idx="97">
                  <c:v>23.4908061981201</c:v>
                </c:pt>
                <c:pt idx="98">
                  <c:v>23.4915962219238</c:v>
                </c:pt>
                <c:pt idx="99">
                  <c:v>23.4913959503174</c:v>
                </c:pt>
                <c:pt idx="100">
                  <c:v>23.4895805358887</c:v>
                </c:pt>
                <c:pt idx="101">
                  <c:v>23.4904186248779</c:v>
                </c:pt>
                <c:pt idx="102">
                  <c:v>23.4913822174072</c:v>
                </c:pt>
                <c:pt idx="103">
                  <c:v>23.4906070709229</c:v>
                </c:pt>
                <c:pt idx="104">
                  <c:v>23.4916877746582</c:v>
                </c:pt>
                <c:pt idx="105">
                  <c:v>23.4905895233154</c:v>
                </c:pt>
                <c:pt idx="106">
                  <c:v>23.4905563354492</c:v>
                </c:pt>
                <c:pt idx="107">
                  <c:v>23.4923477172852</c:v>
                </c:pt>
                <c:pt idx="108">
                  <c:v>23.4916568756104</c:v>
                </c:pt>
                <c:pt idx="109">
                  <c:v>23.4919105529785</c:v>
                </c:pt>
                <c:pt idx="110">
                  <c:v>23.4925354003906</c:v>
                </c:pt>
                <c:pt idx="111">
                  <c:v>23.4895454406738</c:v>
                </c:pt>
                <c:pt idx="112">
                  <c:v>23.4907943725586</c:v>
                </c:pt>
                <c:pt idx="113">
                  <c:v>23.4898857116699</c:v>
                </c:pt>
                <c:pt idx="114">
                  <c:v>23.4908866882324</c:v>
                </c:pt>
                <c:pt idx="115">
                  <c:v>23.4932716369629</c:v>
                </c:pt>
                <c:pt idx="116">
                  <c:v>23.4920604705811</c:v>
                </c:pt>
                <c:pt idx="117">
                  <c:v>23.4917171478271</c:v>
                </c:pt>
                <c:pt idx="118">
                  <c:v>23.4903842926025</c:v>
                </c:pt>
                <c:pt idx="119">
                  <c:v>23.490368270874</c:v>
                </c:pt>
              </c:numCache>
            </c:numRef>
          </c:yVal>
          <c:smooth val="0"/>
        </c:ser>
        <c:ser>
          <c:idx val="6"/>
          <c:order val="6"/>
          <c:tx>
            <c:v>Mean - sample SD</c:v>
          </c:tx>
          <c:spPr>
            <a:ln xmlns:a="http://schemas.openxmlformats.org/drawingml/2006/main" w="12383">
              <a:solidFill>
                <a:srgbClr val="69A49D"/>
              </a:solidFill>
              <a:prstDash val="dash"/>
            </a:ln>
          </c:spPr>
          <c:marker>
            <c:symbol val="none"/>
          </c:marker>
          <c:xVal>
            <c:numRef>
              <c:f>'Chart Data'!$M$2:$M$121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Data'!$N$2:$N$121</c:f>
              <c:numCache>
                <c:formatCode>0.00</c:formatCode>
                <c:ptCount val="120"/>
                <c:pt idx="0">
                  <c:v>23.3365290196977</c:v>
                </c:pt>
                <c:pt idx="1">
                  <c:v>23.3522748181592</c:v>
                </c:pt>
                <c:pt idx="2">
                  <c:v>23.3591317741658</c:v>
                </c:pt>
                <c:pt idx="3">
                  <c:v>23.363587403967</c:v>
                </c:pt>
                <c:pt idx="4">
                  <c:v>23.3711260591487</c:v>
                </c:pt>
                <c:pt idx="5">
                  <c:v>23.3793242188324</c:v>
                </c:pt>
                <c:pt idx="6">
                  <c:v>23.3868890919353</c:v>
                </c:pt>
                <c:pt idx="7">
                  <c:v>23.3952124388593</c:v>
                </c:pt>
                <c:pt idx="8">
                  <c:v>23.3997437135783</c:v>
                </c:pt>
                <c:pt idx="9">
                  <c:v>23.4107393660524</c:v>
                </c:pt>
                <c:pt idx="10">
                  <c:v>23.4198698633003</c:v>
                </c:pt>
                <c:pt idx="11">
                  <c:v>23.4244555356777</c:v>
                </c:pt>
                <c:pt idx="12">
                  <c:v>23.4274240955468</c:v>
                </c:pt>
                <c:pt idx="13">
                  <c:v>23.4272097622298</c:v>
                </c:pt>
                <c:pt idx="14">
                  <c:v>23.4274490257585</c:v>
                </c:pt>
                <c:pt idx="15">
                  <c:v>23.4343474767548</c:v>
                </c:pt>
                <c:pt idx="16">
                  <c:v>23.4352757769559</c:v>
                </c:pt>
                <c:pt idx="17">
                  <c:v>23.4368737384123</c:v>
                </c:pt>
                <c:pt idx="18">
                  <c:v>23.4358744455833</c:v>
                </c:pt>
                <c:pt idx="19">
                  <c:v>23.4441546400494</c:v>
                </c:pt>
                <c:pt idx="20">
                  <c:v>23.4397545312783</c:v>
                </c:pt>
                <c:pt idx="21">
                  <c:v>23.4471564513621</c:v>
                </c:pt>
                <c:pt idx="22">
                  <c:v>23.4456638438666</c:v>
                </c:pt>
                <c:pt idx="23">
                  <c:v>23.4452134113611</c:v>
                </c:pt>
                <c:pt idx="24">
                  <c:v>23.4445381396615</c:v>
                </c:pt>
                <c:pt idx="25">
                  <c:v>23.4486185920134</c:v>
                </c:pt>
                <c:pt idx="26">
                  <c:v>23.4494373312054</c:v>
                </c:pt>
                <c:pt idx="27">
                  <c:v>23.4488639179902</c:v>
                </c:pt>
                <c:pt idx="28">
                  <c:v>23.4533647081409</c:v>
                </c:pt>
                <c:pt idx="29">
                  <c:v>23.4559987012381</c:v>
                </c:pt>
                <c:pt idx="30">
                  <c:v>23.4558418968649</c:v>
                </c:pt>
                <c:pt idx="31">
                  <c:v>23.4571723781841</c:v>
                </c:pt>
                <c:pt idx="32">
                  <c:v>23.4544064566945</c:v>
                </c:pt>
                <c:pt idx="33">
                  <c:v>23.4587474083721</c:v>
                </c:pt>
                <c:pt idx="34">
                  <c:v>23.4571196606307</c:v>
                </c:pt>
                <c:pt idx="35">
                  <c:v>23.4597000339485</c:v>
                </c:pt>
                <c:pt idx="36">
                  <c:v>23.4628632662446</c:v>
                </c:pt>
                <c:pt idx="37">
                  <c:v>23.4592371913043</c:v>
                </c:pt>
                <c:pt idx="38">
                  <c:v>23.4607996250026</c:v>
                </c:pt>
                <c:pt idx="39">
                  <c:v>23.4614346379605</c:v>
                </c:pt>
                <c:pt idx="40">
                  <c:v>23.4621196567709</c:v>
                </c:pt>
                <c:pt idx="41">
                  <c:v>23.4589421223684</c:v>
                </c:pt>
                <c:pt idx="42">
                  <c:v>23.4635107861123</c:v>
                </c:pt>
                <c:pt idx="43">
                  <c:v>23.4629813392441</c:v>
                </c:pt>
                <c:pt idx="44">
                  <c:v>23.4675681135237</c:v>
                </c:pt>
                <c:pt idx="45">
                  <c:v>23.465345408948</c:v>
                </c:pt>
                <c:pt idx="46">
                  <c:v>23.4660334878858</c:v>
                </c:pt>
                <c:pt idx="47">
                  <c:v>23.4685652515452</c:v>
                </c:pt>
                <c:pt idx="48">
                  <c:v>23.4675014348509</c:v>
                </c:pt>
                <c:pt idx="49">
                  <c:v>23.4710540935639</c:v>
                </c:pt>
                <c:pt idx="50">
                  <c:v>23.4688510903352</c:v>
                </c:pt>
                <c:pt idx="51">
                  <c:v>23.4728071661076</c:v>
                </c:pt>
                <c:pt idx="52">
                  <c:v>23.4707025450067</c:v>
                </c:pt>
                <c:pt idx="53">
                  <c:v>23.4726011931296</c:v>
                </c:pt>
                <c:pt idx="54">
                  <c:v>23.4721400765688</c:v>
                </c:pt>
                <c:pt idx="55">
                  <c:v>23.472966766499</c:v>
                </c:pt>
                <c:pt idx="56">
                  <c:v>23.4753681682807</c:v>
                </c:pt>
                <c:pt idx="57">
                  <c:v>23.4751203845092</c:v>
                </c:pt>
                <c:pt idx="58">
                  <c:v>23.4739201133616</c:v>
                </c:pt>
                <c:pt idx="59">
                  <c:v>23.474424207546</c:v>
                </c:pt>
                <c:pt idx="60">
                  <c:v>23.4727661100769</c:v>
                </c:pt>
                <c:pt idx="61">
                  <c:v>23.475017687256</c:v>
                </c:pt>
                <c:pt idx="62">
                  <c:v>23.4756076836478</c:v>
                </c:pt>
                <c:pt idx="63">
                  <c:v>23.4747259618822</c:v>
                </c:pt>
                <c:pt idx="64">
                  <c:v>23.4734240155203</c:v>
                </c:pt>
                <c:pt idx="65">
                  <c:v>23.4739362802916</c:v>
                </c:pt>
                <c:pt idx="66">
                  <c:v>23.4759178734839</c:v>
                </c:pt>
                <c:pt idx="67">
                  <c:v>23.4763089760744</c:v>
                </c:pt>
                <c:pt idx="68">
                  <c:v>23.4749882034203</c:v>
                </c:pt>
                <c:pt idx="69">
                  <c:v>23.4754871154932</c:v>
                </c:pt>
                <c:pt idx="70">
                  <c:v>23.4807260096779</c:v>
                </c:pt>
                <c:pt idx="71">
                  <c:v>23.4775352368377</c:v>
                </c:pt>
                <c:pt idx="72">
                  <c:v>23.4782952444409</c:v>
                </c:pt>
                <c:pt idx="73">
                  <c:v>23.4793046820544</c:v>
                </c:pt>
                <c:pt idx="74">
                  <c:v>23.4762365428711</c:v>
                </c:pt>
                <c:pt idx="75">
                  <c:v>23.479062297923</c:v>
                </c:pt>
                <c:pt idx="76">
                  <c:v>23.4768850198219</c:v>
                </c:pt>
                <c:pt idx="77">
                  <c:v>23.4779967536205</c:v>
                </c:pt>
                <c:pt idx="78">
                  <c:v>23.4777680647624</c:v>
                </c:pt>
                <c:pt idx="79">
                  <c:v>23.4769154429955</c:v>
                </c:pt>
                <c:pt idx="80">
                  <c:v>23.4762341107652</c:v>
                </c:pt>
                <c:pt idx="81">
                  <c:v>23.4796222542619</c:v>
                </c:pt>
                <c:pt idx="82">
                  <c:v>23.4783529247576</c:v>
                </c:pt>
                <c:pt idx="83">
                  <c:v>23.476996314493</c:v>
                </c:pt>
                <c:pt idx="84">
                  <c:v>23.4812621992306</c:v>
                </c:pt>
                <c:pt idx="85">
                  <c:v>23.4805959151334</c:v>
                </c:pt>
                <c:pt idx="86">
                  <c:v>23.4796794458049</c:v>
                </c:pt>
                <c:pt idx="87">
                  <c:v>23.4808338944612</c:v>
                </c:pt>
                <c:pt idx="88">
                  <c:v>23.4801659125972</c:v>
                </c:pt>
                <c:pt idx="89">
                  <c:v>23.4785527352224</c:v>
                </c:pt>
                <c:pt idx="90">
                  <c:v>23.4817111782878</c:v>
                </c:pt>
                <c:pt idx="91">
                  <c:v>23.4798184012112</c:v>
                </c:pt>
                <c:pt idx="92">
                  <c:v>23.4795818001517</c:v>
                </c:pt>
                <c:pt idx="93">
                  <c:v>23.4789757042066</c:v>
                </c:pt>
                <c:pt idx="94">
                  <c:v>23.4788251075</c:v>
                </c:pt>
                <c:pt idx="95">
                  <c:v>23.4804578002158</c:v>
                </c:pt>
                <c:pt idx="96">
                  <c:v>23.481977280848</c:v>
                </c:pt>
                <c:pt idx="97">
                  <c:v>23.4807700837233</c:v>
                </c:pt>
                <c:pt idx="98">
                  <c:v>23.4815462407103</c:v>
                </c:pt>
                <c:pt idx="99">
                  <c:v>23.4820717327979</c:v>
                </c:pt>
                <c:pt idx="100">
                  <c:v>23.4789538377326</c:v>
                </c:pt>
                <c:pt idx="101">
                  <c:v>23.4802001830226</c:v>
                </c:pt>
                <c:pt idx="102">
                  <c:v>23.4830895648421</c:v>
                </c:pt>
                <c:pt idx="103">
                  <c:v>23.4823503184538</c:v>
                </c:pt>
                <c:pt idx="104">
                  <c:v>23.4835849523421</c:v>
                </c:pt>
                <c:pt idx="105">
                  <c:v>23.4802972030109</c:v>
                </c:pt>
                <c:pt idx="106">
                  <c:v>23.4809670160549</c:v>
                </c:pt>
                <c:pt idx="107">
                  <c:v>23.4818954301577</c:v>
                </c:pt>
                <c:pt idx="108">
                  <c:v>23.4828014570233</c:v>
                </c:pt>
                <c:pt idx="109">
                  <c:v>23.4814877379185</c:v>
                </c:pt>
                <c:pt idx="110">
                  <c:v>23.4843749804424</c:v>
                </c:pt>
                <c:pt idx="111">
                  <c:v>23.4787710287755</c:v>
                </c:pt>
                <c:pt idx="112">
                  <c:v>23.4826636509748</c:v>
                </c:pt>
                <c:pt idx="113">
                  <c:v>23.4812797273305</c:v>
                </c:pt>
                <c:pt idx="114">
                  <c:v>23.4810377449145</c:v>
                </c:pt>
                <c:pt idx="115">
                  <c:v>23.4858943896158</c:v>
                </c:pt>
                <c:pt idx="116">
                  <c:v>23.4823431322549</c:v>
                </c:pt>
                <c:pt idx="117">
                  <c:v>23.4832065300576</c:v>
                </c:pt>
                <c:pt idx="118">
                  <c:v>23.4805102459085</c:v>
                </c:pt>
                <c:pt idx="119">
                  <c:v>23.4831045871194</c:v>
                </c:pt>
              </c:numCache>
            </c:numRef>
          </c:yVal>
          <c:smooth val="0"/>
        </c:ser>
        <c:ser>
          <c:idx val="7"/>
          <c:order val="7"/>
          <c:tx>
            <c:v>Mean + sample SD</c:v>
          </c:tx>
          <c:spPr>
            <a:ln xmlns:a="http://schemas.openxmlformats.org/drawingml/2006/main" w="12383">
              <a:solidFill>
                <a:srgbClr val="69A49D"/>
              </a:solidFill>
              <a:prstDash val="dash"/>
            </a:ln>
          </c:spPr>
          <c:marker>
            <c:symbol val="none"/>
          </c:marker>
          <c:xVal>
            <c:numRef>
              <c:f>'Chart Data'!$O$2:$O$121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Data'!$P$2:$P$121</c:f>
              <c:numCache>
                <c:formatCode>0.00</c:formatCode>
                <c:ptCount val="120"/>
                <c:pt idx="0">
                  <c:v>23.3405675379195</c:v>
                </c:pt>
                <c:pt idx="1">
                  <c:v>23.3579066088428</c:v>
                </c:pt>
                <c:pt idx="2">
                  <c:v>23.3666868598674</c:v>
                </c:pt>
                <c:pt idx="3">
                  <c:v>23.3752012007693</c:v>
                </c:pt>
                <c:pt idx="4">
                  <c:v>23.3819340909978</c:v>
                </c:pt>
                <c:pt idx="5">
                  <c:v>23.3900353697907</c:v>
                </c:pt>
                <c:pt idx="6">
                  <c:v>23.3987165294026</c:v>
                </c:pt>
                <c:pt idx="7">
                  <c:v>23.4094407288653</c:v>
                </c:pt>
                <c:pt idx="8">
                  <c:v>23.419661651412</c:v>
                </c:pt>
                <c:pt idx="9">
                  <c:v>23.4227162919066</c:v>
                </c:pt>
                <c:pt idx="10">
                  <c:v>23.4300301916313</c:v>
                </c:pt>
                <c:pt idx="11">
                  <c:v>23.4382512209141</c:v>
                </c:pt>
                <c:pt idx="12">
                  <c:v>23.4440824046974</c:v>
                </c:pt>
                <c:pt idx="13">
                  <c:v>23.4461819614031</c:v>
                </c:pt>
                <c:pt idx="14">
                  <c:v>23.4489029029525</c:v>
                </c:pt>
                <c:pt idx="15">
                  <c:v>23.4539764978546</c:v>
                </c:pt>
                <c:pt idx="16">
                  <c:v>23.4582605999972</c:v>
                </c:pt>
                <c:pt idx="17">
                  <c:v>23.4596831158358</c:v>
                </c:pt>
                <c:pt idx="18">
                  <c:v>23.4655461476784</c:v>
                </c:pt>
                <c:pt idx="19">
                  <c:v>23.4664593736224</c:v>
                </c:pt>
                <c:pt idx="20">
                  <c:v>23.467987778292</c:v>
                </c:pt>
                <c:pt idx="21">
                  <c:v>23.4658516663137</c:v>
                </c:pt>
                <c:pt idx="22">
                  <c:v>23.4655284779108</c:v>
                </c:pt>
                <c:pt idx="23">
                  <c:v>23.4672598857581</c:v>
                </c:pt>
                <c:pt idx="24">
                  <c:v>23.4738784557975</c:v>
                </c:pt>
                <c:pt idx="25">
                  <c:v>23.4682248222933</c:v>
                </c:pt>
                <c:pt idx="26">
                  <c:v>23.4718509683551</c:v>
                </c:pt>
                <c:pt idx="27">
                  <c:v>23.4724144633574</c:v>
                </c:pt>
                <c:pt idx="28">
                  <c:v>23.4702009656872</c:v>
                </c:pt>
                <c:pt idx="29">
                  <c:v>23.4718020494943</c:v>
                </c:pt>
                <c:pt idx="30">
                  <c:v>23.4723349830179</c:v>
                </c:pt>
                <c:pt idx="31">
                  <c:v>23.476500717519</c:v>
                </c:pt>
                <c:pt idx="32">
                  <c:v>23.4743563606883</c:v>
                </c:pt>
                <c:pt idx="33">
                  <c:v>23.4782444739521</c:v>
                </c:pt>
                <c:pt idx="34">
                  <c:v>23.4794495532365</c:v>
                </c:pt>
                <c:pt idx="35">
                  <c:v>23.4759811183952</c:v>
                </c:pt>
                <c:pt idx="36">
                  <c:v>23.4776678922027</c:v>
                </c:pt>
                <c:pt idx="37">
                  <c:v>23.4796605137738</c:v>
                </c:pt>
                <c:pt idx="38">
                  <c:v>23.4799527858861</c:v>
                </c:pt>
                <c:pt idx="39">
                  <c:v>23.4819293146762</c:v>
                </c:pt>
                <c:pt idx="40">
                  <c:v>23.4802448451822</c:v>
                </c:pt>
                <c:pt idx="41">
                  <c:v>23.4829569865183</c:v>
                </c:pt>
                <c:pt idx="42">
                  <c:v>23.4862481250205</c:v>
                </c:pt>
                <c:pt idx="43">
                  <c:v>23.4869759361465</c:v>
                </c:pt>
                <c:pt idx="44">
                  <c:v>23.4850357988298</c:v>
                </c:pt>
                <c:pt idx="45">
                  <c:v>23.4850665783567</c:v>
                </c:pt>
                <c:pt idx="46">
                  <c:v>23.4851238912646</c:v>
                </c:pt>
                <c:pt idx="47">
                  <c:v>23.4853158214529</c:v>
                </c:pt>
                <c:pt idx="48">
                  <c:v>23.4852443842409</c:v>
                </c:pt>
                <c:pt idx="49">
                  <c:v>23.486443312442</c:v>
                </c:pt>
                <c:pt idx="50">
                  <c:v>23.4860721579558</c:v>
                </c:pt>
                <c:pt idx="51">
                  <c:v>23.486354973785</c:v>
                </c:pt>
                <c:pt idx="52">
                  <c:v>23.4881948548956</c:v>
                </c:pt>
                <c:pt idx="53">
                  <c:v>23.4884064973001</c:v>
                </c:pt>
                <c:pt idx="54">
                  <c:v>23.490965697357</c:v>
                </c:pt>
                <c:pt idx="55">
                  <c:v>23.4899208067431</c:v>
                </c:pt>
                <c:pt idx="56">
                  <c:v>23.4870662189263</c:v>
                </c:pt>
                <c:pt idx="57">
                  <c:v>23.4919213940552</c:v>
                </c:pt>
                <c:pt idx="58">
                  <c:v>23.4884189064138</c:v>
                </c:pt>
                <c:pt idx="59">
                  <c:v>23.4873754140361</c:v>
                </c:pt>
                <c:pt idx="60">
                  <c:v>23.4921119721985</c:v>
                </c:pt>
                <c:pt idx="61">
                  <c:v>23.4934553657225</c:v>
                </c:pt>
                <c:pt idx="62">
                  <c:v>23.4905376410593</c:v>
                </c:pt>
                <c:pt idx="63">
                  <c:v>23.4951425073561</c:v>
                </c:pt>
                <c:pt idx="64">
                  <c:v>23.4956349749582</c:v>
                </c:pt>
                <c:pt idx="65">
                  <c:v>23.4919107350892</c:v>
                </c:pt>
                <c:pt idx="66">
                  <c:v>23.4936210059107</c:v>
                </c:pt>
                <c:pt idx="67">
                  <c:v>23.4956781760252</c:v>
                </c:pt>
                <c:pt idx="68">
                  <c:v>23.4951602645973</c:v>
                </c:pt>
                <c:pt idx="69">
                  <c:v>23.4955349181982</c:v>
                </c:pt>
                <c:pt idx="70">
                  <c:v>23.4931555210838</c:v>
                </c:pt>
                <c:pt idx="71">
                  <c:v>23.4950996508576</c:v>
                </c:pt>
                <c:pt idx="72">
                  <c:v>23.4962561471607</c:v>
                </c:pt>
                <c:pt idx="73">
                  <c:v>23.4948331963636</c:v>
                </c:pt>
                <c:pt idx="74">
                  <c:v>23.4955186756348</c:v>
                </c:pt>
                <c:pt idx="75">
                  <c:v>23.4963748663837</c:v>
                </c:pt>
                <c:pt idx="76">
                  <c:v>23.4950609335472</c:v>
                </c:pt>
                <c:pt idx="77">
                  <c:v>23.4956352959401</c:v>
                </c:pt>
                <c:pt idx="78">
                  <c:v>23.4967894303548</c:v>
                </c:pt>
                <c:pt idx="79">
                  <c:v>23.4998049854713</c:v>
                </c:pt>
                <c:pt idx="80">
                  <c:v>23.4959620867446</c:v>
                </c:pt>
                <c:pt idx="81">
                  <c:v>23.497324004283</c:v>
                </c:pt>
                <c:pt idx="82">
                  <c:v>23.4976861987776</c:v>
                </c:pt>
                <c:pt idx="83">
                  <c:v>23.4954508900969</c:v>
                </c:pt>
                <c:pt idx="84">
                  <c:v>23.4971000749393</c:v>
                </c:pt>
                <c:pt idx="85">
                  <c:v>23.4976160599642</c:v>
                </c:pt>
                <c:pt idx="86">
                  <c:v>23.4973896459919</c:v>
                </c:pt>
                <c:pt idx="87">
                  <c:v>23.4988619978728</c:v>
                </c:pt>
                <c:pt idx="88">
                  <c:v>23.4985862236333</c:v>
                </c:pt>
                <c:pt idx="89">
                  <c:v>23.4969927664866</c:v>
                </c:pt>
                <c:pt idx="90">
                  <c:v>23.4983143038899</c:v>
                </c:pt>
                <c:pt idx="91">
                  <c:v>23.4968463326755</c:v>
                </c:pt>
                <c:pt idx="92">
                  <c:v>23.4992931693307</c:v>
                </c:pt>
                <c:pt idx="93">
                  <c:v>23.502541324602</c:v>
                </c:pt>
                <c:pt idx="94">
                  <c:v>23.5000819054394</c:v>
                </c:pt>
                <c:pt idx="95">
                  <c:v>23.5007738892374</c:v>
                </c:pt>
                <c:pt idx="96">
                  <c:v>23.4979955585075</c:v>
                </c:pt>
                <c:pt idx="97">
                  <c:v>23.5008423125169</c:v>
                </c:pt>
                <c:pt idx="98">
                  <c:v>23.5016462031373</c:v>
                </c:pt>
                <c:pt idx="99">
                  <c:v>23.5007201678368</c:v>
                </c:pt>
                <c:pt idx="100">
                  <c:v>23.5002072340447</c:v>
                </c:pt>
                <c:pt idx="101">
                  <c:v>23.5006370667332</c:v>
                </c:pt>
                <c:pt idx="102">
                  <c:v>23.4996748699724</c:v>
                </c:pt>
                <c:pt idx="103">
                  <c:v>23.4988638233919</c:v>
                </c:pt>
                <c:pt idx="104">
                  <c:v>23.4997905969743</c:v>
                </c:pt>
                <c:pt idx="105">
                  <c:v>23.50088184362</c:v>
                </c:pt>
                <c:pt idx="106">
                  <c:v>23.5001456548435</c:v>
                </c:pt>
                <c:pt idx="107">
                  <c:v>23.5028000044126</c:v>
                </c:pt>
                <c:pt idx="108">
                  <c:v>23.5005122941974</c:v>
                </c:pt>
                <c:pt idx="109">
                  <c:v>23.5023333680385</c:v>
                </c:pt>
                <c:pt idx="110">
                  <c:v>23.5006958203389</c:v>
                </c:pt>
                <c:pt idx="111">
                  <c:v>23.5003198525722</c:v>
                </c:pt>
                <c:pt idx="112">
                  <c:v>23.4989250941424</c:v>
                </c:pt>
                <c:pt idx="113">
                  <c:v>23.4984916960094</c:v>
                </c:pt>
                <c:pt idx="114">
                  <c:v>23.5007356315504</c:v>
                </c:pt>
                <c:pt idx="115">
                  <c:v>23.50064888431</c:v>
                </c:pt>
                <c:pt idx="116">
                  <c:v>23.5017778089072</c:v>
                </c:pt>
                <c:pt idx="117">
                  <c:v>23.5002277655967</c:v>
                </c:pt>
                <c:pt idx="118">
                  <c:v>23.5002583392966</c:v>
                </c:pt>
                <c:pt idx="119">
                  <c:v>23.4976319546287</c:v>
                </c:pt>
              </c:numCache>
            </c:numRef>
          </c:yVal>
          <c:smooth val="0"/>
        </c:ser>
        <c:dLbls>
          <c:txPr>
            <a:bodyPr xmlns:a="http://schemas.openxmlformats.org/drawingml/2006/main" anchorCtr="1"/>
            <a:lstStyle xmlns:a="http://schemas.openxmlformats.org/drawingml/2006/main"/>
            <a:p xmlns:a="http://schemas.openxmlformats.org/drawingml/2006/main">
              <a:pPr>
                <a:defRPr>
                  <a:latin typeface="Atkinson Hyperlegible"/>
                  <a:ea typeface="Atkinson Hyperlegible"/>
                  <a:cs typeface="Atkinson Hyperlegible"/>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6668">
              <a:solidFill>
                <a:srgbClr val="D8E5DF"/>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crossAx val="48650112"/>
      </c:valAx>
      <c:valAx>
        <c:axId val="48650112"/>
        <c:scaling>
          <c:orientation val="minMax"/>
          <c:max val="3000"/>
          <c:min val="0"/>
        </c:scaling>
        <c:delete val="0"/>
        <c:axPos val="b"/>
        <c:title>
          <c:tx>
            <c:rich>
              <a:bodyPr xmlns:a="http://schemas.openxmlformats.org/drawingml/2006/main"/>
              <a:lstStyle xmlns:a="http://schemas.openxmlformats.org/drawingml/2006/main"/>
              <a:p xmlns:a="http://schemas.openxmlformats.org/drawingml/2006/main">
                <a:r>
                  <a:rPr sz="1200">
                    <a:solidFill>
                      <a:srgbClr val="58787A"/>
                    </a:solidFill>
                    <a:latin typeface="Atkinson Hyperlegible"/>
                    <a:ea typeface="Atkinson Hyperlegible"/>
                    <a:cs typeface="Atkinson Hyperlegible"/>
                  </a:rPr>
                  <a:t>PPO iteration</a:t>
                </a:r>
              </a:p>
            </c:rich>
          </c:tx>
          <c:overlay val="0"/>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title>
        <c:numFmt formatCode="0"/>
        <c:majorTickMark val="none"/>
        <c:minorTickMark val="none"/>
        <c:tickLblPos val="low"/>
        <c:spPr>
          <a:ln xmlns:a="http://schemas.openxmlformats.org/drawingml/2006/main" w="9525">
            <a:solidFill>
              <a:srgbClr val="D8E5DF"/>
            </a:solidFill>
          </a:ln>
        </c:spPr>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crossAx val="48672768"/>
        <c:majorUnit val="1000"/>
      </c:valAx>
      <c:spPr>
        <a:solidFill xmlns:a="http://schemas.openxmlformats.org/drawingml/2006/main">
          <a:srgbClr val="F5F8F5"/>
        </a:solidFill>
        <a:ln xmlns:a="http://schemas.openxmlformats.org/drawingml/2006/main" w="0">
          <a:noFill/>
        </a:ln>
      </c:spPr>
    </c:plotArea>
    <c:plotVisOnly val="1"/>
  </c:chart>
  <c:spPr>
    <a:solidFill xmlns:a="http://schemas.openxmlformats.org/drawingml/2006/main">
      <a:srgbClr val="F5F8F5"/>
    </a:solidFill>
    <a:ln xmlns:a="http://schemas.openxmlformats.org/drawingml/2006/main" w="0">
      <a:noFill/>
    </a:ln>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73F43"/>
                </a:solidFill>
                <a:latin typeface="Atkinson Hyperlegible"/>
                <a:ea typeface="Atkinson Hyperlegible"/>
                <a:cs typeface="Atkinson Hyperlegible"/>
              </a:rPr>
              <a:t>Policy loss</a:t>
            </a:r>
          </a:p>
        </c:rich>
      </c:tx>
      <c:overlay val="0"/>
      <c:txPr>
        <a:bodyPr xmlns:a="http://schemas.openxmlformats.org/drawingml/2006/main" anchorCtr="1"/>
        <a:lstStyle xmlns:a="http://schemas.openxmlformats.org/drawingml/2006/main"/>
        <a:p xmlns:a="http://schemas.openxmlformats.org/drawingml/2006/main">
          <a:pPr>
            <a:defRPr sz="1650" b="1">
              <a:solidFill>
                <a:srgbClr val="173F43"/>
              </a:solidFill>
              <a:latin typeface="Atkinson Hyperlegible"/>
              <a:ea typeface="Atkinson Hyperlegible"/>
              <a:cs typeface="Atkinson Hyperlegible"/>
            </a:defRPr>
          </a:pPr>
        </a:p>
      </c:txPr>
    </c:title>
    <c:plotArea>
      <c:scatterChart>
        <c:scatterStyle val="line"/>
        <c:varyColors val="0"/>
        <c:ser>
          <c:idx val="0"/>
          <c:order val="0"/>
          <c:tx>
            <c:v>1729</c:v>
          </c:tx>
          <c:spPr>
            <a:ln xmlns:a="http://schemas.openxmlformats.org/drawingml/2006/main" w="7620">
              <a:solidFill>
                <a:srgbClr val="7DB8B2"/>
              </a:solidFill>
            </a:ln>
          </c:spPr>
          <c:marker>
            <c:symbol val="none"/>
          </c:marker>
          <c:xVal>
            <c:numRef>
              <c:f>'Chart Data'!$A$2:$A$121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Data'!$B$2:$B$121</c:f>
              <c:numCache>
                <c:formatCode>0.0000</c:formatCode>
                <c:ptCount val="120"/>
                <c:pt idx="0">
                  <c:v>-0.0096034687012434</c:v>
                </c:pt>
                <c:pt idx="1">
                  <c:v>-0.00715909525752068</c:v>
                </c:pt>
                <c:pt idx="2">
                  <c:v>-0.00679455604404211</c:v>
                </c:pt>
                <c:pt idx="3">
                  <c:v>-0.0069880522787571</c:v>
                </c:pt>
                <c:pt idx="4">
                  <c:v>-0.00552542880177498</c:v>
                </c:pt>
                <c:pt idx="5">
                  <c:v>-0.00599389616400003</c:v>
                </c:pt>
                <c:pt idx="6">
                  <c:v>-0.00579604506492615</c:v>
                </c:pt>
                <c:pt idx="7">
                  <c:v>-0.00495044840499759</c:v>
                </c:pt>
                <c:pt idx="8">
                  <c:v>-0.00532611552625895</c:v>
                </c:pt>
                <c:pt idx="9">
                  <c:v>-0.00375855294987559</c:v>
                </c:pt>
                <c:pt idx="10">
                  <c:v>-0.00340536329895258</c:v>
                </c:pt>
                <c:pt idx="11">
                  <c:v>-0.00248260400258005</c:v>
                </c:pt>
                <c:pt idx="12">
                  <c:v>-0.00257557700388134</c:v>
                </c:pt>
                <c:pt idx="13">
                  <c:v>-0.00300499936565757</c:v>
                </c:pt>
                <c:pt idx="14">
                  <c:v>-0.00362549535930157</c:v>
                </c:pt>
                <c:pt idx="15">
                  <c:v>-0.00313565833494067</c:v>
                </c:pt>
                <c:pt idx="16">
                  <c:v>-0.00308573129586875</c:v>
                </c:pt>
                <c:pt idx="17">
                  <c:v>-0.00324114854447544</c:v>
                </c:pt>
                <c:pt idx="18">
                  <c:v>-0.00288830231875181</c:v>
                </c:pt>
                <c:pt idx="19">
                  <c:v>-0.00242481427267194</c:v>
                </c:pt>
                <c:pt idx="20">
                  <c:v>-0.00252858526073396</c:v>
                </c:pt>
                <c:pt idx="21">
                  <c:v>-0.0028090663254261</c:v>
                </c:pt>
                <c:pt idx="22">
                  <c:v>-0.00183302816003561</c:v>
                </c:pt>
                <c:pt idx="23">
                  <c:v>-0.00257576163858175</c:v>
                </c:pt>
                <c:pt idx="24">
                  <c:v>-0.0022099451161921</c:v>
                </c:pt>
                <c:pt idx="25">
                  <c:v>-0.00348523538559675</c:v>
                </c:pt>
                <c:pt idx="26">
                  <c:v>-0.00291665806435049</c:v>
                </c:pt>
                <c:pt idx="27">
                  <c:v>-0.00211915466934443</c:v>
                </c:pt>
                <c:pt idx="28">
                  <c:v>-0.0029146873857826</c:v>
                </c:pt>
                <c:pt idx="29">
                  <c:v>-0.00159898097626865</c:v>
                </c:pt>
                <c:pt idx="30">
                  <c:v>-0.00106614152900875</c:v>
                </c:pt>
                <c:pt idx="31">
                  <c:v>-0.001303082681261</c:v>
                </c:pt>
                <c:pt idx="32">
                  <c:v>-0.00245815189555287</c:v>
                </c:pt>
                <c:pt idx="33">
                  <c:v>-0.00219055451452732</c:v>
                </c:pt>
                <c:pt idx="34">
                  <c:v>-0.00167488341685385</c:v>
                </c:pt>
                <c:pt idx="35">
                  <c:v>-0.00211033504456282</c:v>
                </c:pt>
                <c:pt idx="36">
                  <c:v>-0.00220088427886367</c:v>
                </c:pt>
                <c:pt idx="37">
                  <c:v>-0.00286135519854724</c:v>
                </c:pt>
                <c:pt idx="38">
                  <c:v>-0.00203768839128315</c:v>
                </c:pt>
                <c:pt idx="39">
                  <c:v>-0.00249325251206756</c:v>
                </c:pt>
                <c:pt idx="40">
                  <c:v>-0.00176995736546814</c:v>
                </c:pt>
                <c:pt idx="41">
                  <c:v>-0.00276420707814395</c:v>
                </c:pt>
                <c:pt idx="42">
                  <c:v>-0.00235114083625376</c:v>
                </c:pt>
                <c:pt idx="43">
                  <c:v>-0.0021576602011919</c:v>
                </c:pt>
                <c:pt idx="44">
                  <c:v>-0.00209051324054599</c:v>
                </c:pt>
                <c:pt idx="45">
                  <c:v>-0.00209963973611593</c:v>
                </c:pt>
                <c:pt idx="46">
                  <c:v>-0.00218592351302505</c:v>
                </c:pt>
                <c:pt idx="47">
                  <c:v>-0.00216870685108006</c:v>
                </c:pt>
                <c:pt idx="48">
                  <c:v>-0.00167001644149423</c:v>
                </c:pt>
                <c:pt idx="49">
                  <c:v>-0.00248157209716737</c:v>
                </c:pt>
                <c:pt idx="50">
                  <c:v>-0.00199643592350185</c:v>
                </c:pt>
                <c:pt idx="51">
                  <c:v>-0.00203345390036702</c:v>
                </c:pt>
                <c:pt idx="52">
                  <c:v>-0.00273808068595827</c:v>
                </c:pt>
                <c:pt idx="53">
                  <c:v>-0.0016248447354883</c:v>
                </c:pt>
                <c:pt idx="54">
                  <c:v>-0.00251981941983104</c:v>
                </c:pt>
                <c:pt idx="55">
                  <c:v>-0.00146866159047931</c:v>
                </c:pt>
                <c:pt idx="56">
                  <c:v>-0.00197957921773195</c:v>
                </c:pt>
                <c:pt idx="57">
                  <c:v>-0.00202489411458373</c:v>
                </c:pt>
                <c:pt idx="58">
                  <c:v>-0.00201744493097067</c:v>
                </c:pt>
                <c:pt idx="59">
                  <c:v>-0.00221073161810637</c:v>
                </c:pt>
                <c:pt idx="60">
                  <c:v>-0.0018654492450878</c:v>
                </c:pt>
                <c:pt idx="61">
                  <c:v>-0.00211324240081012</c:v>
                </c:pt>
                <c:pt idx="62">
                  <c:v>-0.00169176131021231</c:v>
                </c:pt>
                <c:pt idx="63">
                  <c:v>-0.00154375284910202</c:v>
                </c:pt>
                <c:pt idx="64">
                  <c:v>-0.00199774443171918</c:v>
                </c:pt>
                <c:pt idx="65">
                  <c:v>-0.00250735390000045</c:v>
                </c:pt>
                <c:pt idx="66">
                  <c:v>-0.00232814671471715</c:v>
                </c:pt>
                <c:pt idx="67">
                  <c:v>-0.00186701153870672</c:v>
                </c:pt>
                <c:pt idx="68">
                  <c:v>-0.0016080962959677</c:v>
                </c:pt>
                <c:pt idx="69">
                  <c:v>-0.00179530656896532</c:v>
                </c:pt>
                <c:pt idx="70">
                  <c:v>-0.00183635100256652</c:v>
                </c:pt>
                <c:pt idx="71">
                  <c:v>-0.00180683005601168</c:v>
                </c:pt>
                <c:pt idx="72">
                  <c:v>-0.00179562845733017</c:v>
                </c:pt>
                <c:pt idx="73">
                  <c:v>-0.00157708348706365</c:v>
                </c:pt>
                <c:pt idx="74">
                  <c:v>-0.00166081578936428</c:v>
                </c:pt>
                <c:pt idx="75">
                  <c:v>-0.00197737431153655</c:v>
                </c:pt>
                <c:pt idx="76">
                  <c:v>-0.00174010684713721</c:v>
                </c:pt>
                <c:pt idx="77">
                  <c:v>-0.00210874248296022</c:v>
                </c:pt>
                <c:pt idx="78">
                  <c:v>-0.00172233849298209</c:v>
                </c:pt>
                <c:pt idx="79">
                  <c:v>-0.00138161540962756</c:v>
                </c:pt>
                <c:pt idx="80">
                  <c:v>-0.00180591666139662</c:v>
                </c:pt>
                <c:pt idx="81">
                  <c:v>-0.00183637288864702</c:v>
                </c:pt>
                <c:pt idx="82">
                  <c:v>-0.00199892651289701</c:v>
                </c:pt>
                <c:pt idx="83">
                  <c:v>-0.00167491042520851</c:v>
                </c:pt>
                <c:pt idx="84">
                  <c:v>-0.00172937975730747</c:v>
                </c:pt>
                <c:pt idx="85">
                  <c:v>-0.00205640564672649</c:v>
                </c:pt>
                <c:pt idx="86">
                  <c:v>-0.000994919915683568</c:v>
                </c:pt>
                <c:pt idx="87">
                  <c:v>-0.000985994935035706</c:v>
                </c:pt>
                <c:pt idx="88">
                  <c:v>-0.00139630027115345</c:v>
                </c:pt>
                <c:pt idx="89">
                  <c:v>-0.00140690593980253</c:v>
                </c:pt>
                <c:pt idx="90">
                  <c:v>-0.00208700145594776</c:v>
                </c:pt>
                <c:pt idx="91">
                  <c:v>-0.00139093841426075</c:v>
                </c:pt>
                <c:pt idx="92">
                  <c:v>-0.00185990368481725</c:v>
                </c:pt>
                <c:pt idx="93">
                  <c:v>-0.00152587075717747</c:v>
                </c:pt>
                <c:pt idx="94">
                  <c:v>-0.00184753187932074</c:v>
                </c:pt>
                <c:pt idx="95">
                  <c:v>-0.00198972132056952</c:v>
                </c:pt>
                <c:pt idx="96">
                  <c:v>-0.000869209587108344</c:v>
                </c:pt>
                <c:pt idx="97">
                  <c:v>-0.00131428497843444</c:v>
                </c:pt>
                <c:pt idx="98">
                  <c:v>-0.00188551936298609</c:v>
                </c:pt>
                <c:pt idx="99">
                  <c:v>-0.00233616027981043</c:v>
                </c:pt>
                <c:pt idx="100">
                  <c:v>-0.000914718839339912</c:v>
                </c:pt>
                <c:pt idx="101">
                  <c:v>-0.00160162663087249</c:v>
                </c:pt>
                <c:pt idx="102">
                  <c:v>-0.00110030034556985</c:v>
                </c:pt>
                <c:pt idx="103">
                  <c:v>-0.00122541363816708</c:v>
                </c:pt>
                <c:pt idx="104">
                  <c:v>-0.00108538591302931</c:v>
                </c:pt>
                <c:pt idx="105">
                  <c:v>-0.00106237037107348</c:v>
                </c:pt>
                <c:pt idx="106">
                  <c:v>-0.00114193838089705</c:v>
                </c:pt>
                <c:pt idx="107">
                  <c:v>-0.00078890414442867</c:v>
                </c:pt>
                <c:pt idx="108">
                  <c:v>-0.000811534584499896</c:v>
                </c:pt>
                <c:pt idx="109">
                  <c:v>-0.000850629468914121</c:v>
                </c:pt>
                <c:pt idx="110">
                  <c:v>-0.000876070698723197</c:v>
                </c:pt>
                <c:pt idx="111">
                  <c:v>-0.000651377195026726</c:v>
                </c:pt>
                <c:pt idx="112">
                  <c:v>-0.000932148133870214</c:v>
                </c:pt>
                <c:pt idx="113">
                  <c:v>-0.000633016810752451</c:v>
                </c:pt>
                <c:pt idx="114">
                  <c:v>-0.000436389207607135</c:v>
                </c:pt>
                <c:pt idx="115">
                  <c:v>-0.000521552050486207</c:v>
                </c:pt>
                <c:pt idx="116">
                  <c:v>-0.000148344930494204</c:v>
                </c:pt>
                <c:pt idx="117">
                  <c:v>-0.000309794675558805</c:v>
                </c:pt>
                <c:pt idx="118">
                  <c:v>-5.92273063375615E-05</c:v>
                </c:pt>
                <c:pt idx="119">
                  <c:v>-6.20881734914036E-10</c:v>
                </c:pt>
              </c:numCache>
            </c:numRef>
          </c:yVal>
          <c:smooth val="0"/>
        </c:ser>
        <c:ser>
          <c:idx val="1"/>
          <c:order val="1"/>
          <c:tx>
            <c:v>2718</c:v>
          </c:tx>
          <c:spPr>
            <a:ln xmlns:a="http://schemas.openxmlformats.org/drawingml/2006/main" w="7620">
              <a:solidFill>
                <a:srgbClr val="E9B7A9"/>
              </a:solidFill>
            </a:ln>
          </c:spPr>
          <c:marker>
            <c:symbol val="none"/>
          </c:marker>
          <c:xVal>
            <c:numRef>
              <c:f>'Chart Data'!$C$2:$C$121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Data'!$D$2:$D$121</c:f>
              <c:numCache>
                <c:formatCode>0.0000</c:formatCode>
                <c:ptCount val="120"/>
                <c:pt idx="0">
                  <c:v>-0.00691509386524558</c:v>
                </c:pt>
                <c:pt idx="1">
                  <c:v>-0.00823314301669598</c:v>
                </c:pt>
                <c:pt idx="2">
                  <c:v>-0.00659656478092074</c:v>
                </c:pt>
                <c:pt idx="3">
                  <c:v>-0.00605550361797214</c:v>
                </c:pt>
                <c:pt idx="4">
                  <c:v>-0.00443242583423853</c:v>
                </c:pt>
                <c:pt idx="5">
                  <c:v>-0.00751539971679449</c:v>
                </c:pt>
                <c:pt idx="6">
                  <c:v>-0.0051182103343308</c:v>
                </c:pt>
                <c:pt idx="7">
                  <c:v>-0.00704597076401114</c:v>
                </c:pt>
                <c:pt idx="8">
                  <c:v>-0.00520700681954622</c:v>
                </c:pt>
                <c:pt idx="9">
                  <c:v>-0.00477252528071404</c:v>
                </c:pt>
                <c:pt idx="10">
                  <c:v>-0.00383796636015177</c:v>
                </c:pt>
                <c:pt idx="11">
                  <c:v>-0.00434295274317265</c:v>
                </c:pt>
                <c:pt idx="12">
                  <c:v>-0.00395156536251307</c:v>
                </c:pt>
                <c:pt idx="13">
                  <c:v>-0.00323236268013716</c:v>
                </c:pt>
                <c:pt idx="14">
                  <c:v>-0.00276769092306495</c:v>
                </c:pt>
                <c:pt idx="15">
                  <c:v>-0.00370300374925137</c:v>
                </c:pt>
                <c:pt idx="16">
                  <c:v>-0.00461773574352264</c:v>
                </c:pt>
                <c:pt idx="17">
                  <c:v>-0.00256205094046891</c:v>
                </c:pt>
                <c:pt idx="18">
                  <c:v>-0.00305660325102508</c:v>
                </c:pt>
                <c:pt idx="19">
                  <c:v>-0.00373589224182069</c:v>
                </c:pt>
                <c:pt idx="20">
                  <c:v>-0.00301378360018134</c:v>
                </c:pt>
                <c:pt idx="21">
                  <c:v>-0.00308267585933208</c:v>
                </c:pt>
                <c:pt idx="22">
                  <c:v>-0.00240163644775748</c:v>
                </c:pt>
                <c:pt idx="23">
                  <c:v>-0.00268991920165718</c:v>
                </c:pt>
                <c:pt idx="24">
                  <c:v>-0.00289813964627683</c:v>
                </c:pt>
                <c:pt idx="25">
                  <c:v>-0.00333587452769279</c:v>
                </c:pt>
                <c:pt idx="26">
                  <c:v>-0.00267345923930407</c:v>
                </c:pt>
                <c:pt idx="27">
                  <c:v>-0.00252099568024278</c:v>
                </c:pt>
                <c:pt idx="28">
                  <c:v>-0.0018638203619048</c:v>
                </c:pt>
                <c:pt idx="29">
                  <c:v>-0.00344573962502182</c:v>
                </c:pt>
                <c:pt idx="30">
                  <c:v>-0.00281760608777404</c:v>
                </c:pt>
                <c:pt idx="31">
                  <c:v>-0.00363479554653168</c:v>
                </c:pt>
                <c:pt idx="32">
                  <c:v>-0.00388159975409508</c:v>
                </c:pt>
                <c:pt idx="33">
                  <c:v>-0.00309795700013638</c:v>
                </c:pt>
                <c:pt idx="34">
                  <c:v>-0.00263042910955846</c:v>
                </c:pt>
                <c:pt idx="35">
                  <c:v>-0.00352652836591005</c:v>
                </c:pt>
                <c:pt idx="36">
                  <c:v>-0.0021968106739223</c:v>
                </c:pt>
                <c:pt idx="37">
                  <c:v>-0.00282298866659403</c:v>
                </c:pt>
                <c:pt idx="38">
                  <c:v>-0.00290896883234382</c:v>
                </c:pt>
                <c:pt idx="39">
                  <c:v>-0.00210778159089386</c:v>
                </c:pt>
                <c:pt idx="40">
                  <c:v>-0.00230027129873633</c:v>
                </c:pt>
                <c:pt idx="41">
                  <c:v>-0.0027954475954175</c:v>
                </c:pt>
                <c:pt idx="42">
                  <c:v>-0.00310352118685842</c:v>
                </c:pt>
                <c:pt idx="43">
                  <c:v>-0.00333813298493624</c:v>
                </c:pt>
                <c:pt idx="44">
                  <c:v>-0.00268628052435815</c:v>
                </c:pt>
                <c:pt idx="45">
                  <c:v>-0.00307610793970525</c:v>
                </c:pt>
                <c:pt idx="46">
                  <c:v>-0.00284528685733676</c:v>
                </c:pt>
                <c:pt idx="47">
                  <c:v>-0.00323890661820769</c:v>
                </c:pt>
                <c:pt idx="48">
                  <c:v>-0.00211243215017021</c:v>
                </c:pt>
                <c:pt idx="49">
                  <c:v>-0.00303548155352473</c:v>
                </c:pt>
                <c:pt idx="50">
                  <c:v>-0.00257216254249215</c:v>
                </c:pt>
                <c:pt idx="51">
                  <c:v>-0.00342014292255044</c:v>
                </c:pt>
                <c:pt idx="52">
                  <c:v>-0.00233524758368731</c:v>
                </c:pt>
                <c:pt idx="53">
                  <c:v>-0.00367448478937149</c:v>
                </c:pt>
                <c:pt idx="54">
                  <c:v>-0.00275114784017205</c:v>
                </c:pt>
                <c:pt idx="55">
                  <c:v>-0.00281223165802658</c:v>
                </c:pt>
                <c:pt idx="56">
                  <c:v>-0.00269225775264204</c:v>
                </c:pt>
                <c:pt idx="57">
                  <c:v>-0.00306334858760238</c:v>
                </c:pt>
                <c:pt idx="58">
                  <c:v>-0.00223270244896412</c:v>
                </c:pt>
                <c:pt idx="59">
                  <c:v>-0.00321080256253481</c:v>
                </c:pt>
                <c:pt idx="60">
                  <c:v>-0.00212836917489767</c:v>
                </c:pt>
                <c:pt idx="61">
                  <c:v>-0.00345663214102387</c:v>
                </c:pt>
                <c:pt idx="62">
                  <c:v>-0.00434879120439291</c:v>
                </c:pt>
                <c:pt idx="63">
                  <c:v>-0.00259616738185287</c:v>
                </c:pt>
                <c:pt idx="64">
                  <c:v>-0.00189559767022729</c:v>
                </c:pt>
                <c:pt idx="65">
                  <c:v>-0.00187981384806335</c:v>
                </c:pt>
                <c:pt idx="66">
                  <c:v>-0.00255186716094613</c:v>
                </c:pt>
                <c:pt idx="67">
                  <c:v>-0.00167612626682967</c:v>
                </c:pt>
                <c:pt idx="68">
                  <c:v>-0.00326616573147476</c:v>
                </c:pt>
                <c:pt idx="69">
                  <c:v>-0.00297800521366298</c:v>
                </c:pt>
                <c:pt idx="70">
                  <c:v>-0.00200946442782879</c:v>
                </c:pt>
                <c:pt idx="71">
                  <c:v>-0.00261773495003581</c:v>
                </c:pt>
                <c:pt idx="72">
                  <c:v>-0.00266588805243373</c:v>
                </c:pt>
                <c:pt idx="73">
                  <c:v>-0.00221573328599334</c:v>
                </c:pt>
                <c:pt idx="74">
                  <c:v>-0.00304211815819144</c:v>
                </c:pt>
                <c:pt idx="75">
                  <c:v>-0.00337575562298298</c:v>
                </c:pt>
                <c:pt idx="76">
                  <c:v>-0.00174456601962447</c:v>
                </c:pt>
                <c:pt idx="77">
                  <c:v>-0.00244183046743274</c:v>
                </c:pt>
                <c:pt idx="78">
                  <c:v>-0.00213352427817881</c:v>
                </c:pt>
                <c:pt idx="79">
                  <c:v>-0.00228995317593217</c:v>
                </c:pt>
                <c:pt idx="80">
                  <c:v>-0.00274636875838041</c:v>
                </c:pt>
                <c:pt idx="81">
                  <c:v>-0.00210266560316086</c:v>
                </c:pt>
                <c:pt idx="82">
                  <c:v>-0.00265175080858171</c:v>
                </c:pt>
                <c:pt idx="83">
                  <c:v>-0.00228606979362667</c:v>
                </c:pt>
                <c:pt idx="84">
                  <c:v>-0.00235541397705674</c:v>
                </c:pt>
                <c:pt idx="85">
                  <c:v>-0.00226524355821311</c:v>
                </c:pt>
                <c:pt idx="86">
                  <c:v>-0.00204353267326951</c:v>
                </c:pt>
                <c:pt idx="87">
                  <c:v>-0.00147337501402944</c:v>
                </c:pt>
                <c:pt idx="88">
                  <c:v>-0.00223085237666965</c:v>
                </c:pt>
                <c:pt idx="89">
                  <c:v>-0.00305011658929288</c:v>
                </c:pt>
                <c:pt idx="90">
                  <c:v>-0.0024380823597312</c:v>
                </c:pt>
                <c:pt idx="91">
                  <c:v>-0.00231259921565652</c:v>
                </c:pt>
                <c:pt idx="92">
                  <c:v>-0.00158515363000333</c:v>
                </c:pt>
                <c:pt idx="93">
                  <c:v>-0.00199690274894238</c:v>
                </c:pt>
                <c:pt idx="94">
                  <c:v>-0.00196185940876603</c:v>
                </c:pt>
                <c:pt idx="95">
                  <c:v>-0.00178285350557417</c:v>
                </c:pt>
                <c:pt idx="96">
                  <c:v>-0.00186139333527535</c:v>
                </c:pt>
                <c:pt idx="97">
                  <c:v>-0.00203030253760517</c:v>
                </c:pt>
                <c:pt idx="98">
                  <c:v>-0.00201002205722034</c:v>
                </c:pt>
                <c:pt idx="99">
                  <c:v>-0.00101553392596543</c:v>
                </c:pt>
                <c:pt idx="100">
                  <c:v>-0.00182376196607947</c:v>
                </c:pt>
                <c:pt idx="101">
                  <c:v>-0.0011420575901866</c:v>
                </c:pt>
                <c:pt idx="102">
                  <c:v>-0.00187980325426906</c:v>
                </c:pt>
                <c:pt idx="103">
                  <c:v>-0.00114029634278268</c:v>
                </c:pt>
                <c:pt idx="104">
                  <c:v>-0.00133114773780107</c:v>
                </c:pt>
                <c:pt idx="105">
                  <c:v>-0.00141760648693889</c:v>
                </c:pt>
                <c:pt idx="106">
                  <c:v>-0.00159195880405605</c:v>
                </c:pt>
                <c:pt idx="107">
                  <c:v>-0.000721722608432174</c:v>
                </c:pt>
                <c:pt idx="108">
                  <c:v>-0.00129349820781499</c:v>
                </c:pt>
                <c:pt idx="109">
                  <c:v>-0.000955050520133227</c:v>
                </c:pt>
                <c:pt idx="110">
                  <c:v>-0.00100783538073301</c:v>
                </c:pt>
                <c:pt idx="111">
                  <c:v>-0.000730420171748847</c:v>
                </c:pt>
                <c:pt idx="112">
                  <c:v>-0.00127549353055656</c:v>
                </c:pt>
                <c:pt idx="113">
                  <c:v>-0.00041564111597836</c:v>
                </c:pt>
                <c:pt idx="114">
                  <c:v>-0.000439868308603764</c:v>
                </c:pt>
                <c:pt idx="115">
                  <c:v>-0.0010246632155031</c:v>
                </c:pt>
                <c:pt idx="116">
                  <c:v>-0.000204569194465876</c:v>
                </c:pt>
                <c:pt idx="117">
                  <c:v>-0.000263376015936956</c:v>
                </c:pt>
                <c:pt idx="118">
                  <c:v>-0.000105942599475384</c:v>
                </c:pt>
                <c:pt idx="119">
                  <c:v>7.6834112405777E-09</c:v>
                </c:pt>
              </c:numCache>
            </c:numRef>
          </c:yVal>
          <c:smooth val="0"/>
        </c:ser>
        <c:ser>
          <c:idx val="2"/>
          <c:order val="2"/>
          <c:tx>
            <c:v>3141</c:v>
          </c:tx>
          <c:spPr>
            <a:ln xmlns:a="http://schemas.openxmlformats.org/drawingml/2006/main" w="7620">
              <a:solidFill>
                <a:srgbClr val="A5B4D1"/>
              </a:solidFill>
            </a:ln>
          </c:spPr>
          <c:marker>
            <c:symbol val="none"/>
          </c:marker>
          <c:xVal>
            <c:numRef>
              <c:f>'Chart Data'!$E$2:$E$121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Data'!$F$2:$F$121</c:f>
              <c:numCache>
                <c:formatCode>0.0000</c:formatCode>
                <c:ptCount val="120"/>
                <c:pt idx="0">
                  <c:v>-0.00650049559772015</c:v>
                </c:pt>
                <c:pt idx="1">
                  <c:v>-0.00585691398009658</c:v>
                </c:pt>
                <c:pt idx="2">
                  <c:v>-0.00787842646241188</c:v>
                </c:pt>
                <c:pt idx="3">
                  <c:v>-0.00655557168647647</c:v>
                </c:pt>
                <c:pt idx="4">
                  <c:v>-0.00735893798992038</c:v>
                </c:pt>
                <c:pt idx="5">
                  <c:v>-0.00620565563440323</c:v>
                </c:pt>
                <c:pt idx="6">
                  <c:v>-0.00529897212982178</c:v>
                </c:pt>
                <c:pt idx="7">
                  <c:v>-0.0031493972055614</c:v>
                </c:pt>
                <c:pt idx="8">
                  <c:v>-0.00393373752012849</c:v>
                </c:pt>
                <c:pt idx="9">
                  <c:v>-0.00252783251926303</c:v>
                </c:pt>
                <c:pt idx="10">
                  <c:v>-0.00313372677192092</c:v>
                </c:pt>
                <c:pt idx="11">
                  <c:v>-0.0028827718924731</c:v>
                </c:pt>
                <c:pt idx="12">
                  <c:v>-0.00298617500811815</c:v>
                </c:pt>
                <c:pt idx="13">
                  <c:v>-0.00415556225925684</c:v>
                </c:pt>
                <c:pt idx="14">
                  <c:v>-0.00287893554195762</c:v>
                </c:pt>
                <c:pt idx="15">
                  <c:v>-0.00370837887749076</c:v>
                </c:pt>
                <c:pt idx="16">
                  <c:v>-0.00422752555459738</c:v>
                </c:pt>
                <c:pt idx="17">
                  <c:v>-0.00358271319419146</c:v>
                </c:pt>
                <c:pt idx="18">
                  <c:v>-0.00243861461058259</c:v>
                </c:pt>
                <c:pt idx="19">
                  <c:v>-0.00274058571085334</c:v>
                </c:pt>
                <c:pt idx="20">
                  <c:v>-0.00373178976587951</c:v>
                </c:pt>
                <c:pt idx="21">
                  <c:v>-0.00245625246316195</c:v>
                </c:pt>
                <c:pt idx="22">
                  <c:v>-0.0024649768602103</c:v>
                </c:pt>
                <c:pt idx="23">
                  <c:v>-0.0024449760094285</c:v>
                </c:pt>
                <c:pt idx="24">
                  <c:v>-0.0029385588131845</c:v>
                </c:pt>
                <c:pt idx="25">
                  <c:v>-0.00459831580519676</c:v>
                </c:pt>
                <c:pt idx="26">
                  <c:v>-0.00175711303018034</c:v>
                </c:pt>
                <c:pt idx="27">
                  <c:v>-0.00359803787432611</c:v>
                </c:pt>
                <c:pt idx="28">
                  <c:v>-0.00367517839185894</c:v>
                </c:pt>
                <c:pt idx="29">
                  <c:v>-0.00252096122130752</c:v>
                </c:pt>
                <c:pt idx="30">
                  <c:v>-0.00215162243694067</c:v>
                </c:pt>
                <c:pt idx="31">
                  <c:v>-0.00382001395337284</c:v>
                </c:pt>
                <c:pt idx="32">
                  <c:v>-0.00260720355436206</c:v>
                </c:pt>
                <c:pt idx="33">
                  <c:v>-0.00228834338486195</c:v>
                </c:pt>
                <c:pt idx="34">
                  <c:v>-0.00293589918874204</c:v>
                </c:pt>
                <c:pt idx="35">
                  <c:v>-0.00280957808718085</c:v>
                </c:pt>
                <c:pt idx="36">
                  <c:v>-0.00290979701094329</c:v>
                </c:pt>
                <c:pt idx="37">
                  <c:v>-0.00200420385226607</c:v>
                </c:pt>
                <c:pt idx="38">
                  <c:v>-0.00327773066237569</c:v>
                </c:pt>
                <c:pt idx="39">
                  <c:v>-0.00277823954820633</c:v>
                </c:pt>
                <c:pt idx="40">
                  <c:v>-0.00156785442959517</c:v>
                </c:pt>
                <c:pt idx="41">
                  <c:v>-0.00415388401597738</c:v>
                </c:pt>
                <c:pt idx="42">
                  <c:v>-0.00185216194950044</c:v>
                </c:pt>
                <c:pt idx="43">
                  <c:v>-0.00365450861863792</c:v>
                </c:pt>
                <c:pt idx="44">
                  <c:v>-0.00227648438885808</c:v>
                </c:pt>
                <c:pt idx="45">
                  <c:v>-0.00400305259972811</c:v>
                </c:pt>
                <c:pt idx="46">
                  <c:v>-0.00452014058828354</c:v>
                </c:pt>
                <c:pt idx="47">
                  <c:v>-0.00138300412800163</c:v>
                </c:pt>
                <c:pt idx="48">
                  <c:v>-0.00220343098044395</c:v>
                </c:pt>
                <c:pt idx="49">
                  <c:v>-0.00239872466772795</c:v>
                </c:pt>
                <c:pt idx="50">
                  <c:v>-0.00217709573917091</c:v>
                </c:pt>
                <c:pt idx="51">
                  <c:v>-0.00241168076172471</c:v>
                </c:pt>
                <c:pt idx="52">
                  <c:v>-0.00279731559567153</c:v>
                </c:pt>
                <c:pt idx="53">
                  <c:v>-0.00274358317255974</c:v>
                </c:pt>
                <c:pt idx="54">
                  <c:v>-0.00301130092702806</c:v>
                </c:pt>
                <c:pt idx="55">
                  <c:v>-0.00348445819690824</c:v>
                </c:pt>
                <c:pt idx="56">
                  <c:v>-0.0042388029396534</c:v>
                </c:pt>
                <c:pt idx="57">
                  <c:v>-0.00290756905451417</c:v>
                </c:pt>
                <c:pt idx="58">
                  <c:v>-0.00325073464773595</c:v>
                </c:pt>
                <c:pt idx="59">
                  <c:v>-0.00315292063169181</c:v>
                </c:pt>
                <c:pt idx="60">
                  <c:v>-0.002693185582757</c:v>
                </c:pt>
                <c:pt idx="61">
                  <c:v>-0.00254826038144529</c:v>
                </c:pt>
                <c:pt idx="62">
                  <c:v>-0.00238749105483294</c:v>
                </c:pt>
                <c:pt idx="63">
                  <c:v>-0.00306673813611269</c:v>
                </c:pt>
                <c:pt idx="64">
                  <c:v>-0.00225989799946547</c:v>
                </c:pt>
                <c:pt idx="65">
                  <c:v>-0.00271139526739717</c:v>
                </c:pt>
                <c:pt idx="66">
                  <c:v>-0.00286752125248313</c:v>
                </c:pt>
                <c:pt idx="67">
                  <c:v>-0.00249160872772336</c:v>
                </c:pt>
                <c:pt idx="68">
                  <c:v>-0.00252636219374835</c:v>
                </c:pt>
                <c:pt idx="69">
                  <c:v>-0.00305326795205474</c:v>
                </c:pt>
                <c:pt idx="70">
                  <c:v>-0.00280106300488114</c:v>
                </c:pt>
                <c:pt idx="71">
                  <c:v>-0.00297808134928346</c:v>
                </c:pt>
                <c:pt idx="72">
                  <c:v>-0.00296036410145462</c:v>
                </c:pt>
                <c:pt idx="73">
                  <c:v>-0.00275915861129761</c:v>
                </c:pt>
                <c:pt idx="74">
                  <c:v>-0.00256362045183778</c:v>
                </c:pt>
                <c:pt idx="75">
                  <c:v>-0.00274352426640689</c:v>
                </c:pt>
                <c:pt idx="76">
                  <c:v>-0.00299954367801547</c:v>
                </c:pt>
                <c:pt idx="77">
                  <c:v>-0.00234726816415787</c:v>
                </c:pt>
                <c:pt idx="78">
                  <c:v>-0.00275787618011236</c:v>
                </c:pt>
                <c:pt idx="79">
                  <c:v>-0.00217692088335752</c:v>
                </c:pt>
                <c:pt idx="80">
                  <c:v>-0.00284367008134723</c:v>
                </c:pt>
                <c:pt idx="81">
                  <c:v>-0.00292539200745523</c:v>
                </c:pt>
                <c:pt idx="82">
                  <c:v>-0.00217065820470452</c:v>
                </c:pt>
                <c:pt idx="83">
                  <c:v>-0.00278470362536609</c:v>
                </c:pt>
                <c:pt idx="84">
                  <c:v>-0.00254654558375478</c:v>
                </c:pt>
                <c:pt idx="85">
                  <c:v>-0.00208788923919201</c:v>
                </c:pt>
                <c:pt idx="86">
                  <c:v>-0.00279027922078967</c:v>
                </c:pt>
                <c:pt idx="87">
                  <c:v>-0.00236332276836038</c:v>
                </c:pt>
                <c:pt idx="88">
                  <c:v>-0.0027359533123672</c:v>
                </c:pt>
                <c:pt idx="89">
                  <c:v>-0.00246358197182417</c:v>
                </c:pt>
                <c:pt idx="90">
                  <c:v>-0.00195895903743804</c:v>
                </c:pt>
                <c:pt idx="91">
                  <c:v>-0.00211140979081392</c:v>
                </c:pt>
                <c:pt idx="92">
                  <c:v>-0.00184497912414372</c:v>
                </c:pt>
                <c:pt idx="93">
                  <c:v>-0.00198320113122463</c:v>
                </c:pt>
                <c:pt idx="94">
                  <c:v>-0.00289431563578546</c:v>
                </c:pt>
                <c:pt idx="95">
                  <c:v>-0.00152929499745369</c:v>
                </c:pt>
                <c:pt idx="96">
                  <c:v>-0.00164592952933162</c:v>
                </c:pt>
                <c:pt idx="97">
                  <c:v>-0.00223212921991944</c:v>
                </c:pt>
                <c:pt idx="98">
                  <c:v>-0.0017718905583024</c:v>
                </c:pt>
                <c:pt idx="99">
                  <c:v>-0.00143426936119795</c:v>
                </c:pt>
                <c:pt idx="100">
                  <c:v>-0.001761669293046</c:v>
                </c:pt>
                <c:pt idx="101">
                  <c:v>-0.00158151355572045</c:v>
                </c:pt>
                <c:pt idx="102">
                  <c:v>-0.00154669757466763</c:v>
                </c:pt>
                <c:pt idx="103">
                  <c:v>-0.00237222341820598</c:v>
                </c:pt>
                <c:pt idx="104">
                  <c:v>-0.00231548864394426</c:v>
                </c:pt>
                <c:pt idx="105">
                  <c:v>-0.00150310900062323</c:v>
                </c:pt>
                <c:pt idx="106">
                  <c:v>-0.00101075321435928</c:v>
                </c:pt>
                <c:pt idx="107">
                  <c:v>-0.000867703929543495</c:v>
                </c:pt>
                <c:pt idx="108">
                  <c:v>-0.000854311627335846</c:v>
                </c:pt>
                <c:pt idx="109">
                  <c:v>-0.00113895279355347</c:v>
                </c:pt>
                <c:pt idx="110">
                  <c:v>-0.00108213978819549</c:v>
                </c:pt>
                <c:pt idx="111">
                  <c:v>-0.00108215538784862</c:v>
                </c:pt>
                <c:pt idx="112">
                  <c:v>-0.000665778934489936</c:v>
                </c:pt>
                <c:pt idx="113">
                  <c:v>-0.00144401378929615</c:v>
                </c:pt>
                <c:pt idx="114">
                  <c:v>-0.000515299558173865</c:v>
                </c:pt>
                <c:pt idx="115">
                  <c:v>-0.000246352516114712</c:v>
                </c:pt>
                <c:pt idx="116">
                  <c:v>-0.000302240572636947</c:v>
                </c:pt>
                <c:pt idx="117">
                  <c:v>-0.000221929716644809</c:v>
                </c:pt>
                <c:pt idx="118">
                  <c:v>-9.95957962004468E-05</c:v>
                </c:pt>
                <c:pt idx="119">
                  <c:v>9.19681042432785E-09</c:v>
                </c:pt>
              </c:numCache>
            </c:numRef>
          </c:yVal>
          <c:smooth val="0"/>
        </c:ser>
        <c:ser>
          <c:idx val="3"/>
          <c:order val="3"/>
          <c:tx>
            <c:v>5772</c:v>
          </c:tx>
          <c:spPr>
            <a:ln xmlns:a="http://schemas.openxmlformats.org/drawingml/2006/main" w="7620">
              <a:solidFill>
                <a:srgbClr val="BEB0C9"/>
              </a:solidFill>
            </a:ln>
          </c:spPr>
          <c:marker>
            <c:symbol val="none"/>
          </c:marker>
          <c:xVal>
            <c:numRef>
              <c:f>'Chart Data'!$G$2:$G$121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Data'!$H$2:$H$121</c:f>
              <c:numCache>
                <c:formatCode>0.0000</c:formatCode>
                <c:ptCount val="120"/>
                <c:pt idx="0">
                  <c:v>-0.00644729007035494</c:v>
                </c:pt>
                <c:pt idx="1">
                  <c:v>-0.00830927770584822</c:v>
                </c:pt>
                <c:pt idx="2">
                  <c:v>-0.00734382774680853</c:v>
                </c:pt>
                <c:pt idx="3">
                  <c:v>-0.00685088522732258</c:v>
                </c:pt>
                <c:pt idx="4">
                  <c:v>-0.00600094627588987</c:v>
                </c:pt>
                <c:pt idx="5">
                  <c:v>-0.00582110416144133</c:v>
                </c:pt>
                <c:pt idx="6">
                  <c:v>-0.00547163840383291</c:v>
                </c:pt>
                <c:pt idx="7">
                  <c:v>-0.00681864377111197</c:v>
                </c:pt>
                <c:pt idx="8">
                  <c:v>-0.00451658852398396</c:v>
                </c:pt>
                <c:pt idx="9">
                  <c:v>-0.00325946579687297</c:v>
                </c:pt>
                <c:pt idx="10">
                  <c:v>-0.00410232832655311</c:v>
                </c:pt>
                <c:pt idx="11">
                  <c:v>-0.00383186596445739</c:v>
                </c:pt>
                <c:pt idx="12">
                  <c:v>-0.003840287681669</c:v>
                </c:pt>
                <c:pt idx="13">
                  <c:v>-0.0040256311185658</c:v>
                </c:pt>
                <c:pt idx="14">
                  <c:v>-0.00325642595998943</c:v>
                </c:pt>
                <c:pt idx="15">
                  <c:v>-0.00411956571042538</c:v>
                </c:pt>
                <c:pt idx="16">
                  <c:v>-0.00281108031049371</c:v>
                </c:pt>
                <c:pt idx="17">
                  <c:v>-0.00463257823139429</c:v>
                </c:pt>
                <c:pt idx="18">
                  <c:v>-0.00351212988607585</c:v>
                </c:pt>
                <c:pt idx="19">
                  <c:v>-0.00311925681307912</c:v>
                </c:pt>
                <c:pt idx="20">
                  <c:v>-0.00268934178166091</c:v>
                </c:pt>
                <c:pt idx="21">
                  <c:v>-0.00380261661484838</c:v>
                </c:pt>
                <c:pt idx="22">
                  <c:v>-0.00278847431764007</c:v>
                </c:pt>
                <c:pt idx="23">
                  <c:v>-0.000948369677644223</c:v>
                </c:pt>
                <c:pt idx="24">
                  <c:v>-0.00268005486577749</c:v>
                </c:pt>
                <c:pt idx="25">
                  <c:v>-0.00249364296905696</c:v>
                </c:pt>
                <c:pt idx="26">
                  <c:v>-0.00295954383909702</c:v>
                </c:pt>
                <c:pt idx="27">
                  <c:v>-0.00321974372491241</c:v>
                </c:pt>
                <c:pt idx="28">
                  <c:v>-0.00282949768006802</c:v>
                </c:pt>
                <c:pt idx="29">
                  <c:v>-0.00298155983909965</c:v>
                </c:pt>
                <c:pt idx="30">
                  <c:v>-0.0025384989567101</c:v>
                </c:pt>
                <c:pt idx="31">
                  <c:v>-0.00330684403888881</c:v>
                </c:pt>
                <c:pt idx="32">
                  <c:v>-0.00340622756630182</c:v>
                </c:pt>
                <c:pt idx="33">
                  <c:v>-0.00323449145071208</c:v>
                </c:pt>
                <c:pt idx="34">
                  <c:v>-0.003376345615834</c:v>
                </c:pt>
                <c:pt idx="35">
                  <c:v>-0.00169588613789529</c:v>
                </c:pt>
                <c:pt idx="36">
                  <c:v>-0.00314122717827559</c:v>
                </c:pt>
                <c:pt idx="37">
                  <c:v>-0.00283044995740056</c:v>
                </c:pt>
                <c:pt idx="38">
                  <c:v>-0.00338003737851977</c:v>
                </c:pt>
                <c:pt idx="39">
                  <c:v>-0.00280506233684719</c:v>
                </c:pt>
                <c:pt idx="40">
                  <c:v>-0.00310722133144736</c:v>
                </c:pt>
                <c:pt idx="41">
                  <c:v>-0.00325837614946067</c:v>
                </c:pt>
                <c:pt idx="42">
                  <c:v>-0.00348191522061825</c:v>
                </c:pt>
                <c:pt idx="43">
                  <c:v>-0.00351855717599392</c:v>
                </c:pt>
                <c:pt idx="44">
                  <c:v>-0.00297033507376909</c:v>
                </c:pt>
                <c:pt idx="45">
                  <c:v>-0.00331276003271341</c:v>
                </c:pt>
                <c:pt idx="46">
                  <c:v>-0.00394836347550154</c:v>
                </c:pt>
                <c:pt idx="47">
                  <c:v>-0.00269347126595676</c:v>
                </c:pt>
                <c:pt idx="48">
                  <c:v>-0.00337772024795413</c:v>
                </c:pt>
                <c:pt idx="49">
                  <c:v>-0.00391088472679257</c:v>
                </c:pt>
                <c:pt idx="50">
                  <c:v>-0.00348473945632577</c:v>
                </c:pt>
                <c:pt idx="51">
                  <c:v>-0.0027084422763437</c:v>
                </c:pt>
                <c:pt idx="52">
                  <c:v>-0.00241486309096217</c:v>
                </c:pt>
                <c:pt idx="53">
                  <c:v>-0.00190867437049747</c:v>
                </c:pt>
                <c:pt idx="54">
                  <c:v>-0.00293047027662396</c:v>
                </c:pt>
                <c:pt idx="55">
                  <c:v>-0.00372336409054697</c:v>
                </c:pt>
                <c:pt idx="56">
                  <c:v>-0.00223059393465519</c:v>
                </c:pt>
                <c:pt idx="57">
                  <c:v>-0.00230502407066524</c:v>
                </c:pt>
                <c:pt idx="58">
                  <c:v>-0.00251959031447768</c:v>
                </c:pt>
                <c:pt idx="59">
                  <c:v>-0.00295652216300368</c:v>
                </c:pt>
                <c:pt idx="60">
                  <c:v>-0.00264866068027914</c:v>
                </c:pt>
                <c:pt idx="61">
                  <c:v>-0.00292965839616954</c:v>
                </c:pt>
                <c:pt idx="62">
                  <c:v>-0.00301309116184711</c:v>
                </c:pt>
                <c:pt idx="63">
                  <c:v>-0.00191146391443908</c:v>
                </c:pt>
                <c:pt idx="64">
                  <c:v>-0.00305707566440105</c:v>
                </c:pt>
                <c:pt idx="65">
                  <c:v>-0.00380556657910347</c:v>
                </c:pt>
                <c:pt idx="66">
                  <c:v>-0.00314432755112648</c:v>
                </c:pt>
                <c:pt idx="67">
                  <c:v>-0.00369114149361849</c:v>
                </c:pt>
                <c:pt idx="68">
                  <c:v>-0.00325017934665084</c:v>
                </c:pt>
                <c:pt idx="69">
                  <c:v>-0.00338252354413271</c:v>
                </c:pt>
                <c:pt idx="70">
                  <c:v>-0.00327078625559807</c:v>
                </c:pt>
                <c:pt idx="71">
                  <c:v>-0.00241468125022948</c:v>
                </c:pt>
                <c:pt idx="72">
                  <c:v>-0.0018933720421046</c:v>
                </c:pt>
                <c:pt idx="73">
                  <c:v>-0.00293315574526787</c:v>
                </c:pt>
                <c:pt idx="74">
                  <c:v>-0.0020160861313343</c:v>
                </c:pt>
                <c:pt idx="75">
                  <c:v>-0.00230416236445308</c:v>
                </c:pt>
                <c:pt idx="76">
                  <c:v>-0.00251433299854398</c:v>
                </c:pt>
                <c:pt idx="77">
                  <c:v>-0.00246778316795826</c:v>
                </c:pt>
                <c:pt idx="78">
                  <c:v>-0.0023686122149229</c:v>
                </c:pt>
                <c:pt idx="79">
                  <c:v>-0.00271546468138695</c:v>
                </c:pt>
                <c:pt idx="80">
                  <c:v>-0.00250508543103933</c:v>
                </c:pt>
                <c:pt idx="81">
                  <c:v>-0.00364535627886653</c:v>
                </c:pt>
                <c:pt idx="82">
                  <c:v>-0.00179417640902102</c:v>
                </c:pt>
                <c:pt idx="83">
                  <c:v>-0.00223977398127317</c:v>
                </c:pt>
                <c:pt idx="84">
                  <c:v>-0.00213334383442998</c:v>
                </c:pt>
                <c:pt idx="85">
                  <c:v>-0.00261833425611258</c:v>
                </c:pt>
                <c:pt idx="86">
                  <c:v>-0.00208245660178363</c:v>
                </c:pt>
                <c:pt idx="87">
                  <c:v>-0.00224829651415348</c:v>
                </c:pt>
                <c:pt idx="88">
                  <c:v>-0.00200876942835748</c:v>
                </c:pt>
                <c:pt idx="89">
                  <c:v>-0.00205778237432241</c:v>
                </c:pt>
                <c:pt idx="90">
                  <c:v>-0.002038270002231</c:v>
                </c:pt>
                <c:pt idx="91">
                  <c:v>-0.00211882358416915</c:v>
                </c:pt>
                <c:pt idx="92">
                  <c:v>-0.00283102504909039</c:v>
                </c:pt>
                <c:pt idx="93">
                  <c:v>-0.00190228666178882</c:v>
                </c:pt>
                <c:pt idx="94">
                  <c:v>-0.00175737030804157</c:v>
                </c:pt>
                <c:pt idx="95">
                  <c:v>-0.00160466076340526</c:v>
                </c:pt>
                <c:pt idx="96">
                  <c:v>-0.00241233455017209</c:v>
                </c:pt>
                <c:pt idx="97">
                  <c:v>-0.00199565989896655</c:v>
                </c:pt>
                <c:pt idx="98">
                  <c:v>-0.00143507902976125</c:v>
                </c:pt>
                <c:pt idx="99">
                  <c:v>-0.00232828082516789</c:v>
                </c:pt>
                <c:pt idx="100">
                  <c:v>-0.0024856748059392</c:v>
                </c:pt>
                <c:pt idx="101">
                  <c:v>-0.00132364069577307</c:v>
                </c:pt>
                <c:pt idx="102">
                  <c:v>-0.00226587033830583</c:v>
                </c:pt>
                <c:pt idx="103">
                  <c:v>-0.00111516180913895</c:v>
                </c:pt>
                <c:pt idx="104">
                  <c:v>-0.0012303120456636</c:v>
                </c:pt>
                <c:pt idx="105">
                  <c:v>-0.00104807270690799</c:v>
                </c:pt>
                <c:pt idx="106">
                  <c:v>-0.000725537422113121</c:v>
                </c:pt>
                <c:pt idx="107">
                  <c:v>-0.00146838580258191</c:v>
                </c:pt>
                <c:pt idx="108">
                  <c:v>-0.00154709606431425</c:v>
                </c:pt>
                <c:pt idx="109">
                  <c:v>-0.000470918137580156</c:v>
                </c:pt>
                <c:pt idx="110">
                  <c:v>-0.000575919344555587</c:v>
                </c:pt>
                <c:pt idx="111">
                  <c:v>-0.00111197750084102</c:v>
                </c:pt>
                <c:pt idx="112">
                  <c:v>-0.00100253731943667</c:v>
                </c:pt>
                <c:pt idx="113">
                  <c:v>-0.000757278583478183</c:v>
                </c:pt>
                <c:pt idx="114">
                  <c:v>-0.000559658394195139</c:v>
                </c:pt>
                <c:pt idx="115">
                  <c:v>-0.000572321237996221</c:v>
                </c:pt>
                <c:pt idx="116">
                  <c:v>-0.000383098027668893</c:v>
                </c:pt>
                <c:pt idx="117">
                  <c:v>-0.000316909397952259</c:v>
                </c:pt>
                <c:pt idx="118">
                  <c:v>-0.000153538392623886</c:v>
                </c:pt>
                <c:pt idx="119">
                  <c:v>-7.76102182520333E-10</c:v>
                </c:pt>
              </c:numCache>
            </c:numRef>
          </c:yVal>
          <c:smooth val="0"/>
        </c:ser>
        <c:ser>
          <c:idx val="4"/>
          <c:order val="4"/>
          <c:tx>
            <c:v>8111</c:v>
          </c:tx>
          <c:spPr>
            <a:ln xmlns:a="http://schemas.openxmlformats.org/drawingml/2006/main" w="7620">
              <a:solidFill>
                <a:srgbClr val="CCBB8F"/>
              </a:solidFill>
            </a:ln>
          </c:spPr>
          <c:marker>
            <c:symbol val="none"/>
          </c:marker>
          <c:xVal>
            <c:numRef>
              <c:f>'Chart Data'!$I$2:$I$121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Data'!$J$2:$J$121</c:f>
              <c:numCache>
                <c:formatCode>0.0000</c:formatCode>
                <c:ptCount val="120"/>
                <c:pt idx="0">
                  <c:v>-0.00848220195621252</c:v>
                </c:pt>
                <c:pt idx="1">
                  <c:v>-0.00744492700323462</c:v>
                </c:pt>
                <c:pt idx="2">
                  <c:v>-0.00562850385904312</c:v>
                </c:pt>
                <c:pt idx="3">
                  <c:v>-0.00639163283631206</c:v>
                </c:pt>
                <c:pt idx="4">
                  <c:v>-0.00496506504714489</c:v>
                </c:pt>
                <c:pt idx="5">
                  <c:v>-0.00580092053860426</c:v>
                </c:pt>
                <c:pt idx="6">
                  <c:v>-0.00508954236283898</c:v>
                </c:pt>
                <c:pt idx="7">
                  <c:v>-0.00450249668210745</c:v>
                </c:pt>
                <c:pt idx="8">
                  <c:v>-0.00345442327670753</c:v>
                </c:pt>
                <c:pt idx="9">
                  <c:v>-0.00434146961197257</c:v>
                </c:pt>
                <c:pt idx="10">
                  <c:v>-0.00382005888968706</c:v>
                </c:pt>
                <c:pt idx="11">
                  <c:v>-0.00315563566982746</c:v>
                </c:pt>
                <c:pt idx="12">
                  <c:v>-0.00336199812591076</c:v>
                </c:pt>
                <c:pt idx="13">
                  <c:v>-0.00299603957682848</c:v>
                </c:pt>
                <c:pt idx="14">
                  <c:v>-0.00371710723266006</c:v>
                </c:pt>
                <c:pt idx="15">
                  <c:v>-0.00360833713784814</c:v>
                </c:pt>
                <c:pt idx="16">
                  <c:v>-0.00348708173260093</c:v>
                </c:pt>
                <c:pt idx="17">
                  <c:v>-0.00361249758861959</c:v>
                </c:pt>
                <c:pt idx="18">
                  <c:v>-0.00300981104373932</c:v>
                </c:pt>
                <c:pt idx="19">
                  <c:v>-0.00359461456537247</c:v>
                </c:pt>
                <c:pt idx="20">
                  <c:v>-0.00257175322622061</c:v>
                </c:pt>
                <c:pt idx="21">
                  <c:v>-0.00386026129126549</c:v>
                </c:pt>
                <c:pt idx="22">
                  <c:v>-0.00412876904010773</c:v>
                </c:pt>
                <c:pt idx="23">
                  <c:v>-0.00245365547016263</c:v>
                </c:pt>
                <c:pt idx="24">
                  <c:v>-0.00441117957234383</c:v>
                </c:pt>
                <c:pt idx="25">
                  <c:v>-0.00290894461795688</c:v>
                </c:pt>
                <c:pt idx="26">
                  <c:v>-0.00362396705895662</c:v>
                </c:pt>
                <c:pt idx="27">
                  <c:v>-0.00309686921536922</c:v>
                </c:pt>
                <c:pt idx="28">
                  <c:v>-0.00199208385311067</c:v>
                </c:pt>
                <c:pt idx="29">
                  <c:v>-0.00344775198027492</c:v>
                </c:pt>
                <c:pt idx="30">
                  <c:v>-0.00244617089629173</c:v>
                </c:pt>
                <c:pt idx="31">
                  <c:v>-0.00385872879996896</c:v>
                </c:pt>
                <c:pt idx="32">
                  <c:v>-0.00313735357485712</c:v>
                </c:pt>
                <c:pt idx="33">
                  <c:v>-0.00259089889004827</c:v>
                </c:pt>
                <c:pt idx="34">
                  <c:v>-0.00325931189581752</c:v>
                </c:pt>
                <c:pt idx="35">
                  <c:v>-0.00302482955157757</c:v>
                </c:pt>
                <c:pt idx="36">
                  <c:v>-0.00328228063881397</c:v>
                </c:pt>
                <c:pt idx="37">
                  <c:v>-0.00289292447268963</c:v>
                </c:pt>
                <c:pt idx="38">
                  <c:v>-0.0041927844285965</c:v>
                </c:pt>
                <c:pt idx="39">
                  <c:v>-0.00325374444946647</c:v>
                </c:pt>
                <c:pt idx="40">
                  <c:v>-0.00325086899101734</c:v>
                </c:pt>
                <c:pt idx="41">
                  <c:v>-0.00212204083800316</c:v>
                </c:pt>
                <c:pt idx="42">
                  <c:v>-0.00367492297664285</c:v>
                </c:pt>
                <c:pt idx="43">
                  <c:v>-0.00265293335542083</c:v>
                </c:pt>
                <c:pt idx="44">
                  <c:v>-0.00300801172852516</c:v>
                </c:pt>
                <c:pt idx="45">
                  <c:v>-0.00263222074136138</c:v>
                </c:pt>
                <c:pt idx="46">
                  <c:v>-0.00281002814881504</c:v>
                </c:pt>
                <c:pt idx="47">
                  <c:v>-0.00238703167997301</c:v>
                </c:pt>
                <c:pt idx="48">
                  <c:v>-0.00334662571549416</c:v>
                </c:pt>
                <c:pt idx="49">
                  <c:v>-0.00317010655999184</c:v>
                </c:pt>
                <c:pt idx="50">
                  <c:v>-0.00332877575419843</c:v>
                </c:pt>
                <c:pt idx="51">
                  <c:v>-0.00292832031846046</c:v>
                </c:pt>
                <c:pt idx="52">
                  <c:v>-0.00334873609244823</c:v>
                </c:pt>
                <c:pt idx="53">
                  <c:v>-0.00340283894911408</c:v>
                </c:pt>
                <c:pt idx="54">
                  <c:v>-0.00213376875035465</c:v>
                </c:pt>
                <c:pt idx="55">
                  <c:v>-0.00368149345740676</c:v>
                </c:pt>
                <c:pt idx="56">
                  <c:v>-0.00265906378626823</c:v>
                </c:pt>
                <c:pt idx="57">
                  <c:v>-0.00286810286343098</c:v>
                </c:pt>
                <c:pt idx="58">
                  <c:v>-0.00274433987215161</c:v>
                </c:pt>
                <c:pt idx="59">
                  <c:v>-0.00278940703719854</c:v>
                </c:pt>
                <c:pt idx="60">
                  <c:v>-0.00235237763263285</c:v>
                </c:pt>
                <c:pt idx="61">
                  <c:v>-0.00295634078793228</c:v>
                </c:pt>
                <c:pt idx="62">
                  <c:v>-0.00263370061293244</c:v>
                </c:pt>
                <c:pt idx="63">
                  <c:v>-0.00285121100023389</c:v>
                </c:pt>
                <c:pt idx="64">
                  <c:v>-0.00337713467888534</c:v>
                </c:pt>
                <c:pt idx="65">
                  <c:v>-0.00274929031729698</c:v>
                </c:pt>
                <c:pt idx="66">
                  <c:v>-0.00227052858099341</c:v>
                </c:pt>
                <c:pt idx="67">
                  <c:v>-0.00267719547264278</c:v>
                </c:pt>
                <c:pt idx="68">
                  <c:v>-0.00257844082079828</c:v>
                </c:pt>
                <c:pt idx="69">
                  <c:v>-0.00187727343291044</c:v>
                </c:pt>
                <c:pt idx="70">
                  <c:v>-0.00235405191779137</c:v>
                </c:pt>
                <c:pt idx="71">
                  <c:v>-0.00249236915260553</c:v>
                </c:pt>
                <c:pt idx="72">
                  <c:v>-0.0032263626344502</c:v>
                </c:pt>
                <c:pt idx="73">
                  <c:v>-0.00329311704263091</c:v>
                </c:pt>
                <c:pt idx="74">
                  <c:v>-0.00314939999952912</c:v>
                </c:pt>
                <c:pt idx="75">
                  <c:v>-0.00250878510996699</c:v>
                </c:pt>
                <c:pt idx="76">
                  <c:v>-0.00178760883864015</c:v>
                </c:pt>
                <c:pt idx="77">
                  <c:v>-0.00245938613079488</c:v>
                </c:pt>
                <c:pt idx="78">
                  <c:v>-0.00289460341446102</c:v>
                </c:pt>
                <c:pt idx="79">
                  <c:v>-0.00250114826485515</c:v>
                </c:pt>
                <c:pt idx="80">
                  <c:v>-0.00257146824151278</c:v>
                </c:pt>
                <c:pt idx="81">
                  <c:v>-0.00231724441982806</c:v>
                </c:pt>
                <c:pt idx="82">
                  <c:v>-0.00259684282355011</c:v>
                </c:pt>
                <c:pt idx="83">
                  <c:v>-0.00293463235720992</c:v>
                </c:pt>
                <c:pt idx="84">
                  <c:v>-0.00264354608952999</c:v>
                </c:pt>
                <c:pt idx="85">
                  <c:v>-0.00235508126206696</c:v>
                </c:pt>
                <c:pt idx="86">
                  <c:v>-0.00188375473953784</c:v>
                </c:pt>
                <c:pt idx="87">
                  <c:v>-0.00227053998969495</c:v>
                </c:pt>
                <c:pt idx="88">
                  <c:v>-0.00229309452697635</c:v>
                </c:pt>
                <c:pt idx="89">
                  <c:v>-0.00260702590458095</c:v>
                </c:pt>
                <c:pt idx="90">
                  <c:v>-0.00218622293323278</c:v>
                </c:pt>
                <c:pt idx="91">
                  <c:v>-0.00213937903754413</c:v>
                </c:pt>
                <c:pt idx="92">
                  <c:v>-0.00193991884589195</c:v>
                </c:pt>
                <c:pt idx="93">
                  <c:v>-0.00237488094717264</c:v>
                </c:pt>
                <c:pt idx="94">
                  <c:v>-0.00178661511745304</c:v>
                </c:pt>
                <c:pt idx="95">
                  <c:v>-0.0018955881241709</c:v>
                </c:pt>
                <c:pt idx="96">
                  <c:v>-0.00191721494775265</c:v>
                </c:pt>
                <c:pt idx="97">
                  <c:v>-0.00214046542532742</c:v>
                </c:pt>
                <c:pt idx="98">
                  <c:v>-0.00147066521458328</c:v>
                </c:pt>
                <c:pt idx="99">
                  <c:v>-0.00115417665801942</c:v>
                </c:pt>
                <c:pt idx="100">
                  <c:v>-0.0013061867794022</c:v>
                </c:pt>
                <c:pt idx="101">
                  <c:v>-0.00170860881917179</c:v>
                </c:pt>
                <c:pt idx="102">
                  <c:v>-0.00182568083982915</c:v>
                </c:pt>
                <c:pt idx="103">
                  <c:v>-0.0020107903983444</c:v>
                </c:pt>
                <c:pt idx="104">
                  <c:v>-0.00121267628856003</c:v>
                </c:pt>
                <c:pt idx="105">
                  <c:v>-0.00170234614051878</c:v>
                </c:pt>
                <c:pt idx="106">
                  <c:v>-0.00137850572355092</c:v>
                </c:pt>
                <c:pt idx="107">
                  <c:v>-0.00099506787955761</c:v>
                </c:pt>
                <c:pt idx="108">
                  <c:v>-0.00139510107692331</c:v>
                </c:pt>
                <c:pt idx="109">
                  <c:v>-0.00107342330738902</c:v>
                </c:pt>
                <c:pt idx="110">
                  <c:v>-0.00087242730660364</c:v>
                </c:pt>
                <c:pt idx="111">
                  <c:v>-0.00129211391322315</c:v>
                </c:pt>
                <c:pt idx="112">
                  <c:v>-0.000766994780860841</c:v>
                </c:pt>
                <c:pt idx="113">
                  <c:v>-0.00099323783069849</c:v>
                </c:pt>
                <c:pt idx="114">
                  <c:v>-0.000556956394575536</c:v>
                </c:pt>
                <c:pt idx="115">
                  <c:v>-0.000601214589551091</c:v>
                </c:pt>
                <c:pt idx="116">
                  <c:v>-0.000277948973234743</c:v>
                </c:pt>
                <c:pt idx="117">
                  <c:v>-0.000204978481633589</c:v>
                </c:pt>
                <c:pt idx="118">
                  <c:v>-0.000103610262158327</c:v>
                </c:pt>
                <c:pt idx="119">
                  <c:v>-6.6744787474704E-09</c:v>
                </c:pt>
              </c:numCache>
            </c:numRef>
          </c:yVal>
          <c:smooth val="0"/>
        </c:ser>
        <c:ser>
          <c:idx val="5"/>
          <c:order val="5"/>
          <c:tx>
            <c:v>Five-run mean</c:v>
          </c:tx>
          <c:spPr>
            <a:ln xmlns:a="http://schemas.openxmlformats.org/drawingml/2006/main" w="26670">
              <a:solidFill>
                <a:srgbClr val="137B73"/>
              </a:solidFill>
            </a:ln>
          </c:spPr>
          <c:marker>
            <c:symbol val="none"/>
          </c:marker>
          <c:xVal>
            <c:numRef>
              <c:f>'Chart Data'!$K$2:$K$121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Data'!$L$2:$L$121</c:f>
              <c:numCache>
                <c:formatCode>0.0000</c:formatCode>
                <c:ptCount val="120"/>
                <c:pt idx="0">
                  <c:v>-0.00758971003815532</c:v>
                </c:pt>
                <c:pt idx="1">
                  <c:v>-0.00740067139267921</c:v>
                </c:pt>
                <c:pt idx="2">
                  <c:v>-0.00684837577864528</c:v>
                </c:pt>
                <c:pt idx="3">
                  <c:v>-0.00656832912936807</c:v>
                </c:pt>
                <c:pt idx="4">
                  <c:v>-0.00565656078979373</c:v>
                </c:pt>
                <c:pt idx="5">
                  <c:v>-0.00626739524304867</c:v>
                </c:pt>
                <c:pt idx="6">
                  <c:v>-0.00535488165915012</c:v>
                </c:pt>
                <c:pt idx="7">
                  <c:v>-0.00529339136555791</c:v>
                </c:pt>
                <c:pt idx="8">
                  <c:v>-0.00448757433332503</c:v>
                </c:pt>
                <c:pt idx="9">
                  <c:v>-0.00373196923173964</c:v>
                </c:pt>
                <c:pt idx="10">
                  <c:v>-0.00365988872945309</c:v>
                </c:pt>
                <c:pt idx="11">
                  <c:v>-0.00333916605450213</c:v>
                </c:pt>
                <c:pt idx="12">
                  <c:v>-0.00334312063641846</c:v>
                </c:pt>
                <c:pt idx="13">
                  <c:v>-0.00348291900008917</c:v>
                </c:pt>
                <c:pt idx="14">
                  <c:v>-0.00324913100339472</c:v>
                </c:pt>
                <c:pt idx="15">
                  <c:v>-0.00365498876199126</c:v>
                </c:pt>
                <c:pt idx="16">
                  <c:v>-0.00364583092741668</c:v>
                </c:pt>
                <c:pt idx="17">
                  <c:v>-0.00352619769982994</c:v>
                </c:pt>
                <c:pt idx="18">
                  <c:v>-0.00298109222203493</c:v>
                </c:pt>
                <c:pt idx="19">
                  <c:v>-0.00312303272075951</c:v>
                </c:pt>
                <c:pt idx="20">
                  <c:v>-0.00290705072693527</c:v>
                </c:pt>
                <c:pt idx="21">
                  <c:v>-0.0032021745108068</c:v>
                </c:pt>
                <c:pt idx="22">
                  <c:v>-0.00272337696515024</c:v>
                </c:pt>
                <c:pt idx="23">
                  <c:v>-0.00222253639949486</c:v>
                </c:pt>
                <c:pt idx="24">
                  <c:v>-0.00302757560275495</c:v>
                </c:pt>
                <c:pt idx="25">
                  <c:v>-0.00336440266110003</c:v>
                </c:pt>
                <c:pt idx="26">
                  <c:v>-0.00278614824637771</c:v>
                </c:pt>
                <c:pt idx="27">
                  <c:v>-0.00291096023283899</c:v>
                </c:pt>
                <c:pt idx="28">
                  <c:v>-0.002655053534545</c:v>
                </c:pt>
                <c:pt idx="29">
                  <c:v>-0.00279899872839451</c:v>
                </c:pt>
                <c:pt idx="30">
                  <c:v>-0.00220400798134506</c:v>
                </c:pt>
                <c:pt idx="31">
                  <c:v>-0.00318469300400466</c:v>
                </c:pt>
                <c:pt idx="32">
                  <c:v>-0.00309810726903379</c:v>
                </c:pt>
                <c:pt idx="33">
                  <c:v>-0.0026804490480572</c:v>
                </c:pt>
                <c:pt idx="34">
                  <c:v>-0.00277537384536117</c:v>
                </c:pt>
                <c:pt idx="35">
                  <c:v>-0.00263343143742532</c:v>
                </c:pt>
                <c:pt idx="36">
                  <c:v>-0.00274619995616376</c:v>
                </c:pt>
                <c:pt idx="37">
                  <c:v>-0.00268238442949951</c:v>
                </c:pt>
                <c:pt idx="38">
                  <c:v>-0.00315944193862379</c:v>
                </c:pt>
                <c:pt idx="39">
                  <c:v>-0.00268761608749628</c:v>
                </c:pt>
                <c:pt idx="40">
                  <c:v>-0.00239923468325287</c:v>
                </c:pt>
                <c:pt idx="41">
                  <c:v>-0.00301879113540053</c:v>
                </c:pt>
                <c:pt idx="42">
                  <c:v>-0.00289273243397474</c:v>
                </c:pt>
                <c:pt idx="43">
                  <c:v>-0.00306435846723616</c:v>
                </c:pt>
                <c:pt idx="44">
                  <c:v>-0.0026063249912113</c:v>
                </c:pt>
                <c:pt idx="45">
                  <c:v>-0.00302475620992482</c:v>
                </c:pt>
                <c:pt idx="46">
                  <c:v>-0.00326194851659238</c:v>
                </c:pt>
                <c:pt idx="47">
                  <c:v>-0.00237422410864383</c:v>
                </c:pt>
                <c:pt idx="48">
                  <c:v>-0.00254204510711133</c:v>
                </c:pt>
                <c:pt idx="49">
                  <c:v>-0.00299935392104089</c:v>
                </c:pt>
                <c:pt idx="50">
                  <c:v>-0.00271184188313782</c:v>
                </c:pt>
                <c:pt idx="51">
                  <c:v>-0.00270040803588927</c:v>
                </c:pt>
                <c:pt idx="52">
                  <c:v>-0.0027268486097455</c:v>
                </c:pt>
                <c:pt idx="53">
                  <c:v>-0.00267088520340621</c:v>
                </c:pt>
                <c:pt idx="54">
                  <c:v>-0.00266930144280195</c:v>
                </c:pt>
                <c:pt idx="55">
                  <c:v>-0.00303404179867357</c:v>
                </c:pt>
                <c:pt idx="56">
                  <c:v>-0.00276005952619016</c:v>
                </c:pt>
                <c:pt idx="57">
                  <c:v>-0.0026337877381593</c:v>
                </c:pt>
                <c:pt idx="58">
                  <c:v>-0.00255296244286001</c:v>
                </c:pt>
                <c:pt idx="59">
                  <c:v>-0.00286407680250704</c:v>
                </c:pt>
                <c:pt idx="60">
                  <c:v>-0.00233760846313089</c:v>
                </c:pt>
                <c:pt idx="61">
                  <c:v>-0.00280082682147622</c:v>
                </c:pt>
                <c:pt idx="62">
                  <c:v>-0.00281496706884354</c:v>
                </c:pt>
                <c:pt idx="63">
                  <c:v>-0.00239386665634811</c:v>
                </c:pt>
                <c:pt idx="64">
                  <c:v>-0.00251749008893967</c:v>
                </c:pt>
                <c:pt idx="65">
                  <c:v>-0.00273068398237228</c:v>
                </c:pt>
                <c:pt idx="66">
                  <c:v>-0.00263247825205326</c:v>
                </c:pt>
                <c:pt idx="67">
                  <c:v>-0.0024806166999042</c:v>
                </c:pt>
                <c:pt idx="68">
                  <c:v>-0.00264584887772799</c:v>
                </c:pt>
                <c:pt idx="69">
                  <c:v>-0.00261727534234524</c:v>
                </c:pt>
                <c:pt idx="70">
                  <c:v>-0.00245434332173318</c:v>
                </c:pt>
                <c:pt idx="71">
                  <c:v>-0.00246193935163319</c:v>
                </c:pt>
                <c:pt idx="72">
                  <c:v>-0.00250832305755466</c:v>
                </c:pt>
                <c:pt idx="73">
                  <c:v>-0.00255564963445067</c:v>
                </c:pt>
                <c:pt idx="74">
                  <c:v>-0.00248640810605139</c:v>
                </c:pt>
                <c:pt idx="75">
                  <c:v>-0.0025819203350693</c:v>
                </c:pt>
                <c:pt idx="76">
                  <c:v>-0.00215723167639226</c:v>
                </c:pt>
                <c:pt idx="77">
                  <c:v>-0.00236500208266079</c:v>
                </c:pt>
                <c:pt idx="78">
                  <c:v>-0.00237539091613144</c:v>
                </c:pt>
                <c:pt idx="79">
                  <c:v>-0.00221302048303187</c:v>
                </c:pt>
                <c:pt idx="80">
                  <c:v>-0.00249450183473527</c:v>
                </c:pt>
                <c:pt idx="81">
                  <c:v>-0.00256540623959154</c:v>
                </c:pt>
                <c:pt idx="82">
                  <c:v>-0.00224247095175087</c:v>
                </c:pt>
                <c:pt idx="83">
                  <c:v>-0.00238401803653687</c:v>
                </c:pt>
                <c:pt idx="84">
                  <c:v>-0.00228164584841579</c:v>
                </c:pt>
                <c:pt idx="85">
                  <c:v>-0.00227659079246223</c:v>
                </c:pt>
                <c:pt idx="86">
                  <c:v>-0.00195898863021284</c:v>
                </c:pt>
                <c:pt idx="87">
                  <c:v>-0.00186830584425479</c:v>
                </c:pt>
                <c:pt idx="88">
                  <c:v>-0.00213299398310483</c:v>
                </c:pt>
                <c:pt idx="89">
                  <c:v>-0.00231708255596459</c:v>
                </c:pt>
                <c:pt idx="90">
                  <c:v>-0.00214170715771615</c:v>
                </c:pt>
                <c:pt idx="91">
                  <c:v>-0.00201463000848889</c:v>
                </c:pt>
                <c:pt idx="92">
                  <c:v>-0.00201219606678933</c:v>
                </c:pt>
                <c:pt idx="93">
                  <c:v>-0.00195662844926119</c:v>
                </c:pt>
                <c:pt idx="94">
                  <c:v>-0.00204953846987337</c:v>
                </c:pt>
                <c:pt idx="95">
                  <c:v>-0.00176042374223471</c:v>
                </c:pt>
                <c:pt idx="96">
                  <c:v>-0.00174121638992801</c:v>
                </c:pt>
                <c:pt idx="97">
                  <c:v>-0.0019425684120506</c:v>
                </c:pt>
                <c:pt idx="98">
                  <c:v>-0.00171463524457067</c:v>
                </c:pt>
                <c:pt idx="99">
                  <c:v>-0.00165368421003222</c:v>
                </c:pt>
                <c:pt idx="100">
                  <c:v>-0.00165840233676136</c:v>
                </c:pt>
                <c:pt idx="101">
                  <c:v>-0.00147148945834488</c:v>
                </c:pt>
                <c:pt idx="102">
                  <c:v>-0.0017236704705283</c:v>
                </c:pt>
                <c:pt idx="103">
                  <c:v>-0.00157277712132782</c:v>
                </c:pt>
                <c:pt idx="104">
                  <c:v>-0.00143500212579966</c:v>
                </c:pt>
                <c:pt idx="105">
                  <c:v>-0.00134670094121248</c:v>
                </c:pt>
                <c:pt idx="106">
                  <c:v>-0.00116973870899528</c:v>
                </c:pt>
                <c:pt idx="107">
                  <c:v>-0.000968356872908771</c:v>
                </c:pt>
                <c:pt idx="108">
                  <c:v>-0.00118030831217766</c:v>
                </c:pt>
                <c:pt idx="109">
                  <c:v>-0.000897794845513999</c:v>
                </c:pt>
                <c:pt idx="110">
                  <c:v>-0.000882878503762186</c:v>
                </c:pt>
                <c:pt idx="111">
                  <c:v>-0.000973608833737671</c:v>
                </c:pt>
                <c:pt idx="112">
                  <c:v>-0.000928590539842844</c:v>
                </c:pt>
                <c:pt idx="113">
                  <c:v>-0.000848637626040727</c:v>
                </c:pt>
                <c:pt idx="114">
                  <c:v>-0.000501634372631088</c:v>
                </c:pt>
                <c:pt idx="115">
                  <c:v>-0.000593220721930265</c:v>
                </c:pt>
                <c:pt idx="116">
                  <c:v>-0.000263240339700133</c:v>
                </c:pt>
                <c:pt idx="117">
                  <c:v>-0.000263397657545283</c:v>
                </c:pt>
                <c:pt idx="118">
                  <c:v>-0.000104382871359121</c:v>
                </c:pt>
                <c:pt idx="119">
                  <c:v>1.76175180000016E-09</c:v>
                </c:pt>
              </c:numCache>
            </c:numRef>
          </c:yVal>
          <c:smooth val="0"/>
        </c:ser>
        <c:ser>
          <c:idx val="6"/>
          <c:order val="6"/>
          <c:tx>
            <c:v>Mean - sample SD</c:v>
          </c:tx>
          <c:spPr>
            <a:ln xmlns:a="http://schemas.openxmlformats.org/drawingml/2006/main" w="12383">
              <a:solidFill>
                <a:srgbClr val="69A49D"/>
              </a:solidFill>
              <a:prstDash val="dash"/>
            </a:ln>
          </c:spPr>
          <c:marker>
            <c:symbol val="none"/>
          </c:marker>
          <c:xVal>
            <c:numRef>
              <c:f>'Chart Data'!$M$2:$M$121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Data'!$N$2:$N$121</c:f>
              <c:numCache>
                <c:formatCode>0.0000</c:formatCode>
                <c:ptCount val="120"/>
                <c:pt idx="0">
                  <c:v>-0.00898598940112254</c:v>
                </c:pt>
                <c:pt idx="1">
                  <c:v>-0.00839591997647264</c:v>
                </c:pt>
                <c:pt idx="2">
                  <c:v>-0.00769408109176068</c:v>
                </c:pt>
                <c:pt idx="3">
                  <c:v>-0.0069392670649084</c:v>
                </c:pt>
                <c:pt idx="4">
                  <c:v>-0.00677577455895716</c:v>
                </c:pt>
                <c:pt idx="5">
                  <c:v>-0.00698379301513735</c:v>
                </c:pt>
                <c:pt idx="6">
                  <c:v>-0.00564548509239428</c:v>
                </c:pt>
                <c:pt idx="7">
                  <c:v>-0.00693181779670598</c:v>
                </c:pt>
                <c:pt idx="8">
                  <c:v>-0.00529313509751023</c:v>
                </c:pt>
                <c:pt idx="9">
                  <c:v>-0.00461629934783402</c:v>
                </c:pt>
                <c:pt idx="10">
                  <c:v>-0.00404548843127877</c:v>
                </c:pt>
                <c:pt idx="11">
                  <c:v>-0.00408515843040956</c:v>
                </c:pt>
                <c:pt idx="12">
                  <c:v>-0.00392067362632848</c:v>
                </c:pt>
                <c:pt idx="13">
                  <c:v>-0.00404754777567603</c:v>
                </c:pt>
                <c:pt idx="14">
                  <c:v>-0.00367619491154047</c:v>
                </c:pt>
                <c:pt idx="15">
                  <c:v>-0.00400601160702657</c:v>
                </c:pt>
                <c:pt idx="16">
                  <c:v>-0.00440719304681666</c:v>
                </c:pt>
                <c:pt idx="17">
                  <c:v>-0.00427545592419043</c:v>
                </c:pt>
                <c:pt idx="18">
                  <c:v>-0.00336561127615566</c:v>
                </c:pt>
                <c:pt idx="19">
                  <c:v>-0.00367795956342409</c:v>
                </c:pt>
                <c:pt idx="20">
                  <c:v>-0.00340570995339533</c:v>
                </c:pt>
                <c:pt idx="21">
                  <c:v>-0.00381837711653008</c:v>
                </c:pt>
                <c:pt idx="22">
                  <c:v>-0.00358104431313381</c:v>
                </c:pt>
                <c:pt idx="23">
                  <c:v>-0.0029418435302204</c:v>
                </c:pt>
                <c:pt idx="24">
                  <c:v>-0.00385345814214891</c:v>
                </c:pt>
                <c:pt idx="25">
                  <c:v>-0.00415554432338789</c:v>
                </c:pt>
                <c:pt idx="26">
                  <c:v>-0.00346080584386004</c:v>
                </c:pt>
                <c:pt idx="27">
                  <c:v>-0.00349854288295225</c:v>
                </c:pt>
                <c:pt idx="28">
                  <c:v>-0.0033973597303148</c:v>
                </c:pt>
                <c:pt idx="29">
                  <c:v>-0.00357195257389596</c:v>
                </c:pt>
                <c:pt idx="30">
                  <c:v>-0.00288307241768456</c:v>
                </c:pt>
                <c:pt idx="31">
                  <c:v>-0.00425892849305202</c:v>
                </c:pt>
                <c:pt idx="32">
                  <c:v>-0.00368138854795984</c:v>
                </c:pt>
                <c:pt idx="33">
                  <c:v>-0.00315029971845169</c:v>
                </c:pt>
                <c:pt idx="34">
                  <c:v>-0.00345603889719016</c:v>
                </c:pt>
                <c:pt idx="35">
                  <c:v>-0.00336392155962881</c:v>
                </c:pt>
                <c:pt idx="36">
                  <c:v>-0.00326325671615334</c:v>
                </c:pt>
                <c:pt idx="37">
                  <c:v>-0.00306250924233677</c:v>
                </c:pt>
                <c:pt idx="38">
                  <c:v>-0.00394230831767477</c:v>
                </c:pt>
                <c:pt idx="39">
                  <c:v>-0.00311084557555457</c:v>
                </c:pt>
                <c:pt idx="40">
                  <c:v>-0.0031613867200061</c:v>
                </c:pt>
                <c:pt idx="41">
                  <c:v>-0.00377123603395492</c:v>
                </c:pt>
                <c:pt idx="42">
                  <c:v>-0.00366401362318846</c:v>
                </c:pt>
                <c:pt idx="43">
                  <c:v>-0.00370093103243564</c:v>
                </c:pt>
                <c:pt idx="44">
                  <c:v>-0.00301714887303401</c:v>
                </c:pt>
                <c:pt idx="45">
                  <c:v>-0.00374109614539319</c:v>
                </c:pt>
                <c:pt idx="46">
                  <c:v>-0.004209297653723</c:v>
                </c:pt>
                <c:pt idx="47">
                  <c:v>-0.00305878838920159</c:v>
                </c:pt>
                <c:pt idx="48">
                  <c:v>-0.00331750685820172</c:v>
                </c:pt>
                <c:pt idx="49">
                  <c:v>-0.00360972339857908</c:v>
                </c:pt>
                <c:pt idx="50">
                  <c:v>-0.0033817761156702</c:v>
                </c:pt>
                <c:pt idx="51">
                  <c:v>-0.00322438754941541</c:v>
                </c:pt>
                <c:pt idx="52">
                  <c:v>-0.00312763599862027</c:v>
                </c:pt>
                <c:pt idx="53">
                  <c:v>-0.00356857939184818</c:v>
                </c:pt>
                <c:pt idx="54">
                  <c:v>-0.00302321237072191</c:v>
                </c:pt>
                <c:pt idx="55">
                  <c:v>-0.00398230979072128</c:v>
                </c:pt>
                <c:pt idx="56">
                  <c:v>-0.00363911621198324</c:v>
                </c:pt>
                <c:pt idx="57">
                  <c:v>-0.00307910203850948</c:v>
                </c:pt>
                <c:pt idx="58">
                  <c:v>-0.00303097147481516</c:v>
                </c:pt>
                <c:pt idx="59">
                  <c:v>-0.0032655214309532</c:v>
                </c:pt>
                <c:pt idx="60">
                  <c:v>-0.00268765206937361</c:v>
                </c:pt>
                <c:pt idx="61">
                  <c:v>-0.00330267962054197</c:v>
                </c:pt>
                <c:pt idx="62">
                  <c:v>-0.00379846263083627</c:v>
                </c:pt>
                <c:pt idx="63">
                  <c:v>-0.00303773219964431</c:v>
                </c:pt>
                <c:pt idx="64">
                  <c:v>-0.0031795665247611</c:v>
                </c:pt>
                <c:pt idx="65">
                  <c:v>-0.00342529667267736</c:v>
                </c:pt>
                <c:pt idx="66">
                  <c:v>-0.00300239659237312</c:v>
                </c:pt>
                <c:pt idx="67">
                  <c:v>-0.00327557746395496</c:v>
                </c:pt>
                <c:pt idx="68">
                  <c:v>-0.00332514256411268</c:v>
                </c:pt>
                <c:pt idx="69">
                  <c:v>-0.00334683957812232</c:v>
                </c:pt>
                <c:pt idx="70">
                  <c:v>-0.00304100414909327</c:v>
                </c:pt>
                <c:pt idx="71">
                  <c:v>-0.00288708706724662</c:v>
                </c:pt>
                <c:pt idx="72">
                  <c:v>-0.0031468461604182</c:v>
                </c:pt>
                <c:pt idx="73">
                  <c:v>-0.00322664139562404</c:v>
                </c:pt>
                <c:pt idx="74">
                  <c:v>-0.00313005767928264</c:v>
                </c:pt>
                <c:pt idx="75">
                  <c:v>-0.00310734027210101</c:v>
                </c:pt>
                <c:pt idx="76">
                  <c:v>-0.00273123471906833</c:v>
                </c:pt>
                <c:pt idx="77">
                  <c:v>-0.00251612982254326</c:v>
                </c:pt>
                <c:pt idx="78">
                  <c:v>-0.00284996954088976</c:v>
                </c:pt>
                <c:pt idx="79">
                  <c:v>-0.00272143075228669</c:v>
                </c:pt>
                <c:pt idx="80">
                  <c:v>-0.002902405252499</c:v>
                </c:pt>
                <c:pt idx="81">
                  <c:v>-0.00329050703475323</c:v>
                </c:pt>
                <c:pt idx="82">
                  <c:v>-0.00261614473531962</c:v>
                </c:pt>
                <c:pt idx="83">
                  <c:v>-0.00288325717799054</c:v>
                </c:pt>
                <c:pt idx="84">
                  <c:v>-0.00264687752620562</c:v>
                </c:pt>
                <c:pt idx="85">
                  <c:v>-0.00250416928611929</c:v>
                </c:pt>
                <c:pt idx="86">
                  <c:v>-0.00260096306619958</c:v>
                </c:pt>
                <c:pt idx="87">
                  <c:v>-0.00247774613528183</c:v>
                </c:pt>
                <c:pt idx="88">
                  <c:v>-0.00262210485175181</c:v>
                </c:pt>
                <c:pt idx="89">
                  <c:v>-0.00293726925670065</c:v>
                </c:pt>
                <c:pt idx="90">
                  <c:v>-0.00232671306913882</c:v>
                </c:pt>
                <c:pt idx="91">
                  <c:v>-0.00237294614015934</c:v>
                </c:pt>
                <c:pt idx="92">
                  <c:v>-0.00248896241869753</c:v>
                </c:pt>
                <c:pt idx="93">
                  <c:v>-0.00225902243804308</c:v>
                </c:pt>
                <c:pt idx="94">
                  <c:v>-0.00252824340625536</c:v>
                </c:pt>
                <c:pt idx="95">
                  <c:v>-0.00195344737167922</c:v>
                </c:pt>
                <c:pt idx="96">
                  <c:v>-0.00230364261298417</c:v>
                </c:pt>
                <c:pt idx="97">
                  <c:v>-0.00230597752897113</c:v>
                </c:pt>
                <c:pt idx="98">
                  <c:v>-0.00196831120654534</c:v>
                </c:pt>
                <c:pt idx="99">
                  <c:v>-0.00229120688304741</c:v>
                </c:pt>
                <c:pt idx="100">
                  <c:v>-0.0022499064687653</c:v>
                </c:pt>
                <c:pt idx="101">
                  <c:v>-0.00170368075302882</c:v>
                </c:pt>
                <c:pt idx="102">
                  <c:v>-0.00215630021314361</c:v>
                </c:pt>
                <c:pt idx="103">
                  <c:v>-0.00215331196085713</c:v>
                </c:pt>
                <c:pt idx="104">
                  <c:v>-0.00193490225222074</c:v>
                </c:pt>
                <c:pt idx="105">
                  <c:v>-0.00163218179901751</c:v>
                </c:pt>
                <c:pt idx="106">
                  <c:v>-0.00150336181373115</c:v>
                </c:pt>
                <c:pt idx="107">
                  <c:v>-0.00126580651804523</c:v>
                </c:pt>
                <c:pt idx="108">
                  <c:v>-0.001510364761945</c:v>
                </c:pt>
                <c:pt idx="109">
                  <c:v>-0.00116082004455657</c:v>
                </c:pt>
                <c:pt idx="110">
                  <c:v>-0.00107633313651146</c:v>
                </c:pt>
                <c:pt idx="111">
                  <c:v>-0.0012453383326928</c:v>
                </c:pt>
                <c:pt idx="112">
                  <c:v>-0.00116364670168657</c:v>
                </c:pt>
                <c:pt idx="113">
                  <c:v>-0.00124160924821259</c:v>
                </c:pt>
                <c:pt idx="114">
                  <c:v>-0.000562227335734976</c:v>
                </c:pt>
                <c:pt idx="115">
                  <c:v>-0.000872549053057296</c:v>
                </c:pt>
                <c:pt idx="116">
                  <c:v>-0.00035372029020644</c:v>
                </c:pt>
                <c:pt idx="117">
                  <c:v>-0.00031376773881139</c:v>
                </c:pt>
                <c:pt idx="118">
                  <c:v>-0.000137853889003404</c:v>
                </c:pt>
                <c:pt idx="119">
                  <c:v>-4.82675672859983E-09</c:v>
                </c:pt>
              </c:numCache>
            </c:numRef>
          </c:yVal>
          <c:smooth val="0"/>
        </c:ser>
        <c:ser>
          <c:idx val="7"/>
          <c:order val="7"/>
          <c:tx>
            <c:v>Mean + sample SD</c:v>
          </c:tx>
          <c:spPr>
            <a:ln xmlns:a="http://schemas.openxmlformats.org/drawingml/2006/main" w="12383">
              <a:solidFill>
                <a:srgbClr val="69A49D"/>
              </a:solidFill>
              <a:prstDash val="dash"/>
            </a:ln>
          </c:spPr>
          <c:marker>
            <c:symbol val="none"/>
          </c:marker>
          <c:xVal>
            <c:numRef>
              <c:f>'Chart Data'!$O$2:$O$121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Data'!$P$2:$P$121</c:f>
              <c:numCache>
                <c:formatCode>0.0000</c:formatCode>
                <c:ptCount val="120"/>
                <c:pt idx="0">
                  <c:v>-0.00619343067518809</c:v>
                </c:pt>
                <c:pt idx="1">
                  <c:v>-0.00640542280888579</c:v>
                </c:pt>
                <c:pt idx="2">
                  <c:v>-0.00600267046552987</c:v>
                </c:pt>
                <c:pt idx="3">
                  <c:v>-0.00619739119382774</c:v>
                </c:pt>
                <c:pt idx="4">
                  <c:v>-0.0045373470206303</c:v>
                </c:pt>
                <c:pt idx="5">
                  <c:v>-0.00555099747095999</c:v>
                </c:pt>
                <c:pt idx="6">
                  <c:v>-0.00506427822590597</c:v>
                </c:pt>
                <c:pt idx="7">
                  <c:v>-0.00365496493440984</c:v>
                </c:pt>
                <c:pt idx="8">
                  <c:v>-0.00368201356913983</c:v>
                </c:pt>
                <c:pt idx="9">
                  <c:v>-0.00284763911564526</c:v>
                </c:pt>
                <c:pt idx="10">
                  <c:v>-0.00327428902762741</c:v>
                </c:pt>
                <c:pt idx="11">
                  <c:v>-0.0025931736785947</c:v>
                </c:pt>
                <c:pt idx="12">
                  <c:v>-0.00276556764650844</c:v>
                </c:pt>
                <c:pt idx="13">
                  <c:v>-0.0029182902245023</c:v>
                </c:pt>
                <c:pt idx="14">
                  <c:v>-0.00282206709524898</c:v>
                </c:pt>
                <c:pt idx="15">
                  <c:v>-0.00330396591695595</c:v>
                </c:pt>
                <c:pt idx="16">
                  <c:v>-0.0028844688080167</c:v>
                </c:pt>
                <c:pt idx="17">
                  <c:v>-0.00277693947546945</c:v>
                </c:pt>
                <c:pt idx="18">
                  <c:v>-0.0025965731679142</c:v>
                </c:pt>
                <c:pt idx="19">
                  <c:v>-0.00256810587809493</c:v>
                </c:pt>
                <c:pt idx="20">
                  <c:v>-0.00240839150047521</c:v>
                </c:pt>
                <c:pt idx="21">
                  <c:v>-0.00258597190508352</c:v>
                </c:pt>
                <c:pt idx="22">
                  <c:v>-0.00186570961716667</c:v>
                </c:pt>
                <c:pt idx="23">
                  <c:v>-0.00150322926876931</c:v>
                </c:pt>
                <c:pt idx="24">
                  <c:v>-0.00220169306336099</c:v>
                </c:pt>
                <c:pt idx="25">
                  <c:v>-0.00257326099881217</c:v>
                </c:pt>
                <c:pt idx="26">
                  <c:v>-0.00211149064889537</c:v>
                </c:pt>
                <c:pt idx="27">
                  <c:v>-0.00232337758272573</c:v>
                </c:pt>
                <c:pt idx="28">
                  <c:v>-0.00191274733877521</c:v>
                </c:pt>
                <c:pt idx="29">
                  <c:v>-0.00202604488289305</c:v>
                </c:pt>
                <c:pt idx="30">
                  <c:v>-0.00152494354500556</c:v>
                </c:pt>
                <c:pt idx="31">
                  <c:v>-0.00211045751495729</c:v>
                </c:pt>
                <c:pt idx="32">
                  <c:v>-0.00251482599010774</c:v>
                </c:pt>
                <c:pt idx="33">
                  <c:v>-0.00221059837766271</c:v>
                </c:pt>
                <c:pt idx="34">
                  <c:v>-0.00209470879353219</c:v>
                </c:pt>
                <c:pt idx="35">
                  <c:v>-0.00190294131522182</c:v>
                </c:pt>
                <c:pt idx="36">
                  <c:v>-0.00222914319617418</c:v>
                </c:pt>
                <c:pt idx="37">
                  <c:v>-0.00230225961666224</c:v>
                </c:pt>
                <c:pt idx="38">
                  <c:v>-0.0023765755595728</c:v>
                </c:pt>
                <c:pt idx="39">
                  <c:v>-0.00226438659943799</c:v>
                </c:pt>
                <c:pt idx="40">
                  <c:v>-0.00163708264649964</c:v>
                </c:pt>
                <c:pt idx="41">
                  <c:v>-0.00226634623684614</c:v>
                </c:pt>
                <c:pt idx="42">
                  <c:v>-0.00212145124476102</c:v>
                </c:pt>
                <c:pt idx="43">
                  <c:v>-0.00242778590203668</c:v>
                </c:pt>
                <c:pt idx="44">
                  <c:v>-0.00219550110938858</c:v>
                </c:pt>
                <c:pt idx="45">
                  <c:v>-0.00230841627445644</c:v>
                </c:pt>
                <c:pt idx="46">
                  <c:v>-0.00231459937946177</c:v>
                </c:pt>
                <c:pt idx="47">
                  <c:v>-0.00168965982808607</c:v>
                </c:pt>
                <c:pt idx="48">
                  <c:v>-0.00176658335602095</c:v>
                </c:pt>
                <c:pt idx="49">
                  <c:v>-0.0023889844435027</c:v>
                </c:pt>
                <c:pt idx="50">
                  <c:v>-0.00204190765060544</c:v>
                </c:pt>
                <c:pt idx="51">
                  <c:v>-0.00217642852236312</c:v>
                </c:pt>
                <c:pt idx="52">
                  <c:v>-0.00232606122087073</c:v>
                </c:pt>
                <c:pt idx="53">
                  <c:v>-0.00177319101496425</c:v>
                </c:pt>
                <c:pt idx="54">
                  <c:v>-0.00231539051488199</c:v>
                </c:pt>
                <c:pt idx="55">
                  <c:v>-0.00208577380662586</c:v>
                </c:pt>
                <c:pt idx="56">
                  <c:v>-0.00188100284039708</c:v>
                </c:pt>
                <c:pt idx="57">
                  <c:v>-0.00218847343780912</c:v>
                </c:pt>
                <c:pt idx="58">
                  <c:v>-0.00207495341090485</c:v>
                </c:pt>
                <c:pt idx="59">
                  <c:v>-0.00246263217406089</c:v>
                </c:pt>
                <c:pt idx="60">
                  <c:v>-0.00198756485688818</c:v>
                </c:pt>
                <c:pt idx="61">
                  <c:v>-0.00229897402241048</c:v>
                </c:pt>
                <c:pt idx="62">
                  <c:v>-0.00183147150685081</c:v>
                </c:pt>
                <c:pt idx="63">
                  <c:v>-0.00175000111305191</c:v>
                </c:pt>
                <c:pt idx="64">
                  <c:v>-0.00185541365311824</c:v>
                </c:pt>
                <c:pt idx="65">
                  <c:v>-0.00203607129206721</c:v>
                </c:pt>
                <c:pt idx="66">
                  <c:v>-0.0022625599117334</c:v>
                </c:pt>
                <c:pt idx="67">
                  <c:v>-0.00168565593585345</c:v>
                </c:pt>
                <c:pt idx="68">
                  <c:v>-0.00196655519134329</c:v>
                </c:pt>
                <c:pt idx="69">
                  <c:v>-0.00188771110656815</c:v>
                </c:pt>
                <c:pt idx="70">
                  <c:v>-0.00186768249437308</c:v>
                </c:pt>
                <c:pt idx="71">
                  <c:v>-0.00203679163601977</c:v>
                </c:pt>
                <c:pt idx="72">
                  <c:v>-0.00186979995469112</c:v>
                </c:pt>
                <c:pt idx="73">
                  <c:v>-0.00188465787327731</c:v>
                </c:pt>
                <c:pt idx="74">
                  <c:v>-0.00184275853282013</c:v>
                </c:pt>
                <c:pt idx="75">
                  <c:v>-0.00205650039803759</c:v>
                </c:pt>
                <c:pt idx="76">
                  <c:v>-0.00158322863371618</c:v>
                </c:pt>
                <c:pt idx="77">
                  <c:v>-0.00221387434277832</c:v>
                </c:pt>
                <c:pt idx="78">
                  <c:v>-0.00190081229137311</c:v>
                </c:pt>
                <c:pt idx="79">
                  <c:v>-0.00170461021377705</c:v>
                </c:pt>
                <c:pt idx="80">
                  <c:v>-0.00208659841697155</c:v>
                </c:pt>
                <c:pt idx="81">
                  <c:v>-0.00184030544442985</c:v>
                </c:pt>
                <c:pt idx="82">
                  <c:v>-0.00186879716818213</c:v>
                </c:pt>
                <c:pt idx="83">
                  <c:v>-0.0018847788950832</c:v>
                </c:pt>
                <c:pt idx="84">
                  <c:v>-0.00191641417062597</c:v>
                </c:pt>
                <c:pt idx="85">
                  <c:v>-0.00204901229880517</c:v>
                </c:pt>
                <c:pt idx="86">
                  <c:v>-0.0013170141942261</c:v>
                </c:pt>
                <c:pt idx="87">
                  <c:v>-0.00125886555322775</c:v>
                </c:pt>
                <c:pt idx="88">
                  <c:v>-0.00164388311445784</c:v>
                </c:pt>
                <c:pt idx="89">
                  <c:v>-0.00169689585522853</c:v>
                </c:pt>
                <c:pt idx="90">
                  <c:v>-0.00195670124629349</c:v>
                </c:pt>
                <c:pt idx="91">
                  <c:v>-0.00165631387681845</c:v>
                </c:pt>
                <c:pt idx="92">
                  <c:v>-0.00153542971488113</c:v>
                </c:pt>
                <c:pt idx="93">
                  <c:v>-0.0016542344604793</c:v>
                </c:pt>
                <c:pt idx="94">
                  <c:v>-0.00157083353349138</c:v>
                </c:pt>
                <c:pt idx="95">
                  <c:v>-0.00156740011279019</c:v>
                </c:pt>
                <c:pt idx="96">
                  <c:v>-0.00117879016687185</c:v>
                </c:pt>
                <c:pt idx="97">
                  <c:v>-0.00157915929513008</c:v>
                </c:pt>
                <c:pt idx="98">
                  <c:v>-0.00146095928259601</c:v>
                </c:pt>
                <c:pt idx="99">
                  <c:v>-0.00101616153701704</c:v>
                </c:pt>
                <c:pt idx="100">
                  <c:v>-0.00106689820475742</c:v>
                </c:pt>
                <c:pt idx="101">
                  <c:v>-0.00123929816366093</c:v>
                </c:pt>
                <c:pt idx="102">
                  <c:v>-0.001291040727913</c:v>
                </c:pt>
                <c:pt idx="103">
                  <c:v>-0.000992242281798508</c:v>
                </c:pt>
                <c:pt idx="104">
                  <c:v>-0.000935101999378573</c:v>
                </c:pt>
                <c:pt idx="105">
                  <c:v>-0.00106122008340744</c:v>
                </c:pt>
                <c:pt idx="106">
                  <c:v>-0.00083611560425942</c:v>
                </c:pt>
                <c:pt idx="107">
                  <c:v>-0.000670907227772315</c:v>
                </c:pt>
                <c:pt idx="108">
                  <c:v>-0.000850251862410316</c:v>
                </c:pt>
                <c:pt idx="109">
                  <c:v>-0.000634769646471426</c:v>
                </c:pt>
                <c:pt idx="110">
                  <c:v>-0.000689423871012908</c:v>
                </c:pt>
                <c:pt idx="111">
                  <c:v>-0.000701879334782542</c:v>
                </c:pt>
                <c:pt idx="112">
                  <c:v>-0.000693534377999114</c:v>
                </c:pt>
                <c:pt idx="113">
                  <c:v>-0.000455666003868868</c:v>
                </c:pt>
                <c:pt idx="114">
                  <c:v>-0.0004410414095272</c:v>
                </c:pt>
                <c:pt idx="115">
                  <c:v>-0.000313892390803235</c:v>
                </c:pt>
                <c:pt idx="116">
                  <c:v>-0.000172760389193826</c:v>
                </c:pt>
                <c:pt idx="117">
                  <c:v>-0.000213027576279177</c:v>
                </c:pt>
                <c:pt idx="118">
                  <c:v>-7.09118537148377E-05</c:v>
                </c:pt>
                <c:pt idx="119">
                  <c:v>8.35026032860014E-09</c:v>
                </c:pt>
              </c:numCache>
            </c:numRef>
          </c:yVal>
          <c:smooth val="0"/>
        </c:ser>
        <c:dLbls>
          <c:txPr>
            <a:bodyPr xmlns:a="http://schemas.openxmlformats.org/drawingml/2006/main" anchorCtr="1"/>
            <a:lstStyle xmlns:a="http://schemas.openxmlformats.org/drawingml/2006/main"/>
            <a:p xmlns:a="http://schemas.openxmlformats.org/drawingml/2006/main">
              <a:pPr>
                <a:defRPr>
                  <a:latin typeface="Atkinson Hyperlegible"/>
                  <a:ea typeface="Atkinson Hyperlegible"/>
                  <a:cs typeface="Atkinson Hyperlegible"/>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6668">
              <a:solidFill>
                <a:srgbClr val="D8E5DF"/>
              </a:solidFill>
            </a:ln>
          </c:spPr>
        </c:majorGridlines>
        <c:numFmt formatCode="0.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crossAx val="48650112"/>
      </c:valAx>
      <c:valAx>
        <c:axId val="48650112"/>
        <c:scaling>
          <c:orientation val="minMax"/>
          <c:max val="3000"/>
          <c:min val="0"/>
        </c:scaling>
        <c:delete val="0"/>
        <c:axPos val="b"/>
        <c:title>
          <c:tx>
            <c:rich>
              <a:bodyPr xmlns:a="http://schemas.openxmlformats.org/drawingml/2006/main"/>
              <a:lstStyle xmlns:a="http://schemas.openxmlformats.org/drawingml/2006/main"/>
              <a:p xmlns:a="http://schemas.openxmlformats.org/drawingml/2006/main">
                <a:r>
                  <a:rPr sz="1200">
                    <a:solidFill>
                      <a:srgbClr val="58787A"/>
                    </a:solidFill>
                    <a:latin typeface="Atkinson Hyperlegible"/>
                    <a:ea typeface="Atkinson Hyperlegible"/>
                    <a:cs typeface="Atkinson Hyperlegible"/>
                  </a:rPr>
                  <a:t>PPO iteration</a:t>
                </a:r>
              </a:p>
            </c:rich>
          </c:tx>
          <c:overlay val="0"/>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title>
        <c:numFmt formatCode="0"/>
        <c:majorTickMark val="none"/>
        <c:minorTickMark val="none"/>
        <c:tickLblPos val="low"/>
        <c:spPr>
          <a:ln xmlns:a="http://schemas.openxmlformats.org/drawingml/2006/main" w="9525">
            <a:solidFill>
              <a:srgbClr val="D8E5DF"/>
            </a:solidFill>
          </a:ln>
        </c:spPr>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crossAx val="48672768"/>
        <c:majorUnit val="1000"/>
      </c:valAx>
      <c:spPr>
        <a:solidFill xmlns:a="http://schemas.openxmlformats.org/drawingml/2006/main">
          <a:srgbClr val="F5F8F5"/>
        </a:solidFill>
        <a:ln xmlns:a="http://schemas.openxmlformats.org/drawingml/2006/main" w="0">
          <a:noFill/>
        </a:ln>
      </c:spPr>
    </c:plotArea>
    <c:plotVisOnly val="1"/>
  </c:chart>
  <c:spPr>
    <a:solidFill xmlns:a="http://schemas.openxmlformats.org/drawingml/2006/main">
      <a:srgbClr val="F5F8F5"/>
    </a:solidFill>
    <a:ln xmlns:a="http://schemas.openxmlformats.org/drawingml/2006/main" w="0">
      <a:noFill/>
    </a:ln>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73F43"/>
                </a:solidFill>
                <a:latin typeface="Atkinson Hyperlegible"/>
                <a:ea typeface="Atkinson Hyperlegible"/>
                <a:cs typeface="Atkinson Hyperlegible"/>
              </a:rPr>
              <a:t>Value loss (half MSE)</a:t>
            </a:r>
          </a:p>
        </c:rich>
      </c:tx>
      <c:overlay val="0"/>
      <c:txPr>
        <a:bodyPr xmlns:a="http://schemas.openxmlformats.org/drawingml/2006/main" anchorCtr="1"/>
        <a:lstStyle xmlns:a="http://schemas.openxmlformats.org/drawingml/2006/main"/>
        <a:p xmlns:a="http://schemas.openxmlformats.org/drawingml/2006/main">
          <a:pPr>
            <a:defRPr sz="1650" b="1">
              <a:solidFill>
                <a:srgbClr val="173F43"/>
              </a:solidFill>
              <a:latin typeface="Atkinson Hyperlegible"/>
              <a:ea typeface="Atkinson Hyperlegible"/>
              <a:cs typeface="Atkinson Hyperlegible"/>
            </a:defRPr>
          </a:pPr>
        </a:p>
      </c:txPr>
    </c:title>
    <c:plotArea>
      <c:scatterChart>
        <c:scatterStyle val="line"/>
        <c:varyColors val="0"/>
        <c:ser>
          <c:idx val="0"/>
          <c:order val="0"/>
          <c:tx>
            <c:v>1729</c:v>
          </c:tx>
          <c:spPr>
            <a:ln xmlns:a="http://schemas.openxmlformats.org/drawingml/2006/main" w="7620">
              <a:solidFill>
                <a:srgbClr val="7DB8B2"/>
              </a:solidFill>
            </a:ln>
          </c:spPr>
          <c:marker>
            <c:symbol val="none"/>
          </c:marker>
          <c:xVal>
            <c:numRef>
              <c:f>'Chart Data'!$A$2:$A$121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Data'!$B$2:$B$121</c:f>
              <c:numCache>
                <c:formatCode>0.0000</c:formatCode>
                <c:ptCount val="120"/>
                <c:pt idx="0">
                  <c:v>0.0014415280893445</c:v>
                </c:pt>
                <c:pt idx="1">
                  <c:v>0.00113676697947085</c:v>
                </c:pt>
                <c:pt idx="2">
                  <c:v>0.00106220273301005</c:v>
                </c:pt>
                <c:pt idx="3">
                  <c:v>0.000948959379456937</c:v>
                </c:pt>
                <c:pt idx="4">
                  <c:v>0.000982660450972617</c:v>
                </c:pt>
                <c:pt idx="5">
                  <c:v>0.000801762449555099</c:v>
                </c:pt>
                <c:pt idx="6">
                  <c:v>0.00072261446621269</c:v>
                </c:pt>
                <c:pt idx="7">
                  <c:v>0.000763093237765133</c:v>
                </c:pt>
                <c:pt idx="8">
                  <c:v>0.0006488700164482</c:v>
                </c:pt>
                <c:pt idx="9">
                  <c:v>0.000605212757363915</c:v>
                </c:pt>
                <c:pt idx="10">
                  <c:v>0.000939426186960191</c:v>
                </c:pt>
                <c:pt idx="11">
                  <c:v>0.000604077707976103</c:v>
                </c:pt>
                <c:pt idx="12">
                  <c:v>0.000625359127297997</c:v>
                </c:pt>
                <c:pt idx="13">
                  <c:v>0.000559407286345959</c:v>
                </c:pt>
                <c:pt idx="14">
                  <c:v>0.000581118860282004</c:v>
                </c:pt>
                <c:pt idx="15">
                  <c:v>0.00053226383170113</c:v>
                </c:pt>
                <c:pt idx="16">
                  <c:v>0.000580757216084749</c:v>
                </c:pt>
                <c:pt idx="17">
                  <c:v>0.000506866141222417</c:v>
                </c:pt>
                <c:pt idx="18">
                  <c:v>0.000485583179397509</c:v>
                </c:pt>
                <c:pt idx="19">
                  <c:v>0.00042651902185753</c:v>
                </c:pt>
                <c:pt idx="20">
                  <c:v>0.000478501431643963</c:v>
                </c:pt>
                <c:pt idx="21">
                  <c:v>0.000513652455992997</c:v>
                </c:pt>
                <c:pt idx="22">
                  <c:v>0.000452707026852295</c:v>
                </c:pt>
                <c:pt idx="23">
                  <c:v>0.000397683237679303</c:v>
                </c:pt>
                <c:pt idx="24">
                  <c:v>0.00045022284029983</c:v>
                </c:pt>
                <c:pt idx="25">
                  <c:v>0.000426957267336547</c:v>
                </c:pt>
                <c:pt idx="26">
                  <c:v>0.000472008949145675</c:v>
                </c:pt>
                <c:pt idx="27">
                  <c:v>0.000401434022933245</c:v>
                </c:pt>
                <c:pt idx="28">
                  <c:v>0.000342557963449508</c:v>
                </c:pt>
                <c:pt idx="29">
                  <c:v>0.000465228222310543</c:v>
                </c:pt>
                <c:pt idx="30">
                  <c:v>0.000336038850946352</c:v>
                </c:pt>
                <c:pt idx="31">
                  <c:v>0.000312366464640945</c:v>
                </c:pt>
                <c:pt idx="32">
                  <c:v>0.000321535510011017</c:v>
                </c:pt>
                <c:pt idx="33">
                  <c:v>0.000349048292264342</c:v>
                </c:pt>
                <c:pt idx="34">
                  <c:v>0.000371538626495749</c:v>
                </c:pt>
                <c:pt idx="35">
                  <c:v>0.000320536084473133</c:v>
                </c:pt>
                <c:pt idx="36">
                  <c:v>0.000331295595970005</c:v>
                </c:pt>
                <c:pt idx="37">
                  <c:v>0.000298775965347886</c:v>
                </c:pt>
                <c:pt idx="38">
                  <c:v>0.000330881332047284</c:v>
                </c:pt>
                <c:pt idx="39">
                  <c:v>0.0003380281268619</c:v>
                </c:pt>
                <c:pt idx="40">
                  <c:v>0.000289490853901953</c:v>
                </c:pt>
                <c:pt idx="41">
                  <c:v>0.000325628992868587</c:v>
                </c:pt>
                <c:pt idx="42">
                  <c:v>0.000328274414641783</c:v>
                </c:pt>
                <c:pt idx="43">
                  <c:v>0.000316781137371436</c:v>
                </c:pt>
                <c:pt idx="44">
                  <c:v>0.000271070195594802</c:v>
                </c:pt>
                <c:pt idx="45">
                  <c:v>0.000319963961374015</c:v>
                </c:pt>
                <c:pt idx="46">
                  <c:v>0.000307028676616028</c:v>
                </c:pt>
                <c:pt idx="47">
                  <c:v>0.000295030855340883</c:v>
                </c:pt>
                <c:pt idx="48">
                  <c:v>0.000300139014143497</c:v>
                </c:pt>
                <c:pt idx="49">
                  <c:v>0.000291999138426036</c:v>
                </c:pt>
                <c:pt idx="50">
                  <c:v>0.000307252601487562</c:v>
                </c:pt>
                <c:pt idx="51">
                  <c:v>0.000267885625362396</c:v>
                </c:pt>
                <c:pt idx="52">
                  <c:v>0.00027547322679311</c:v>
                </c:pt>
                <c:pt idx="53">
                  <c:v>0.000326486071571708</c:v>
                </c:pt>
                <c:pt idx="54">
                  <c:v>0.000266842951532453</c:v>
                </c:pt>
                <c:pt idx="55">
                  <c:v>0.000276729639153928</c:v>
                </c:pt>
                <c:pt idx="56">
                  <c:v>0.000262612855294719</c:v>
                </c:pt>
                <c:pt idx="57">
                  <c:v>0.000243853646679781</c:v>
                </c:pt>
                <c:pt idx="58">
                  <c:v>0.000283202098216861</c:v>
                </c:pt>
                <c:pt idx="59">
                  <c:v>0.00025855447165668</c:v>
                </c:pt>
                <c:pt idx="60">
                  <c:v>0.000269411480985582</c:v>
                </c:pt>
                <c:pt idx="61">
                  <c:v>0.000259383115917444</c:v>
                </c:pt>
                <c:pt idx="62">
                  <c:v>0.000242413312662393</c:v>
                </c:pt>
                <c:pt idx="63">
                  <c:v>0.00024974811822176</c:v>
                </c:pt>
                <c:pt idx="64">
                  <c:v>0.000282013381365687</c:v>
                </c:pt>
                <c:pt idx="65">
                  <c:v>0.000268329516984522</c:v>
                </c:pt>
                <c:pt idx="66">
                  <c:v>0.000266831193584949</c:v>
                </c:pt>
                <c:pt idx="67">
                  <c:v>0.000257448293268681</c:v>
                </c:pt>
                <c:pt idx="68">
                  <c:v>0.00025365172768943</c:v>
                </c:pt>
                <c:pt idx="69">
                  <c:v>0.000301269697956741</c:v>
                </c:pt>
                <c:pt idx="70">
                  <c:v>0.000255584775004536</c:v>
                </c:pt>
                <c:pt idx="71">
                  <c:v>0.000237444997765124</c:v>
                </c:pt>
                <c:pt idx="72">
                  <c:v>0.000233955215662718</c:v>
                </c:pt>
                <c:pt idx="73">
                  <c:v>0.000268311036052182</c:v>
                </c:pt>
                <c:pt idx="74">
                  <c:v>0.000253500853432342</c:v>
                </c:pt>
                <c:pt idx="75">
                  <c:v>0.000232534643146209</c:v>
                </c:pt>
                <c:pt idx="76">
                  <c:v>0.000252414436545223</c:v>
                </c:pt>
                <c:pt idx="77">
                  <c:v>0.000253359787166119</c:v>
                </c:pt>
                <c:pt idx="78">
                  <c:v>0.000262502813711762</c:v>
                </c:pt>
                <c:pt idx="79">
                  <c:v>0.000245023518800735</c:v>
                </c:pt>
                <c:pt idx="80">
                  <c:v>0.000240824272623286</c:v>
                </c:pt>
                <c:pt idx="81">
                  <c:v>0.000257504172623158</c:v>
                </c:pt>
                <c:pt idx="82">
                  <c:v>0.000239133238210343</c:v>
                </c:pt>
                <c:pt idx="83">
                  <c:v>0.000252316705882549</c:v>
                </c:pt>
                <c:pt idx="84">
                  <c:v>0.000217407519812696</c:v>
                </c:pt>
                <c:pt idx="85">
                  <c:v>0.000264696514932439</c:v>
                </c:pt>
                <c:pt idx="86">
                  <c:v>0.000234306644415483</c:v>
                </c:pt>
                <c:pt idx="87">
                  <c:v>0.000233999919146299</c:v>
                </c:pt>
                <c:pt idx="88">
                  <c:v>0.000217048436752521</c:v>
                </c:pt>
                <c:pt idx="89">
                  <c:v>0.0002365832333453</c:v>
                </c:pt>
                <c:pt idx="90">
                  <c:v>0.000249893870204687</c:v>
                </c:pt>
                <c:pt idx="91">
                  <c:v>0.000237437358009629</c:v>
                </c:pt>
                <c:pt idx="92">
                  <c:v>0.000262085814028978</c:v>
                </c:pt>
                <c:pt idx="93">
                  <c:v>0.000241691916016862</c:v>
                </c:pt>
                <c:pt idx="94">
                  <c:v>0.000258446671068668</c:v>
                </c:pt>
                <c:pt idx="95">
                  <c:v>0.000212883169297129</c:v>
                </c:pt>
                <c:pt idx="96">
                  <c:v>0.000226204312639311</c:v>
                </c:pt>
                <c:pt idx="97">
                  <c:v>0.000229278550250456</c:v>
                </c:pt>
                <c:pt idx="98">
                  <c:v>0.000222198781557381</c:v>
                </c:pt>
                <c:pt idx="99">
                  <c:v>0.000241770903812721</c:v>
                </c:pt>
                <c:pt idx="100">
                  <c:v>0.000229367287829518</c:v>
                </c:pt>
                <c:pt idx="101">
                  <c:v>0.000233983781072311</c:v>
                </c:pt>
                <c:pt idx="102">
                  <c:v>0.000224049013922922</c:v>
                </c:pt>
                <c:pt idx="103">
                  <c:v>0.000220808084122837</c:v>
                </c:pt>
                <c:pt idx="104">
                  <c:v>0.000243067188421264</c:v>
                </c:pt>
                <c:pt idx="105">
                  <c:v>0.000232251171837561</c:v>
                </c:pt>
                <c:pt idx="106">
                  <c:v>0.000210192985832691</c:v>
                </c:pt>
                <c:pt idx="107">
                  <c:v>0.000201637740246952</c:v>
                </c:pt>
                <c:pt idx="108">
                  <c:v>0.000213431048905477</c:v>
                </c:pt>
                <c:pt idx="109">
                  <c:v>0.000222283342736773</c:v>
                </c:pt>
                <c:pt idx="110">
                  <c:v>0.000220789559534751</c:v>
                </c:pt>
                <c:pt idx="111">
                  <c:v>0.000242712674662471</c:v>
                </c:pt>
                <c:pt idx="112">
                  <c:v>0.000210759797482751</c:v>
                </c:pt>
                <c:pt idx="113">
                  <c:v>0.000241089524934068</c:v>
                </c:pt>
                <c:pt idx="114">
                  <c:v>0.000238151158555411</c:v>
                </c:pt>
                <c:pt idx="115">
                  <c:v>0.000209905963856727</c:v>
                </c:pt>
                <c:pt idx="116">
                  <c:v>0.000224791336222552</c:v>
                </c:pt>
                <c:pt idx="117">
                  <c:v>0.000201347327674739</c:v>
                </c:pt>
                <c:pt idx="118">
                  <c:v>0.000232315651373938</c:v>
                </c:pt>
                <c:pt idx="119">
                  <c:v>0.000233543847571127</c:v>
                </c:pt>
              </c:numCache>
            </c:numRef>
          </c:yVal>
          <c:smooth val="0"/>
        </c:ser>
        <c:ser>
          <c:idx val="1"/>
          <c:order val="1"/>
          <c:tx>
            <c:v>2718</c:v>
          </c:tx>
          <c:spPr>
            <a:ln xmlns:a="http://schemas.openxmlformats.org/drawingml/2006/main" w="7620">
              <a:solidFill>
                <a:srgbClr val="E9B7A9"/>
              </a:solidFill>
            </a:ln>
          </c:spPr>
          <c:marker>
            <c:symbol val="none"/>
          </c:marker>
          <c:xVal>
            <c:numRef>
              <c:f>'Chart Data'!$C$2:$C$121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Data'!$D$2:$D$121</c:f>
              <c:numCache>
                <c:formatCode>0.0000</c:formatCode>
                <c:ptCount val="120"/>
                <c:pt idx="0">
                  <c:v>0.00157869595568627</c:v>
                </c:pt>
                <c:pt idx="1">
                  <c:v>0.00114545866381377</c:v>
                </c:pt>
                <c:pt idx="2">
                  <c:v>0.00116198952309787</c:v>
                </c:pt>
                <c:pt idx="3">
                  <c:v>0.000909676775336266</c:v>
                </c:pt>
                <c:pt idx="4">
                  <c:v>0.000914840376935899</c:v>
                </c:pt>
                <c:pt idx="5">
                  <c:v>0.000914745673071593</c:v>
                </c:pt>
                <c:pt idx="6">
                  <c:v>0.00103449006564915</c:v>
                </c:pt>
                <c:pt idx="7">
                  <c:v>0.000766529643442482</c:v>
                </c:pt>
                <c:pt idx="8">
                  <c:v>0.00051674951100722</c:v>
                </c:pt>
                <c:pt idx="9">
                  <c:v>0.000638009631074965</c:v>
                </c:pt>
                <c:pt idx="10">
                  <c:v>0.000570968317333609</c:v>
                </c:pt>
                <c:pt idx="11">
                  <c:v>0.000548497540876269</c:v>
                </c:pt>
                <c:pt idx="12">
                  <c:v>0.000535175262484699</c:v>
                </c:pt>
                <c:pt idx="13">
                  <c:v>0.000698687857948244</c:v>
                </c:pt>
                <c:pt idx="14">
                  <c:v>0.000439279712736607</c:v>
                </c:pt>
                <c:pt idx="15">
                  <c:v>0.000460852490505204</c:v>
                </c:pt>
                <c:pt idx="16">
                  <c:v>0.000450989668024704</c:v>
                </c:pt>
                <c:pt idx="17">
                  <c:v>0.000415613118093461</c:v>
                </c:pt>
                <c:pt idx="18">
                  <c:v>0.000422362005338073</c:v>
                </c:pt>
                <c:pt idx="19">
                  <c:v>0.000409403000958264</c:v>
                </c:pt>
                <c:pt idx="20">
                  <c:v>0.000408801017329097</c:v>
                </c:pt>
                <c:pt idx="21">
                  <c:v>0.000367796921636909</c:v>
                </c:pt>
                <c:pt idx="22">
                  <c:v>0.000407438608817756</c:v>
                </c:pt>
                <c:pt idx="23">
                  <c:v>0.000424316356657073</c:v>
                </c:pt>
                <c:pt idx="24">
                  <c:v>0.000419861229602247</c:v>
                </c:pt>
                <c:pt idx="25">
                  <c:v>0.000379661651095375</c:v>
                </c:pt>
                <c:pt idx="26">
                  <c:v>0.000391200999729335</c:v>
                </c:pt>
                <c:pt idx="27">
                  <c:v>0.000398300122469664</c:v>
                </c:pt>
                <c:pt idx="28">
                  <c:v>0.000452157051768154</c:v>
                </c:pt>
                <c:pt idx="29">
                  <c:v>0.000345937674865127</c:v>
                </c:pt>
                <c:pt idx="30">
                  <c:v>0.00032905931584537</c:v>
                </c:pt>
                <c:pt idx="31">
                  <c:v>0.000349735317286104</c:v>
                </c:pt>
                <c:pt idx="32">
                  <c:v>0.000428198894951493</c:v>
                </c:pt>
                <c:pt idx="33">
                  <c:v>0.000330862792907283</c:v>
                </c:pt>
                <c:pt idx="34">
                  <c:v>0.000333552656229585</c:v>
                </c:pt>
                <c:pt idx="35">
                  <c:v>0.00041500708903186</c:v>
                </c:pt>
                <c:pt idx="36">
                  <c:v>0.000360343809006736</c:v>
                </c:pt>
                <c:pt idx="37">
                  <c:v>0.000332335708662868</c:v>
                </c:pt>
                <c:pt idx="38">
                  <c:v>0.000311271025566384</c:v>
                </c:pt>
                <c:pt idx="39">
                  <c:v>0.000408488616812974</c:v>
                </c:pt>
                <c:pt idx="40">
                  <c:v>0.000312156567815691</c:v>
                </c:pt>
                <c:pt idx="41">
                  <c:v>0.000310605973936617</c:v>
                </c:pt>
                <c:pt idx="42">
                  <c:v>0.000306928006466478</c:v>
                </c:pt>
                <c:pt idx="43">
                  <c:v>0.000322788284393027</c:v>
                </c:pt>
                <c:pt idx="44">
                  <c:v>0.000287158531136811</c:v>
                </c:pt>
                <c:pt idx="45">
                  <c:v>0.000356749689672142</c:v>
                </c:pt>
                <c:pt idx="46">
                  <c:v>0.000290874129859731</c:v>
                </c:pt>
                <c:pt idx="47">
                  <c:v>0.000273058860329911</c:v>
                </c:pt>
                <c:pt idx="48">
                  <c:v>0.0003010593354702</c:v>
                </c:pt>
                <c:pt idx="49">
                  <c:v>0.00031629332806915</c:v>
                </c:pt>
                <c:pt idx="50">
                  <c:v>0.000301478517940268</c:v>
                </c:pt>
                <c:pt idx="51">
                  <c:v>0.000264815054833889</c:v>
                </c:pt>
                <c:pt idx="52">
                  <c:v>0.000317749829264358</c:v>
                </c:pt>
                <c:pt idx="53">
                  <c:v>0.000277332321275026</c:v>
                </c:pt>
                <c:pt idx="54">
                  <c:v>0.0002898016537074</c:v>
                </c:pt>
                <c:pt idx="55">
                  <c:v>0.000305825320538133</c:v>
                </c:pt>
                <c:pt idx="56">
                  <c:v>0.000270217919023708</c:v>
                </c:pt>
                <c:pt idx="57">
                  <c:v>0.000263610912952572</c:v>
                </c:pt>
                <c:pt idx="58">
                  <c:v>0.000255190709140152</c:v>
                </c:pt>
                <c:pt idx="59">
                  <c:v>0.000271649390924722</c:v>
                </c:pt>
                <c:pt idx="60">
                  <c:v>0.000287573493551463</c:v>
                </c:pt>
                <c:pt idx="61">
                  <c:v>0.000253725447691977</c:v>
                </c:pt>
                <c:pt idx="62">
                  <c:v>0.000234377846936695</c:v>
                </c:pt>
                <c:pt idx="63">
                  <c:v>0.000285991933196783</c:v>
                </c:pt>
                <c:pt idx="64">
                  <c:v>0.000266344926785678</c:v>
                </c:pt>
                <c:pt idx="65">
                  <c:v>0.000252570956945419</c:v>
                </c:pt>
                <c:pt idx="66">
                  <c:v>0.000258468964602798</c:v>
                </c:pt>
                <c:pt idx="67">
                  <c:v>0.000253156293183565</c:v>
                </c:pt>
                <c:pt idx="68">
                  <c:v>0.000272685894742608</c:v>
                </c:pt>
                <c:pt idx="69">
                  <c:v>0.000243296031840146</c:v>
                </c:pt>
                <c:pt idx="70">
                  <c:v>0.000249321979936212</c:v>
                </c:pt>
                <c:pt idx="71">
                  <c:v>0.000236085208598524</c:v>
                </c:pt>
                <c:pt idx="72">
                  <c:v>0.000235579660511576</c:v>
                </c:pt>
                <c:pt idx="73">
                  <c:v>0.000261236797086895</c:v>
                </c:pt>
                <c:pt idx="74">
                  <c:v>0.00025042484048754</c:v>
                </c:pt>
                <c:pt idx="75">
                  <c:v>0.00025643763365224</c:v>
                </c:pt>
                <c:pt idx="76">
                  <c:v>0.000249642704147846</c:v>
                </c:pt>
                <c:pt idx="77">
                  <c:v>0.000261692155618221</c:v>
                </c:pt>
                <c:pt idx="78">
                  <c:v>0.000220732559682801</c:v>
                </c:pt>
                <c:pt idx="79">
                  <c:v>0.000247430813033134</c:v>
                </c:pt>
                <c:pt idx="80">
                  <c:v>0.000250048586167395</c:v>
                </c:pt>
                <c:pt idx="81">
                  <c:v>0.000239322107518092</c:v>
                </c:pt>
                <c:pt idx="82">
                  <c:v>0.000256555213127285</c:v>
                </c:pt>
                <c:pt idx="83">
                  <c:v>0.000270248390734196</c:v>
                </c:pt>
                <c:pt idx="84">
                  <c:v>0.00024718587519601</c:v>
                </c:pt>
                <c:pt idx="85">
                  <c:v>0.000237686646869406</c:v>
                </c:pt>
                <c:pt idx="86">
                  <c:v>0.000213482417166233</c:v>
                </c:pt>
                <c:pt idx="87">
                  <c:v>0.000224509625695646</c:v>
                </c:pt>
                <c:pt idx="88">
                  <c:v>0.000219672045204788</c:v>
                </c:pt>
                <c:pt idx="89">
                  <c:v>0.000219896654016338</c:v>
                </c:pt>
                <c:pt idx="90">
                  <c:v>0.000220584275666624</c:v>
                </c:pt>
                <c:pt idx="91">
                  <c:v>0.000240720793954097</c:v>
                </c:pt>
                <c:pt idx="92">
                  <c:v>0.000228775810683146</c:v>
                </c:pt>
                <c:pt idx="93">
                  <c:v>0.000215482519706711</c:v>
                </c:pt>
                <c:pt idx="94">
                  <c:v>0.000255299266427755</c:v>
                </c:pt>
                <c:pt idx="95">
                  <c:v>0.000229715689783916</c:v>
                </c:pt>
                <c:pt idx="96">
                  <c:v>0.000229070574278012</c:v>
                </c:pt>
                <c:pt idx="97">
                  <c:v>0.000231810074183159</c:v>
                </c:pt>
                <c:pt idx="98">
                  <c:v>0.00020380798378028</c:v>
                </c:pt>
                <c:pt idx="99">
                  <c:v>0.000247905205469579</c:v>
                </c:pt>
                <c:pt idx="100">
                  <c:v>0.000204105745069683</c:v>
                </c:pt>
                <c:pt idx="101">
                  <c:v>0.000194197447854094</c:v>
                </c:pt>
                <c:pt idx="102">
                  <c:v>0.000212773360544816</c:v>
                </c:pt>
                <c:pt idx="103">
                  <c:v>0.000231374782742932</c:v>
                </c:pt>
                <c:pt idx="104">
                  <c:v>0.000234249571803957</c:v>
                </c:pt>
                <c:pt idx="105">
                  <c:v>0.000226024771109223</c:v>
                </c:pt>
                <c:pt idx="106">
                  <c:v>0.000226297765038908</c:v>
                </c:pt>
                <c:pt idx="107">
                  <c:v>0.000201262868358754</c:v>
                </c:pt>
                <c:pt idx="108">
                  <c:v>0.000203204035642557</c:v>
                </c:pt>
                <c:pt idx="109">
                  <c:v>0.000226405012654141</c:v>
                </c:pt>
                <c:pt idx="110">
                  <c:v>0.000226191623369232</c:v>
                </c:pt>
                <c:pt idx="111">
                  <c:v>0.000233365382882766</c:v>
                </c:pt>
                <c:pt idx="112">
                  <c:v>0.000235798885114491</c:v>
                </c:pt>
                <c:pt idx="113">
                  <c:v>0.000207433869945817</c:v>
                </c:pt>
                <c:pt idx="114">
                  <c:v>0.00022522103972733</c:v>
                </c:pt>
                <c:pt idx="115">
                  <c:v>0.000229011726332828</c:v>
                </c:pt>
                <c:pt idx="116">
                  <c:v>0.000248396769165993</c:v>
                </c:pt>
                <c:pt idx="117">
                  <c:v>0.00022200342209544</c:v>
                </c:pt>
                <c:pt idx="118">
                  <c:v>0.000222754926653579</c:v>
                </c:pt>
                <c:pt idx="119">
                  <c:v>0.000209761579753831</c:v>
                </c:pt>
              </c:numCache>
            </c:numRef>
          </c:yVal>
          <c:smooth val="0"/>
        </c:ser>
        <c:ser>
          <c:idx val="2"/>
          <c:order val="2"/>
          <c:tx>
            <c:v>3141</c:v>
          </c:tx>
          <c:spPr>
            <a:ln xmlns:a="http://schemas.openxmlformats.org/drawingml/2006/main" w="7620">
              <a:solidFill>
                <a:srgbClr val="A5B4D1"/>
              </a:solidFill>
            </a:ln>
          </c:spPr>
          <c:marker>
            <c:symbol val="none"/>
          </c:marker>
          <c:xVal>
            <c:numRef>
              <c:f>'Chart Data'!$E$2:$E$121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Data'!$F$2:$F$121</c:f>
              <c:numCache>
                <c:formatCode>0.0000</c:formatCode>
                <c:ptCount val="120"/>
                <c:pt idx="0">
                  <c:v>0.00156109733507037</c:v>
                </c:pt>
                <c:pt idx="1">
                  <c:v>0.00117058167234063</c:v>
                </c:pt>
                <c:pt idx="2">
                  <c:v>0.00112564396113157</c:v>
                </c:pt>
                <c:pt idx="3">
                  <c:v>0.000868591712787747</c:v>
                </c:pt>
                <c:pt idx="4">
                  <c:v>0.000897512189112604</c:v>
                </c:pt>
                <c:pt idx="5">
                  <c:v>0.000900682178325951</c:v>
                </c:pt>
                <c:pt idx="6">
                  <c:v>0.000877898826729506</c:v>
                </c:pt>
                <c:pt idx="7">
                  <c:v>0.000639309932012111</c:v>
                </c:pt>
                <c:pt idx="8">
                  <c:v>0.000601286243181676</c:v>
                </c:pt>
                <c:pt idx="9">
                  <c:v>0.000548830721527338</c:v>
                </c:pt>
                <c:pt idx="10">
                  <c:v>0.000571979093365371</c:v>
                </c:pt>
                <c:pt idx="11">
                  <c:v>0.000514946121256799</c:v>
                </c:pt>
                <c:pt idx="12">
                  <c:v>0.000517882755957544</c:v>
                </c:pt>
                <c:pt idx="13">
                  <c:v>0.000460043258499354</c:v>
                </c:pt>
                <c:pt idx="14">
                  <c:v>0.00055233552120626</c:v>
                </c:pt>
                <c:pt idx="15">
                  <c:v>0.000427224207669497</c:v>
                </c:pt>
                <c:pt idx="16">
                  <c:v>0.000399844691855833</c:v>
                </c:pt>
                <c:pt idx="17">
                  <c:v>0.000392801302950829</c:v>
                </c:pt>
                <c:pt idx="18">
                  <c:v>0.000404612103011459</c:v>
                </c:pt>
                <c:pt idx="19">
                  <c:v>0.000411534914746881</c:v>
                </c:pt>
                <c:pt idx="20">
                  <c:v>0.000421184464357793</c:v>
                </c:pt>
                <c:pt idx="21">
                  <c:v>0.000364041945431381</c:v>
                </c:pt>
                <c:pt idx="22">
                  <c:v>0.00036894076038152</c:v>
                </c:pt>
                <c:pt idx="23">
                  <c:v>0.000388751475838944</c:v>
                </c:pt>
                <c:pt idx="24">
                  <c:v>0.000512202037498355</c:v>
                </c:pt>
                <c:pt idx="25">
                  <c:v>0.00038018258055672</c:v>
                </c:pt>
                <c:pt idx="26">
                  <c:v>0.000396378163713962</c:v>
                </c:pt>
                <c:pt idx="27">
                  <c:v>0.000394085946027189</c:v>
                </c:pt>
                <c:pt idx="28">
                  <c:v>0.000336994999088347</c:v>
                </c:pt>
                <c:pt idx="29">
                  <c:v>0.000310714385705069</c:v>
                </c:pt>
                <c:pt idx="30">
                  <c:v>0.000365770654752851</c:v>
                </c:pt>
                <c:pt idx="31">
                  <c:v>0.000337330129696056</c:v>
                </c:pt>
                <c:pt idx="32">
                  <c:v>0.000363602594006807</c:v>
                </c:pt>
                <c:pt idx="33">
                  <c:v>0.000435578374890611</c:v>
                </c:pt>
                <c:pt idx="34">
                  <c:v>0.000467167788883671</c:v>
                </c:pt>
                <c:pt idx="35">
                  <c:v>0.000308517104713246</c:v>
                </c:pt>
                <c:pt idx="36">
                  <c:v>0.000295539241051301</c:v>
                </c:pt>
                <c:pt idx="37">
                  <c:v>0.000289366027573124</c:v>
                </c:pt>
                <c:pt idx="38">
                  <c:v>0.000280582666164264</c:v>
                </c:pt>
                <c:pt idx="39">
                  <c:v>0.0002926844463218</c:v>
                </c:pt>
                <c:pt idx="40">
                  <c:v>0.000293206190690398</c:v>
                </c:pt>
                <c:pt idx="41">
                  <c:v>0.000274626770988107</c:v>
                </c:pt>
                <c:pt idx="42">
                  <c:v>0.00031163141829893</c:v>
                </c:pt>
                <c:pt idx="43">
                  <c:v>0.000278793682809919</c:v>
                </c:pt>
                <c:pt idx="44">
                  <c:v>0.00026880030054599</c:v>
                </c:pt>
                <c:pt idx="45">
                  <c:v>0.000279269501334056</c:v>
                </c:pt>
                <c:pt idx="46">
                  <c:v>0.00030894874362275</c:v>
                </c:pt>
                <c:pt idx="47">
                  <c:v>0.00029826577519998</c:v>
                </c:pt>
                <c:pt idx="48">
                  <c:v>0.000239467830397189</c:v>
                </c:pt>
                <c:pt idx="49">
                  <c:v>0.000254759099334478</c:v>
                </c:pt>
                <c:pt idx="50">
                  <c:v>0.000267567142145708</c:v>
                </c:pt>
                <c:pt idx="51">
                  <c:v>0.000262750341789797</c:v>
                </c:pt>
                <c:pt idx="52">
                  <c:v>0.000254706479609013</c:v>
                </c:pt>
                <c:pt idx="53">
                  <c:v>0.00031157917692326</c:v>
                </c:pt>
                <c:pt idx="54">
                  <c:v>0.000267551862634718</c:v>
                </c:pt>
                <c:pt idx="55">
                  <c:v>0.000245837902184576</c:v>
                </c:pt>
                <c:pt idx="56">
                  <c:v>0.000267051305854693</c:v>
                </c:pt>
                <c:pt idx="57">
                  <c:v>0.000259937340160832</c:v>
                </c:pt>
                <c:pt idx="58">
                  <c:v>0.000240374400164001</c:v>
                </c:pt>
                <c:pt idx="59">
                  <c:v>0.000240984838455915</c:v>
                </c:pt>
                <c:pt idx="60">
                  <c:v>0.000262840767391026</c:v>
                </c:pt>
                <c:pt idx="61">
                  <c:v>0.000271938624791801</c:v>
                </c:pt>
                <c:pt idx="62">
                  <c:v>0.000254734302870929</c:v>
                </c:pt>
                <c:pt idx="63">
                  <c:v>0.000241972316871397</c:v>
                </c:pt>
                <c:pt idx="64">
                  <c:v>0.000228641598368995</c:v>
                </c:pt>
                <c:pt idx="65">
                  <c:v>0.000237872212892398</c:v>
                </c:pt>
                <c:pt idx="66">
                  <c:v>0.000222117640078068</c:v>
                </c:pt>
                <c:pt idx="67">
                  <c:v>0.000208761019166559</c:v>
                </c:pt>
                <c:pt idx="68">
                  <c:v>0.000236978507018648</c:v>
                </c:pt>
                <c:pt idx="69">
                  <c:v>0.000226889664190821</c:v>
                </c:pt>
                <c:pt idx="70">
                  <c:v>0.000205920747248456</c:v>
                </c:pt>
                <c:pt idx="71">
                  <c:v>0.000251892604865134</c:v>
                </c:pt>
                <c:pt idx="72">
                  <c:v>0.000224382951273583</c:v>
                </c:pt>
                <c:pt idx="73">
                  <c:v>0.000230131889111362</c:v>
                </c:pt>
                <c:pt idx="74">
                  <c:v>0.000217205670196563</c:v>
                </c:pt>
                <c:pt idx="75">
                  <c:v>0.00019405315106269</c:v>
                </c:pt>
                <c:pt idx="76">
                  <c:v>0.000242077556322329</c:v>
                </c:pt>
                <c:pt idx="77">
                  <c:v>0.000228796605370007</c:v>
                </c:pt>
                <c:pt idx="78">
                  <c:v>0.000215530715649948</c:v>
                </c:pt>
                <c:pt idx="79">
                  <c:v>0.000223910028580576</c:v>
                </c:pt>
                <c:pt idx="80">
                  <c:v>0.000188782199984416</c:v>
                </c:pt>
                <c:pt idx="81">
                  <c:v>0.000237268919590861</c:v>
                </c:pt>
                <c:pt idx="82">
                  <c:v>0.00019303141743876</c:v>
                </c:pt>
                <c:pt idx="83">
                  <c:v>0.000211551727261394</c:v>
                </c:pt>
                <c:pt idx="84">
                  <c:v>0.000254667713306844</c:v>
                </c:pt>
                <c:pt idx="85">
                  <c:v>0.000206550641451031</c:v>
                </c:pt>
                <c:pt idx="86">
                  <c:v>0.000221702037379146</c:v>
                </c:pt>
                <c:pt idx="87">
                  <c:v>0.000210349535336718</c:v>
                </c:pt>
                <c:pt idx="88">
                  <c:v>0.000213251332752407</c:v>
                </c:pt>
                <c:pt idx="89">
                  <c:v>0.000228511751629412</c:v>
                </c:pt>
                <c:pt idx="90">
                  <c:v>0.000226459815166891</c:v>
                </c:pt>
                <c:pt idx="91">
                  <c:v>0.000197841014596634</c:v>
                </c:pt>
                <c:pt idx="92">
                  <c:v>0.000197468310943805</c:v>
                </c:pt>
                <c:pt idx="93">
                  <c:v>0.0002003358094953</c:v>
                </c:pt>
                <c:pt idx="94">
                  <c:v>0.000225520256208256</c:v>
                </c:pt>
                <c:pt idx="95">
                  <c:v>0.000207800330827013</c:v>
                </c:pt>
                <c:pt idx="96">
                  <c:v>0.000206712575163692</c:v>
                </c:pt>
                <c:pt idx="97">
                  <c:v>0.000203211820917204</c:v>
                </c:pt>
                <c:pt idx="98">
                  <c:v>0.000205363176064566</c:v>
                </c:pt>
                <c:pt idx="99">
                  <c:v>0.000196826586034149</c:v>
                </c:pt>
                <c:pt idx="100">
                  <c:v>0.000199603498913348</c:v>
                </c:pt>
                <c:pt idx="101">
                  <c:v>0.000218139422941022</c:v>
                </c:pt>
                <c:pt idx="102">
                  <c:v>0.00021277173073031</c:v>
                </c:pt>
                <c:pt idx="103">
                  <c:v>0.000218630128074437</c:v>
                </c:pt>
                <c:pt idx="104">
                  <c:v>0.000215242776903324</c:v>
                </c:pt>
                <c:pt idx="105">
                  <c:v>0.000226844669668935</c:v>
                </c:pt>
                <c:pt idx="106">
                  <c:v>0.000208665063837543</c:v>
                </c:pt>
                <c:pt idx="107">
                  <c:v>0.000200868453248404</c:v>
                </c:pt>
                <c:pt idx="108">
                  <c:v>0.000226889125769958</c:v>
                </c:pt>
                <c:pt idx="109">
                  <c:v>0.000185573226190172</c:v>
                </c:pt>
                <c:pt idx="110">
                  <c:v>0.000192538631381467</c:v>
                </c:pt>
                <c:pt idx="111">
                  <c:v>0.00021587495575659</c:v>
                </c:pt>
                <c:pt idx="112">
                  <c:v>0.000215988198760897</c:v>
                </c:pt>
                <c:pt idx="113">
                  <c:v>0.000186553632374853</c:v>
                </c:pt>
                <c:pt idx="114">
                  <c:v>0.000215184089029208</c:v>
                </c:pt>
                <c:pt idx="115">
                  <c:v>0.000205371936317533</c:v>
                </c:pt>
                <c:pt idx="116">
                  <c:v>0.000195338143385015</c:v>
                </c:pt>
                <c:pt idx="117">
                  <c:v>0.000211182195926085</c:v>
                </c:pt>
                <c:pt idx="118">
                  <c:v>0.000190278718946502</c:v>
                </c:pt>
                <c:pt idx="119">
                  <c:v>0.000193943007616326</c:v>
                </c:pt>
              </c:numCache>
            </c:numRef>
          </c:yVal>
          <c:smooth val="0"/>
        </c:ser>
        <c:ser>
          <c:idx val="3"/>
          <c:order val="3"/>
          <c:tx>
            <c:v>5772</c:v>
          </c:tx>
          <c:spPr>
            <a:ln xmlns:a="http://schemas.openxmlformats.org/drawingml/2006/main" w="7620">
              <a:solidFill>
                <a:srgbClr val="BEB0C9"/>
              </a:solidFill>
            </a:ln>
          </c:spPr>
          <c:marker>
            <c:symbol val="none"/>
          </c:marker>
          <c:xVal>
            <c:numRef>
              <c:f>'Chart Data'!$G$2:$G$121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Data'!$H$2:$H$121</c:f>
              <c:numCache>
                <c:formatCode>0.0000</c:formatCode>
                <c:ptCount val="120"/>
                <c:pt idx="0">
                  <c:v>0.00159635185264051</c:v>
                </c:pt>
                <c:pt idx="1">
                  <c:v>0.00124530307948589</c:v>
                </c:pt>
                <c:pt idx="2">
                  <c:v>0.00105373037513345</c:v>
                </c:pt>
                <c:pt idx="3">
                  <c:v>0.0010590594029054</c:v>
                </c:pt>
                <c:pt idx="4">
                  <c:v>0.000813978665973991</c:v>
                </c:pt>
                <c:pt idx="5">
                  <c:v>0.00096985325217247</c:v>
                </c:pt>
                <c:pt idx="6">
                  <c:v>0.000734230736270547</c:v>
                </c:pt>
                <c:pt idx="7">
                  <c:v>0.000688945990987122</c:v>
                </c:pt>
                <c:pt idx="8">
                  <c:v>0.000652948569040745</c:v>
                </c:pt>
                <c:pt idx="9">
                  <c:v>0.000559923180844635</c:v>
                </c:pt>
                <c:pt idx="10">
                  <c:v>0.000529395998455584</c:v>
                </c:pt>
                <c:pt idx="11">
                  <c:v>0.000540984212420881</c:v>
                </c:pt>
                <c:pt idx="12">
                  <c:v>0.000489989528432488</c:v>
                </c:pt>
                <c:pt idx="13">
                  <c:v>0.000532515114173293</c:v>
                </c:pt>
                <c:pt idx="14">
                  <c:v>0.000537694897502661</c:v>
                </c:pt>
                <c:pt idx="15">
                  <c:v>0.00045752149890177</c:v>
                </c:pt>
                <c:pt idx="16">
                  <c:v>0.000431801890954375</c:v>
                </c:pt>
                <c:pt idx="17">
                  <c:v>0.000540988985449076</c:v>
                </c:pt>
                <c:pt idx="18">
                  <c:v>0.000470320926979184</c:v>
                </c:pt>
                <c:pt idx="19">
                  <c:v>0.000498726440127939</c:v>
                </c:pt>
                <c:pt idx="20">
                  <c:v>0.000401500496082008</c:v>
                </c:pt>
                <c:pt idx="21">
                  <c:v>0.000361866870662197</c:v>
                </c:pt>
                <c:pt idx="22">
                  <c:v>0.000377651973394677</c:v>
                </c:pt>
                <c:pt idx="23">
                  <c:v>0.000452142965514213</c:v>
                </c:pt>
                <c:pt idx="24">
                  <c:v>0.000352816889062524</c:v>
                </c:pt>
                <c:pt idx="25">
                  <c:v>0.000438281742390245</c:v>
                </c:pt>
                <c:pt idx="26">
                  <c:v>0.00036487597390078</c:v>
                </c:pt>
                <c:pt idx="27">
                  <c:v>0.000389272230677307</c:v>
                </c:pt>
                <c:pt idx="28">
                  <c:v>0.000329045229591429</c:v>
                </c:pt>
                <c:pt idx="29">
                  <c:v>0.000355320022208616</c:v>
                </c:pt>
                <c:pt idx="30">
                  <c:v>0.000298966944683343</c:v>
                </c:pt>
                <c:pt idx="31">
                  <c:v>0.000314029341097921</c:v>
                </c:pt>
                <c:pt idx="32">
                  <c:v>0.000311071635223925</c:v>
                </c:pt>
                <c:pt idx="33">
                  <c:v>0.000350701157003641</c:v>
                </c:pt>
                <c:pt idx="34">
                  <c:v>0.000302001717500389</c:v>
                </c:pt>
                <c:pt idx="35">
                  <c:v>0.00027888995828107</c:v>
                </c:pt>
                <c:pt idx="36">
                  <c:v>0.000413699250202626</c:v>
                </c:pt>
                <c:pt idx="37">
                  <c:v>0.000303311593597755</c:v>
                </c:pt>
                <c:pt idx="38">
                  <c:v>0.000299460254609585</c:v>
                </c:pt>
                <c:pt idx="39">
                  <c:v>0.00030113133834675</c:v>
                </c:pt>
                <c:pt idx="40">
                  <c:v>0.000364831939805299</c:v>
                </c:pt>
                <c:pt idx="41">
                  <c:v>0.000278242863714695</c:v>
                </c:pt>
                <c:pt idx="42">
                  <c:v>0.000272116507403553</c:v>
                </c:pt>
                <c:pt idx="43">
                  <c:v>0.000323924235999584</c:v>
                </c:pt>
                <c:pt idx="44">
                  <c:v>0.000333360745571554</c:v>
                </c:pt>
                <c:pt idx="45">
                  <c:v>0.000305122695863247</c:v>
                </c:pt>
                <c:pt idx="46">
                  <c:v>0.000262146233581007</c:v>
                </c:pt>
                <c:pt idx="47">
                  <c:v>0.000270055286819115</c:v>
                </c:pt>
                <c:pt idx="48">
                  <c:v>0.000280970270978287</c:v>
                </c:pt>
                <c:pt idx="49">
                  <c:v>0.00026454811450094</c:v>
                </c:pt>
                <c:pt idx="50">
                  <c:v>0.000229408891755156</c:v>
                </c:pt>
                <c:pt idx="51">
                  <c:v>0.000244018010562286</c:v>
                </c:pt>
                <c:pt idx="52">
                  <c:v>0.000257312669418752</c:v>
                </c:pt>
                <c:pt idx="53">
                  <c:v>0.000247135292738676</c:v>
                </c:pt>
                <c:pt idx="54">
                  <c:v>0.000240659137489274</c:v>
                </c:pt>
                <c:pt idx="55">
                  <c:v>0.000262494140770286</c:v>
                </c:pt>
                <c:pt idx="56">
                  <c:v>0.000231550409807824</c:v>
                </c:pt>
                <c:pt idx="57">
                  <c:v>0.000276203412795439</c:v>
                </c:pt>
                <c:pt idx="58">
                  <c:v>0.000259386433754116</c:v>
                </c:pt>
                <c:pt idx="59">
                  <c:v>0.000239169501583092</c:v>
                </c:pt>
                <c:pt idx="60">
                  <c:v>0.000211433711228892</c:v>
                </c:pt>
                <c:pt idx="61">
                  <c:v>0.00025378874852322</c:v>
                </c:pt>
                <c:pt idx="62">
                  <c:v>0.000219797249883413</c:v>
                </c:pt>
                <c:pt idx="63">
                  <c:v>0.000233978411415592</c:v>
                </c:pt>
                <c:pt idx="64">
                  <c:v>0.000259799242485315</c:v>
                </c:pt>
                <c:pt idx="65">
                  <c:v>0.000234181454288773</c:v>
                </c:pt>
                <c:pt idx="66">
                  <c:v>0.000237520071095787</c:v>
                </c:pt>
                <c:pt idx="67">
                  <c:v>0.000234982391702943</c:v>
                </c:pt>
                <c:pt idx="68">
                  <c:v>0.000238533364608884</c:v>
                </c:pt>
                <c:pt idx="69">
                  <c:v>0.000238282955251634</c:v>
                </c:pt>
                <c:pt idx="70">
                  <c:v>0.000238242777413689</c:v>
                </c:pt>
                <c:pt idx="71">
                  <c:v>0.000203653107746504</c:v>
                </c:pt>
                <c:pt idx="72">
                  <c:v>0.00022819142031949</c:v>
                </c:pt>
                <c:pt idx="73">
                  <c:v>0.00022180619998835</c:v>
                </c:pt>
                <c:pt idx="74">
                  <c:v>0.000264708884060383</c:v>
                </c:pt>
                <c:pt idx="75">
                  <c:v>0.00021922419546172</c:v>
                </c:pt>
                <c:pt idx="76">
                  <c:v>0.00021019484847784</c:v>
                </c:pt>
                <c:pt idx="77">
                  <c:v>0.000203385759959929</c:v>
                </c:pt>
                <c:pt idx="78">
                  <c:v>0.000220920104766265</c:v>
                </c:pt>
                <c:pt idx="79">
                  <c:v>0.000216612796066329</c:v>
                </c:pt>
                <c:pt idx="80">
                  <c:v>0.000212876999285072</c:v>
                </c:pt>
                <c:pt idx="81">
                  <c:v>0.00019719525880646</c:v>
                </c:pt>
                <c:pt idx="82">
                  <c:v>0.000226832402404398</c:v>
                </c:pt>
                <c:pt idx="83">
                  <c:v>0.000208407785976306</c:v>
                </c:pt>
                <c:pt idx="84">
                  <c:v>0.000207443124963902</c:v>
                </c:pt>
                <c:pt idx="85">
                  <c:v>0.000201754446607083</c:v>
                </c:pt>
                <c:pt idx="86">
                  <c:v>0.000249959644861519</c:v>
                </c:pt>
                <c:pt idx="87">
                  <c:v>0.000191105355042964</c:v>
                </c:pt>
                <c:pt idx="88">
                  <c:v>0.000210949496249668</c:v>
                </c:pt>
                <c:pt idx="89">
                  <c:v>0.000201665912754834</c:v>
                </c:pt>
                <c:pt idx="90">
                  <c:v>0.000224465184146538</c:v>
                </c:pt>
                <c:pt idx="91">
                  <c:v>0.000218549655983225</c:v>
                </c:pt>
                <c:pt idx="92">
                  <c:v>0.000202057693968527</c:v>
                </c:pt>
                <c:pt idx="93">
                  <c:v>0.000189188082003966</c:v>
                </c:pt>
                <c:pt idx="94">
                  <c:v>0.000226605217903852</c:v>
                </c:pt>
                <c:pt idx="95">
                  <c:v>0.000206901924684644</c:v>
                </c:pt>
                <c:pt idx="96">
                  <c:v>0.000241165384068154</c:v>
                </c:pt>
                <c:pt idx="97">
                  <c:v>0.000208581594051793</c:v>
                </c:pt>
                <c:pt idx="98">
                  <c:v>0.00021591066615656</c:v>
                </c:pt>
                <c:pt idx="99">
                  <c:v>0.00020510503964033</c:v>
                </c:pt>
                <c:pt idx="100">
                  <c:v>0.000205384087166749</c:v>
                </c:pt>
                <c:pt idx="101">
                  <c:v>0.00023978840908967</c:v>
                </c:pt>
                <c:pt idx="102">
                  <c:v>0.000225837517064065</c:v>
                </c:pt>
                <c:pt idx="103">
                  <c:v>0.000207402918022126</c:v>
                </c:pt>
                <c:pt idx="104">
                  <c:v>0.000199626083485782</c:v>
                </c:pt>
                <c:pt idx="105">
                  <c:v>0.000209210091270506</c:v>
                </c:pt>
                <c:pt idx="106">
                  <c:v>0.000189924525329843</c:v>
                </c:pt>
                <c:pt idx="107">
                  <c:v>0.000204050069442019</c:v>
                </c:pt>
                <c:pt idx="108">
                  <c:v>0.000228486882406287</c:v>
                </c:pt>
                <c:pt idx="109">
                  <c:v>0.000205892065423541</c:v>
                </c:pt>
                <c:pt idx="110">
                  <c:v>0.000213451363379136</c:v>
                </c:pt>
                <c:pt idx="111">
                  <c:v>0.000200637834495865</c:v>
                </c:pt>
                <c:pt idx="112">
                  <c:v>0.000195763190276921</c:v>
                </c:pt>
                <c:pt idx="113">
                  <c:v>0.000202115144929849</c:v>
                </c:pt>
                <c:pt idx="114">
                  <c:v>0.000196069304365665</c:v>
                </c:pt>
                <c:pt idx="115">
                  <c:v>0.000197663481230848</c:v>
                </c:pt>
                <c:pt idx="116">
                  <c:v>0.000209785968763754</c:v>
                </c:pt>
                <c:pt idx="117">
                  <c:v>0.00020517804659903</c:v>
                </c:pt>
                <c:pt idx="118">
                  <c:v>0.000211542981560342</c:v>
                </c:pt>
                <c:pt idx="119">
                  <c:v>0.000198951398488134</c:v>
                </c:pt>
              </c:numCache>
            </c:numRef>
          </c:yVal>
          <c:smooth val="0"/>
        </c:ser>
        <c:ser>
          <c:idx val="4"/>
          <c:order val="4"/>
          <c:tx>
            <c:v>8111</c:v>
          </c:tx>
          <c:spPr>
            <a:ln xmlns:a="http://schemas.openxmlformats.org/drawingml/2006/main" w="7620">
              <a:solidFill>
                <a:srgbClr val="CCBB8F"/>
              </a:solidFill>
            </a:ln>
          </c:spPr>
          <c:marker>
            <c:symbol val="none"/>
          </c:marker>
          <c:xVal>
            <c:numRef>
              <c:f>'Chart Data'!$I$2:$I$121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Data'!$J$2:$J$121</c:f>
              <c:numCache>
                <c:formatCode>0.0000</c:formatCode>
                <c:ptCount val="120"/>
                <c:pt idx="0">
                  <c:v>0.00160103756934404</c:v>
                </c:pt>
                <c:pt idx="1">
                  <c:v>0.00126512255519629</c:v>
                </c:pt>
                <c:pt idx="2">
                  <c:v>0.00111771933734417</c:v>
                </c:pt>
                <c:pt idx="3">
                  <c:v>0.000892683048732579</c:v>
                </c:pt>
                <c:pt idx="4">
                  <c:v>0.000807204865850508</c:v>
                </c:pt>
                <c:pt idx="5">
                  <c:v>0.000747530139051378</c:v>
                </c:pt>
                <c:pt idx="6">
                  <c:v>0.000783899973612279</c:v>
                </c:pt>
                <c:pt idx="7">
                  <c:v>0.000688424916006625</c:v>
                </c:pt>
                <c:pt idx="8">
                  <c:v>0.000690235174261034</c:v>
                </c:pt>
                <c:pt idx="9">
                  <c:v>0.000568346644286066</c:v>
                </c:pt>
                <c:pt idx="10">
                  <c:v>0.000555524253286421</c:v>
                </c:pt>
                <c:pt idx="11">
                  <c:v>0.000519946508575231</c:v>
                </c:pt>
                <c:pt idx="12">
                  <c:v>0.000579879386350513</c:v>
                </c:pt>
                <c:pt idx="13">
                  <c:v>0.000518563902005553</c:v>
                </c:pt>
                <c:pt idx="14">
                  <c:v>0.000513942912220955</c:v>
                </c:pt>
                <c:pt idx="15">
                  <c:v>0.000467126374132931</c:v>
                </c:pt>
                <c:pt idx="16">
                  <c:v>0.000517380540259182</c:v>
                </c:pt>
                <c:pt idx="17">
                  <c:v>0.000419980700826272</c:v>
                </c:pt>
                <c:pt idx="18">
                  <c:v>0.000644267071038485</c:v>
                </c:pt>
                <c:pt idx="19">
                  <c:v>0.000398514413973317</c:v>
                </c:pt>
                <c:pt idx="20">
                  <c:v>0.000429014762630686</c:v>
                </c:pt>
                <c:pt idx="21">
                  <c:v>0.000432043190812692</c:v>
                </c:pt>
                <c:pt idx="22">
                  <c:v>0.000394685659557581</c:v>
                </c:pt>
                <c:pt idx="23">
                  <c:v>0.000363773986464366</c:v>
                </c:pt>
                <c:pt idx="24">
                  <c:v>0.000428787054261193</c:v>
                </c:pt>
                <c:pt idx="25">
                  <c:v>0.000410145585192367</c:v>
                </c:pt>
                <c:pt idx="26">
                  <c:v>0.000409308006055653</c:v>
                </c:pt>
                <c:pt idx="27">
                  <c:v>0.000333803327521309</c:v>
                </c:pt>
                <c:pt idx="28">
                  <c:v>0.000356930075213313</c:v>
                </c:pt>
                <c:pt idx="29">
                  <c:v>0.000340802449500188</c:v>
                </c:pt>
                <c:pt idx="30">
                  <c:v>0.000315002456773072</c:v>
                </c:pt>
                <c:pt idx="31">
                  <c:v>0.000315396522637457</c:v>
                </c:pt>
                <c:pt idx="32">
                  <c:v>0.000331803981680423</c:v>
                </c:pt>
                <c:pt idx="33">
                  <c:v>0.000330675742588937</c:v>
                </c:pt>
                <c:pt idx="34">
                  <c:v>0.000308162969304249</c:v>
                </c:pt>
                <c:pt idx="35">
                  <c:v>0.000295172503683716</c:v>
                </c:pt>
                <c:pt idx="36">
                  <c:v>0.000308508839225397</c:v>
                </c:pt>
                <c:pt idx="37">
                  <c:v>0.000309479073621333</c:v>
                </c:pt>
                <c:pt idx="38">
                  <c:v>0.000291916425339878</c:v>
                </c:pt>
                <c:pt idx="39">
                  <c:v>0.000301498948829249</c:v>
                </c:pt>
                <c:pt idx="40">
                  <c:v>0.000294783356366679</c:v>
                </c:pt>
                <c:pt idx="41">
                  <c:v>0.000287826027488336</c:v>
                </c:pt>
                <c:pt idx="42">
                  <c:v>0.000282406894257292</c:v>
                </c:pt>
                <c:pt idx="43">
                  <c:v>0.000250722223427147</c:v>
                </c:pt>
                <c:pt idx="44">
                  <c:v>0.000242386580794118</c:v>
                </c:pt>
                <c:pt idx="45">
                  <c:v>0.000264377798885107</c:v>
                </c:pt>
                <c:pt idx="46">
                  <c:v>0.000263067369814962</c:v>
                </c:pt>
                <c:pt idx="47">
                  <c:v>0.000263975642155856</c:v>
                </c:pt>
                <c:pt idx="48">
                  <c:v>0.000267322640866041</c:v>
                </c:pt>
                <c:pt idx="49">
                  <c:v>0.000258433981798589</c:v>
                </c:pt>
                <c:pt idx="50">
                  <c:v>0.00027262419462204</c:v>
                </c:pt>
                <c:pt idx="51">
                  <c:v>0.000241761896177195</c:v>
                </c:pt>
                <c:pt idx="52">
                  <c:v>0.000269880256382748</c:v>
                </c:pt>
                <c:pt idx="53">
                  <c:v>0.000296199141303077</c:v>
                </c:pt>
                <c:pt idx="54">
                  <c:v>0.000252389581874013</c:v>
                </c:pt>
                <c:pt idx="55">
                  <c:v>0.000259177148109302</c:v>
                </c:pt>
                <c:pt idx="56">
                  <c:v>0.0002626103523653</c:v>
                </c:pt>
                <c:pt idx="57">
                  <c:v>0.000253269652603194</c:v>
                </c:pt>
                <c:pt idx="58">
                  <c:v>0.000287019531242549</c:v>
                </c:pt>
                <c:pt idx="59">
                  <c:v>0.000230803605518304</c:v>
                </c:pt>
                <c:pt idx="60">
                  <c:v>0.000241050001932308</c:v>
                </c:pt>
                <c:pt idx="61">
                  <c:v>0.000262967863818631</c:v>
                </c:pt>
                <c:pt idx="62">
                  <c:v>0.000233011203818023</c:v>
                </c:pt>
                <c:pt idx="63">
                  <c:v>0.000241212575929239</c:v>
                </c:pt>
                <c:pt idx="64">
                  <c:v>0.000225378782488406</c:v>
                </c:pt>
                <c:pt idx="65">
                  <c:v>0.000237587315496057</c:v>
                </c:pt>
                <c:pt idx="66">
                  <c:v>0.000226534291869029</c:v>
                </c:pt>
                <c:pt idx="67">
                  <c:v>0.000252326688496396</c:v>
                </c:pt>
                <c:pt idx="68">
                  <c:v>0.000224834861001</c:v>
                </c:pt>
                <c:pt idx="69">
                  <c:v>0.000253572739893571</c:v>
                </c:pt>
                <c:pt idx="70">
                  <c:v>0.000216779910260811</c:v>
                </c:pt>
                <c:pt idx="71">
                  <c:v>0.000247534597292542</c:v>
                </c:pt>
                <c:pt idx="72">
                  <c:v>0.000236021063756198</c:v>
                </c:pt>
                <c:pt idx="73">
                  <c:v>0.000226027652388439</c:v>
                </c:pt>
                <c:pt idx="74">
                  <c:v>0.000205270713195205</c:v>
                </c:pt>
                <c:pt idx="75">
                  <c:v>0.000236694468185306</c:v>
                </c:pt>
                <c:pt idx="76">
                  <c:v>0.000216982502024621</c:v>
                </c:pt>
                <c:pt idx="77">
                  <c:v>0.000233108090469614</c:v>
                </c:pt>
                <c:pt idx="78">
                  <c:v>0.00024423171998933</c:v>
                </c:pt>
                <c:pt idx="79">
                  <c:v>0.000209684745641425</c:v>
                </c:pt>
                <c:pt idx="80">
                  <c:v>0.000216402972000651</c:v>
                </c:pt>
                <c:pt idx="81">
                  <c:v>0.000231260957662016</c:v>
                </c:pt>
                <c:pt idx="82">
                  <c:v>0.000225021940423176</c:v>
                </c:pt>
                <c:pt idx="83">
                  <c:v>0.000216030253795907</c:v>
                </c:pt>
                <c:pt idx="84">
                  <c:v>0.00022291018103715</c:v>
                </c:pt>
                <c:pt idx="85">
                  <c:v>0.000227230120799504</c:v>
                </c:pt>
                <c:pt idx="86">
                  <c:v>0.000223735856707208</c:v>
                </c:pt>
                <c:pt idx="87">
                  <c:v>0.000216145446756855</c:v>
                </c:pt>
                <c:pt idx="88">
                  <c:v>0.000206796379643492</c:v>
                </c:pt>
                <c:pt idx="89">
                  <c:v>0.000229988538194448</c:v>
                </c:pt>
                <c:pt idx="90">
                  <c:v>0.000227894634008408</c:v>
                </c:pt>
                <c:pt idx="91">
                  <c:v>0.000211260441574268</c:v>
                </c:pt>
                <c:pt idx="92">
                  <c:v>0.000203795672859997</c:v>
                </c:pt>
                <c:pt idx="93">
                  <c:v>0.000210973244975321</c:v>
                </c:pt>
                <c:pt idx="94">
                  <c:v>0.000211688224226236</c:v>
                </c:pt>
                <c:pt idx="95">
                  <c:v>0.000202594354050234</c:v>
                </c:pt>
                <c:pt idx="96">
                  <c:v>0.00018839500262402</c:v>
                </c:pt>
                <c:pt idx="97">
                  <c:v>0.000208670666324906</c:v>
                </c:pt>
                <c:pt idx="98">
                  <c:v>0.000203686824534088</c:v>
                </c:pt>
                <c:pt idx="99">
                  <c:v>0.000199808899196796</c:v>
                </c:pt>
                <c:pt idx="100">
                  <c:v>0.000204943746211939</c:v>
                </c:pt>
                <c:pt idx="101">
                  <c:v>0.000204955489607528</c:v>
                </c:pt>
                <c:pt idx="102">
                  <c:v>0.000232639300520532</c:v>
                </c:pt>
                <c:pt idx="103">
                  <c:v>0.000202403738512658</c:v>
                </c:pt>
                <c:pt idx="104">
                  <c:v>0.000180811388418078</c:v>
                </c:pt>
                <c:pt idx="105">
                  <c:v>0.000201413800823502</c:v>
                </c:pt>
                <c:pt idx="106">
                  <c:v>0.000206605749554001</c:v>
                </c:pt>
                <c:pt idx="107">
                  <c:v>0.000209424819331616</c:v>
                </c:pt>
                <c:pt idx="108">
                  <c:v>0.000212759870919399</c:v>
                </c:pt>
                <c:pt idx="109">
                  <c:v>0.000199210058781318</c:v>
                </c:pt>
                <c:pt idx="110">
                  <c:v>0.000194465595996007</c:v>
                </c:pt>
                <c:pt idx="111">
                  <c:v>0.000200026173843071</c:v>
                </c:pt>
                <c:pt idx="112">
                  <c:v>0.000199405709281564</c:v>
                </c:pt>
                <c:pt idx="113">
                  <c:v>0.000177250869455747</c:v>
                </c:pt>
                <c:pt idx="114">
                  <c:v>0.000189775775652379</c:v>
                </c:pt>
                <c:pt idx="115">
                  <c:v>0.000211220511118881</c:v>
                </c:pt>
                <c:pt idx="116">
                  <c:v>0.0002051436167676</c:v>
                </c:pt>
                <c:pt idx="117">
                  <c:v>0.000188123129191808</c:v>
                </c:pt>
                <c:pt idx="118">
                  <c:v>0.000169590872246772</c:v>
                </c:pt>
                <c:pt idx="119">
                  <c:v>0.000199556976440363</c:v>
                </c:pt>
              </c:numCache>
            </c:numRef>
          </c:yVal>
          <c:smooth val="0"/>
        </c:ser>
        <c:ser>
          <c:idx val="5"/>
          <c:order val="5"/>
          <c:tx>
            <c:v>Five-run mean</c:v>
          </c:tx>
          <c:spPr>
            <a:ln xmlns:a="http://schemas.openxmlformats.org/drawingml/2006/main" w="26670">
              <a:solidFill>
                <a:srgbClr val="137B73"/>
              </a:solidFill>
            </a:ln>
          </c:spPr>
          <c:marker>
            <c:symbol val="none"/>
          </c:marker>
          <c:xVal>
            <c:numRef>
              <c:f>'Chart Data'!$K$2:$K$121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Data'!$L$2:$L$121</c:f>
              <c:numCache>
                <c:formatCode>0.0000</c:formatCode>
                <c:ptCount val="120"/>
                <c:pt idx="0">
                  <c:v>0.00155574216041714</c:v>
                </c:pt>
                <c:pt idx="1">
                  <c:v>0.00119264659006149</c:v>
                </c:pt>
                <c:pt idx="2">
                  <c:v>0.00110425718594342</c:v>
                </c:pt>
                <c:pt idx="3">
                  <c:v>0.000935794063843787</c:v>
                </c:pt>
                <c:pt idx="4">
                  <c:v>0.000883239309769124</c:v>
                </c:pt>
                <c:pt idx="5">
                  <c:v>0.000866914738435298</c:v>
                </c:pt>
                <c:pt idx="6">
                  <c:v>0.000830626813694835</c:v>
                </c:pt>
                <c:pt idx="7">
                  <c:v>0.000709260744042695</c:v>
                </c:pt>
                <c:pt idx="8">
                  <c:v>0.000622017902787775</c:v>
                </c:pt>
                <c:pt idx="9">
                  <c:v>0.000584064587019384</c:v>
                </c:pt>
                <c:pt idx="10">
                  <c:v>0.000633458769880235</c:v>
                </c:pt>
                <c:pt idx="11">
                  <c:v>0.000545690418221056</c:v>
                </c:pt>
                <c:pt idx="12">
                  <c:v>0.000549657212104648</c:v>
                </c:pt>
                <c:pt idx="13">
                  <c:v>0.000553843483794481</c:v>
                </c:pt>
                <c:pt idx="14">
                  <c:v>0.000524874380789697</c:v>
                </c:pt>
                <c:pt idx="15">
                  <c:v>0.000468997680582106</c:v>
                </c:pt>
                <c:pt idx="16">
                  <c:v>0.000476154801435769</c:v>
                </c:pt>
                <c:pt idx="17">
                  <c:v>0.000455250049708411</c:v>
                </c:pt>
                <c:pt idx="18">
                  <c:v>0.000485429057152942</c:v>
                </c:pt>
                <c:pt idx="19">
                  <c:v>0.000428939558332786</c:v>
                </c:pt>
                <c:pt idx="20">
                  <c:v>0.000427800434408709</c:v>
                </c:pt>
                <c:pt idx="21">
                  <c:v>0.000407880276907235</c:v>
                </c:pt>
                <c:pt idx="22">
                  <c:v>0.000400284805800766</c:v>
                </c:pt>
                <c:pt idx="23">
                  <c:v>0.00040533360443078</c:v>
                </c:pt>
                <c:pt idx="24">
                  <c:v>0.00043277801014483</c:v>
                </c:pt>
                <c:pt idx="25">
                  <c:v>0.000407045765314251</c:v>
                </c:pt>
                <c:pt idx="26">
                  <c:v>0.000406754418509081</c:v>
                </c:pt>
                <c:pt idx="27">
                  <c:v>0.000383379129925743</c:v>
                </c:pt>
                <c:pt idx="28">
                  <c:v>0.00036353706382215</c:v>
                </c:pt>
                <c:pt idx="29">
                  <c:v>0.000363600550917909</c:v>
                </c:pt>
                <c:pt idx="30">
                  <c:v>0.000328967644600198</c:v>
                </c:pt>
                <c:pt idx="31">
                  <c:v>0.000325771555071697</c:v>
                </c:pt>
                <c:pt idx="32">
                  <c:v>0.000351242523174733</c:v>
                </c:pt>
                <c:pt idx="33">
                  <c:v>0.000359373271930963</c:v>
                </c:pt>
                <c:pt idx="34">
                  <c:v>0.000356484751682729</c:v>
                </c:pt>
                <c:pt idx="35">
                  <c:v>0.000323624548036605</c:v>
                </c:pt>
                <c:pt idx="36">
                  <c:v>0.000341877347091213</c:v>
                </c:pt>
                <c:pt idx="37">
                  <c:v>0.000306653673760593</c:v>
                </c:pt>
                <c:pt idx="38">
                  <c:v>0.000302822340745479</c:v>
                </c:pt>
                <c:pt idx="39">
                  <c:v>0.000328366295434535</c:v>
                </c:pt>
                <c:pt idx="40">
                  <c:v>0.000310893781716004</c:v>
                </c:pt>
                <c:pt idx="41">
                  <c:v>0.000295386125799268</c:v>
                </c:pt>
                <c:pt idx="42">
                  <c:v>0.000300271448213607</c:v>
                </c:pt>
                <c:pt idx="43">
                  <c:v>0.000298601912800223</c:v>
                </c:pt>
                <c:pt idx="44">
                  <c:v>0.000280555270728655</c:v>
                </c:pt>
                <c:pt idx="45">
                  <c:v>0.000305096729425713</c:v>
                </c:pt>
                <c:pt idx="46">
                  <c:v>0.000286413030698895</c:v>
                </c:pt>
                <c:pt idx="47">
                  <c:v>0.000280077283969149</c:v>
                </c:pt>
                <c:pt idx="48">
                  <c:v>0.000277791818371043</c:v>
                </c:pt>
                <c:pt idx="49">
                  <c:v>0.000277206732425839</c:v>
                </c:pt>
                <c:pt idx="50">
                  <c:v>0.000275666269590147</c:v>
                </c:pt>
                <c:pt idx="51">
                  <c:v>0.000256246185745113</c:v>
                </c:pt>
                <c:pt idx="52">
                  <c:v>0.000275024492293596</c:v>
                </c:pt>
                <c:pt idx="53">
                  <c:v>0.000291746400762349</c:v>
                </c:pt>
                <c:pt idx="54">
                  <c:v>0.000263449037447572</c:v>
                </c:pt>
                <c:pt idx="55">
                  <c:v>0.000270012830151245</c:v>
                </c:pt>
                <c:pt idx="56">
                  <c:v>0.000258808568469249</c:v>
                </c:pt>
                <c:pt idx="57">
                  <c:v>0.000259374993038364</c:v>
                </c:pt>
                <c:pt idx="58">
                  <c:v>0.000265034634503536</c:v>
                </c:pt>
                <c:pt idx="59">
                  <c:v>0.000248232361627743</c:v>
                </c:pt>
                <c:pt idx="60">
                  <c:v>0.000254461891017854</c:v>
                </c:pt>
                <c:pt idx="61">
                  <c:v>0.000260360760148615</c:v>
                </c:pt>
                <c:pt idx="62">
                  <c:v>0.000236866783234291</c:v>
                </c:pt>
                <c:pt idx="63">
                  <c:v>0.000250580671126954</c:v>
                </c:pt>
                <c:pt idx="64">
                  <c:v>0.000252435586298816</c:v>
                </c:pt>
                <c:pt idx="65">
                  <c:v>0.000246108291321434</c:v>
                </c:pt>
                <c:pt idx="66">
                  <c:v>0.000242294432246126</c:v>
                </c:pt>
                <c:pt idx="67">
                  <c:v>0.000241334937163629</c:v>
                </c:pt>
                <c:pt idx="68">
                  <c:v>0.000245336871012114</c:v>
                </c:pt>
                <c:pt idx="69">
                  <c:v>0.000252662217826582</c:v>
                </c:pt>
                <c:pt idx="70">
                  <c:v>0.000233170037972741</c:v>
                </c:pt>
                <c:pt idx="71">
                  <c:v>0.000235322103253566</c:v>
                </c:pt>
                <c:pt idx="72">
                  <c:v>0.000231626062304713</c:v>
                </c:pt>
                <c:pt idx="73">
                  <c:v>0.000241502714925446</c:v>
                </c:pt>
                <c:pt idx="74">
                  <c:v>0.000238222192274407</c:v>
                </c:pt>
                <c:pt idx="75">
                  <c:v>0.000227788818301633</c:v>
                </c:pt>
                <c:pt idx="76">
                  <c:v>0.000234262409503572</c:v>
                </c:pt>
                <c:pt idx="77">
                  <c:v>0.000236068479716778</c:v>
                </c:pt>
                <c:pt idx="78">
                  <c:v>0.000232783582760021</c:v>
                </c:pt>
                <c:pt idx="79">
                  <c:v>0.00022853238042444</c:v>
                </c:pt>
                <c:pt idx="80">
                  <c:v>0.000221787006012164</c:v>
                </c:pt>
                <c:pt idx="81">
                  <c:v>0.000232510283240117</c:v>
                </c:pt>
                <c:pt idx="82">
                  <c:v>0.000228114842320792</c:v>
                </c:pt>
                <c:pt idx="83">
                  <c:v>0.00023171097273007</c:v>
                </c:pt>
                <c:pt idx="84">
                  <c:v>0.00022992288286332</c:v>
                </c:pt>
                <c:pt idx="85">
                  <c:v>0.000227583674131893</c:v>
                </c:pt>
                <c:pt idx="86">
                  <c:v>0.000228637320105918</c:v>
                </c:pt>
                <c:pt idx="87">
                  <c:v>0.000215221976395696</c:v>
                </c:pt>
                <c:pt idx="88">
                  <c:v>0.000213543538120575</c:v>
                </c:pt>
                <c:pt idx="89">
                  <c:v>0.000223329217988066</c:v>
                </c:pt>
                <c:pt idx="90">
                  <c:v>0.00022985955583863</c:v>
                </c:pt>
                <c:pt idx="91">
                  <c:v>0.00022116185282357</c:v>
                </c:pt>
                <c:pt idx="92">
                  <c:v>0.000218836660496891</c:v>
                </c:pt>
                <c:pt idx="93">
                  <c:v>0.000211534314439632</c:v>
                </c:pt>
                <c:pt idx="94">
                  <c:v>0.000235511927166954</c:v>
                </c:pt>
                <c:pt idx="95">
                  <c:v>0.000211979093728587</c:v>
                </c:pt>
                <c:pt idx="96">
                  <c:v>0.000218309569754638</c:v>
                </c:pt>
                <c:pt idx="97">
                  <c:v>0.000216310541145504</c:v>
                </c:pt>
                <c:pt idx="98">
                  <c:v>0.000210193486418575</c:v>
                </c:pt>
                <c:pt idx="99">
                  <c:v>0.000218283326830715</c:v>
                </c:pt>
                <c:pt idx="100">
                  <c:v>0.000208680873038247</c:v>
                </c:pt>
                <c:pt idx="101">
                  <c:v>0.000218212910112925</c:v>
                </c:pt>
                <c:pt idx="102">
                  <c:v>0.000221614184556529</c:v>
                </c:pt>
                <c:pt idx="103">
                  <c:v>0.000216123930294998</c:v>
                </c:pt>
                <c:pt idx="104">
                  <c:v>0.000214599401806481</c:v>
                </c:pt>
                <c:pt idx="105">
                  <c:v>0.000219148900941946</c:v>
                </c:pt>
                <c:pt idx="106">
                  <c:v>0.000208337217918597</c:v>
                </c:pt>
                <c:pt idx="107">
                  <c:v>0.000203448790125549</c:v>
                </c:pt>
                <c:pt idx="108">
                  <c:v>0.000216954192728736</c:v>
                </c:pt>
                <c:pt idx="109">
                  <c:v>0.000207872741157189</c:v>
                </c:pt>
                <c:pt idx="110">
                  <c:v>0.000209487354732119</c:v>
                </c:pt>
                <c:pt idx="111">
                  <c:v>0.000218523404328153</c:v>
                </c:pt>
                <c:pt idx="112">
                  <c:v>0.000211543156183325</c:v>
                </c:pt>
                <c:pt idx="113">
                  <c:v>0.000202888608328067</c:v>
                </c:pt>
                <c:pt idx="114">
                  <c:v>0.000212880273465998</c:v>
                </c:pt>
                <c:pt idx="115">
                  <c:v>0.000210634723771363</c:v>
                </c:pt>
                <c:pt idx="116">
                  <c:v>0.000216691166860983</c:v>
                </c:pt>
                <c:pt idx="117">
                  <c:v>0.000205566824297421</c:v>
                </c:pt>
                <c:pt idx="118">
                  <c:v>0.000205296630156226</c:v>
                </c:pt>
                <c:pt idx="119">
                  <c:v>0.000207151361973956</c:v>
                </c:pt>
              </c:numCache>
            </c:numRef>
          </c:yVal>
          <c:smooth val="0"/>
        </c:ser>
        <c:ser>
          <c:idx val="6"/>
          <c:order val="6"/>
          <c:tx>
            <c:v>Mean - sample SD</c:v>
          </c:tx>
          <c:spPr>
            <a:ln xmlns:a="http://schemas.openxmlformats.org/drawingml/2006/main" w="12383">
              <a:solidFill>
                <a:srgbClr val="69A49D"/>
              </a:solidFill>
              <a:prstDash val="dash"/>
            </a:ln>
          </c:spPr>
          <c:marker>
            <c:symbol val="none"/>
          </c:marker>
          <c:xVal>
            <c:numRef>
              <c:f>'Chart Data'!$M$2:$M$121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Data'!$N$2:$N$121</c:f>
              <c:numCache>
                <c:formatCode>0.0000</c:formatCode>
                <c:ptCount val="120"/>
                <c:pt idx="0">
                  <c:v>0.00148997509073911</c:v>
                </c:pt>
                <c:pt idx="1">
                  <c:v>0.00113377901991868</c:v>
                </c:pt>
                <c:pt idx="2">
                  <c:v>0.00105872373107574</c:v>
                </c:pt>
                <c:pt idx="3">
                  <c:v>0.000860920006721956</c:v>
                </c:pt>
                <c:pt idx="4">
                  <c:v>0.000809643828776799</c:v>
                </c:pt>
                <c:pt idx="5">
                  <c:v>0.000776745620618059</c:v>
                </c:pt>
                <c:pt idx="6">
                  <c:v>0.000701265751886003</c:v>
                </c:pt>
                <c:pt idx="7">
                  <c:v>0.000654676860788947</c:v>
                </c:pt>
                <c:pt idx="8">
                  <c:v>0.000555229853205104</c:v>
                </c:pt>
                <c:pt idx="9">
                  <c:v>0.0005472250722952</c:v>
                </c:pt>
                <c:pt idx="10">
                  <c:v>0.000461554932756304</c:v>
                </c:pt>
                <c:pt idx="11">
                  <c:v>0.000510169070431123</c:v>
                </c:pt>
                <c:pt idx="12">
                  <c:v>0.000496216274652335</c:v>
                </c:pt>
                <c:pt idx="13">
                  <c:v>0.000465089780871528</c:v>
                </c:pt>
                <c:pt idx="14">
                  <c:v>0.000471190431700341</c:v>
                </c:pt>
                <c:pt idx="15">
                  <c:v>0.000430432224628068</c:v>
                </c:pt>
                <c:pt idx="16">
                  <c:v>0.000403585999385917</c:v>
                </c:pt>
                <c:pt idx="17">
                  <c:v>0.000390577324980101</c:v>
                </c:pt>
                <c:pt idx="18">
                  <c:v>0.000390604710190462</c:v>
                </c:pt>
                <c:pt idx="19">
                  <c:v>0.000388670600160226</c:v>
                </c:pt>
                <c:pt idx="20">
                  <c:v>0.000397516356996859</c:v>
                </c:pt>
                <c:pt idx="21">
                  <c:v>0.000341892951405406</c:v>
                </c:pt>
                <c:pt idx="22">
                  <c:v>0.000367401257930289</c:v>
                </c:pt>
                <c:pt idx="23">
                  <c:v>0.000371377168690605</c:v>
                </c:pt>
                <c:pt idx="24">
                  <c:v>0.000375356215385828</c:v>
                </c:pt>
                <c:pt idx="25">
                  <c:v>0.000380337697868148</c:v>
                </c:pt>
                <c:pt idx="26">
                  <c:v>0.000366854374022633</c:v>
                </c:pt>
                <c:pt idx="27">
                  <c:v>0.000355291143563466</c:v>
                </c:pt>
                <c:pt idx="28">
                  <c:v>0.000312961760947611</c:v>
                </c:pt>
                <c:pt idx="29">
                  <c:v>0.000304386051346387</c:v>
                </c:pt>
                <c:pt idx="30">
                  <c:v>0.000303969942777573</c:v>
                </c:pt>
                <c:pt idx="31">
                  <c:v>0.000308940929093368</c:v>
                </c:pt>
                <c:pt idx="32">
                  <c:v>0.000303942633446246</c:v>
                </c:pt>
                <c:pt idx="33">
                  <c:v>0.000315711434750149</c:v>
                </c:pt>
                <c:pt idx="34">
                  <c:v>0.000288833752911959</c:v>
                </c:pt>
                <c:pt idx="35">
                  <c:v>0.000270240925552374</c:v>
                </c:pt>
                <c:pt idx="36">
                  <c:v>0.000294781575445631</c:v>
                </c:pt>
                <c:pt idx="37">
                  <c:v>0.000290531946949793</c:v>
                </c:pt>
                <c:pt idx="38">
                  <c:v>0.000283564011329513</c:v>
                </c:pt>
                <c:pt idx="39">
                  <c:v>0.000280278539906524</c:v>
                </c:pt>
                <c:pt idx="40">
                  <c:v>0.000279503490513794</c:v>
                </c:pt>
                <c:pt idx="41">
                  <c:v>0.000273430078116207</c:v>
                </c:pt>
                <c:pt idx="42">
                  <c:v>0.000277526295999528</c:v>
                </c:pt>
                <c:pt idx="43">
                  <c:v>0.000266038453759222</c:v>
                </c:pt>
                <c:pt idx="44">
                  <c:v>0.00024695089568979</c:v>
                </c:pt>
                <c:pt idx="45">
                  <c:v>0.000268992226321707</c:v>
                </c:pt>
                <c:pt idx="46">
                  <c:v>0.000263573033195841</c:v>
                </c:pt>
                <c:pt idx="47">
                  <c:v>0.000264558005020352</c:v>
                </c:pt>
                <c:pt idx="48">
                  <c:v>0.000252153912822423</c:v>
                </c:pt>
                <c:pt idx="49">
                  <c:v>0.000250923989800952</c:v>
                </c:pt>
                <c:pt idx="50">
                  <c:v>0.000244527212052771</c:v>
                </c:pt>
                <c:pt idx="51">
                  <c:v>0.00024389174291563</c:v>
                </c:pt>
                <c:pt idx="52">
                  <c:v>0.000249634291161942</c:v>
                </c:pt>
                <c:pt idx="53">
                  <c:v>0.000260851711562257</c:v>
                </c:pt>
                <c:pt idx="54">
                  <c:v>0.000244979445486985</c:v>
                </c:pt>
                <c:pt idx="55">
                  <c:v>0.00024717634712296</c:v>
                </c:pt>
                <c:pt idx="56">
                  <c:v>0.000243235760659367</c:v>
                </c:pt>
                <c:pt idx="57">
                  <c:v>0.000247337111809318</c:v>
                </c:pt>
                <c:pt idx="58">
                  <c:v>0.00024534755359786</c:v>
                </c:pt>
                <c:pt idx="59">
                  <c:v>0.000231699615482724</c:v>
                </c:pt>
                <c:pt idx="60">
                  <c:v>0.000225215621783053</c:v>
                </c:pt>
                <c:pt idx="61">
                  <c:v>0.000252794082613421</c:v>
                </c:pt>
                <c:pt idx="62">
                  <c:v>0.000223997813656195</c:v>
                </c:pt>
                <c:pt idx="63">
                  <c:v>0.000230012791898263</c:v>
                </c:pt>
                <c:pt idx="64">
                  <c:v>0.000227834958053435</c:v>
                </c:pt>
                <c:pt idx="65">
                  <c:v>0.000231805858176626</c:v>
                </c:pt>
                <c:pt idx="66">
                  <c:v>0.00022266061164717</c:v>
                </c:pt>
                <c:pt idx="67">
                  <c:v>0.000221200276327215</c:v>
                </c:pt>
                <c:pt idx="68">
                  <c:v>0.000226941298833616</c:v>
                </c:pt>
                <c:pt idx="69">
                  <c:v>0.000223842826229612</c:v>
                </c:pt>
                <c:pt idx="70">
                  <c:v>0.000211955665001677</c:v>
                </c:pt>
                <c:pt idx="71">
                  <c:v>0.000216402927653054</c:v>
                </c:pt>
                <c:pt idx="72">
                  <c:v>0.000226511588849877</c:v>
                </c:pt>
                <c:pt idx="73">
                  <c:v>0.000219910783438923</c:v>
                </c:pt>
                <c:pt idx="74">
                  <c:v>0.000212671355078175</c:v>
                </c:pt>
                <c:pt idx="75">
                  <c:v>0.000204691004104475</c:v>
                </c:pt>
                <c:pt idx="76">
                  <c:v>0.000214865446048738</c:v>
                </c:pt>
                <c:pt idx="77">
                  <c:v>0.000213235574121319</c:v>
                </c:pt>
                <c:pt idx="78">
                  <c:v>0.000212796566817053</c:v>
                </c:pt>
                <c:pt idx="79">
                  <c:v>0.000211592897221255</c:v>
                </c:pt>
                <c:pt idx="80">
                  <c:v>0.000197503124032872</c:v>
                </c:pt>
                <c:pt idx="81">
                  <c:v>0.000210473655540114</c:v>
                </c:pt>
                <c:pt idx="82">
                  <c:v>0.000204810780789965</c:v>
                </c:pt>
                <c:pt idx="83">
                  <c:v>0.000203849496359393</c:v>
                </c:pt>
                <c:pt idx="84">
                  <c:v>0.0002097891465461</c:v>
                </c:pt>
                <c:pt idx="85">
                  <c:v>0.00020214209660286</c:v>
                </c:pt>
                <c:pt idx="86">
                  <c:v>0.000214596519343757</c:v>
                </c:pt>
                <c:pt idx="87">
                  <c:v>0.000199058155155686</c:v>
                </c:pt>
                <c:pt idx="88">
                  <c:v>0.000208489294897759</c:v>
                </c:pt>
                <c:pt idx="89">
                  <c:v>0.000209838893560048</c:v>
                </c:pt>
                <c:pt idx="90">
                  <c:v>0.000218327828140951</c:v>
                </c:pt>
                <c:pt idx="91">
                  <c:v>0.000203160691334125</c:v>
                </c:pt>
                <c:pt idx="92">
                  <c:v>0.000191755082915705</c:v>
                </c:pt>
                <c:pt idx="93">
                  <c:v>0.00019184837609698</c:v>
                </c:pt>
                <c:pt idx="94">
                  <c:v>0.000215114175739951</c:v>
                </c:pt>
                <c:pt idx="95">
                  <c:v>0.000201411250571368</c:v>
                </c:pt>
                <c:pt idx="96">
                  <c:v>0.000197513620379484</c:v>
                </c:pt>
                <c:pt idx="97">
                  <c:v>0.000203099886670776</c:v>
                </c:pt>
                <c:pt idx="98">
                  <c:v>0.000201778374320911</c:v>
                </c:pt>
                <c:pt idx="99">
                  <c:v>0.000193765550515022</c:v>
                </c:pt>
                <c:pt idx="100">
                  <c:v>0.000196890058945837</c:v>
                </c:pt>
                <c:pt idx="101">
                  <c:v>0.000199063957444177</c:v>
                </c:pt>
                <c:pt idx="102">
                  <c:v>0.000212929898857531</c:v>
                </c:pt>
                <c:pt idx="103">
                  <c:v>0.000204666285004746</c:v>
                </c:pt>
                <c:pt idx="104">
                  <c:v>0.000189287408120396</c:v>
                </c:pt>
                <c:pt idx="105">
                  <c:v>0.000206000843448774</c:v>
                </c:pt>
                <c:pt idx="106">
                  <c:v>0.000195412843258444</c:v>
                </c:pt>
                <c:pt idx="107">
                  <c:v>0.000199885408447948</c:v>
                </c:pt>
                <c:pt idx="108">
                  <c:v>0.000206338431763707</c:v>
                </c:pt>
                <c:pt idx="109">
                  <c:v>0.000191084769013467</c:v>
                </c:pt>
                <c:pt idx="110">
                  <c:v>0.000194195214206689</c:v>
                </c:pt>
                <c:pt idx="111">
                  <c:v>0.000199324051797387</c:v>
                </c:pt>
                <c:pt idx="112">
                  <c:v>0.000195691993910066</c:v>
                </c:pt>
                <c:pt idx="113">
                  <c:v>0.000178369774892225</c:v>
                </c:pt>
                <c:pt idx="114">
                  <c:v>0.000192801390201606</c:v>
                </c:pt>
                <c:pt idx="115">
                  <c:v>0.000199074679158529</c:v>
                </c:pt>
                <c:pt idx="116">
                  <c:v>0.000196028173087718</c:v>
                </c:pt>
                <c:pt idx="117">
                  <c:v>0.000193077509419424</c:v>
                </c:pt>
                <c:pt idx="118">
                  <c:v>0.000179927971662881</c:v>
                </c:pt>
                <c:pt idx="119">
                  <c:v>0.000191318238067935</c:v>
                </c:pt>
              </c:numCache>
            </c:numRef>
          </c:yVal>
          <c:smooth val="0"/>
        </c:ser>
        <c:ser>
          <c:idx val="7"/>
          <c:order val="7"/>
          <c:tx>
            <c:v>Mean + sample SD</c:v>
          </c:tx>
          <c:spPr>
            <a:ln xmlns:a="http://schemas.openxmlformats.org/drawingml/2006/main" w="12383">
              <a:solidFill>
                <a:srgbClr val="69A49D"/>
              </a:solidFill>
              <a:prstDash val="dash"/>
            </a:ln>
          </c:spPr>
          <c:marker>
            <c:symbol val="none"/>
          </c:marker>
          <c:xVal>
            <c:numRef>
              <c:f>'Chart Data'!$O$2:$O$121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Data'!$P$2:$P$121</c:f>
              <c:numCache>
                <c:formatCode>0.0000</c:formatCode>
                <c:ptCount val="120"/>
                <c:pt idx="0">
                  <c:v>0.00162150923009517</c:v>
                </c:pt>
                <c:pt idx="1">
                  <c:v>0.00125151416020429</c:v>
                </c:pt>
                <c:pt idx="2">
                  <c:v>0.00114979064081111</c:v>
                </c:pt>
                <c:pt idx="3">
                  <c:v>0.00101066812096562</c:v>
                </c:pt>
                <c:pt idx="4">
                  <c:v>0.000956834790761449</c:v>
                </c:pt>
                <c:pt idx="5">
                  <c:v>0.000957083856252537</c:v>
                </c:pt>
                <c:pt idx="6">
                  <c:v>0.000959987875503666</c:v>
                </c:pt>
                <c:pt idx="7">
                  <c:v>0.000763844627296442</c:v>
                </c:pt>
                <c:pt idx="8">
                  <c:v>0.000688805952370445</c:v>
                </c:pt>
                <c:pt idx="9">
                  <c:v>0.000620904101743568</c:v>
                </c:pt>
                <c:pt idx="10">
                  <c:v>0.000805362607004167</c:v>
                </c:pt>
                <c:pt idx="11">
                  <c:v>0.00058121176601099</c:v>
                </c:pt>
                <c:pt idx="12">
                  <c:v>0.000603098149556962</c:v>
                </c:pt>
                <c:pt idx="13">
                  <c:v>0.000642597186717434</c:v>
                </c:pt>
                <c:pt idx="14">
                  <c:v>0.000578558329879053</c:v>
                </c:pt>
                <c:pt idx="15">
                  <c:v>0.000507563136536144</c:v>
                </c:pt>
                <c:pt idx="16">
                  <c:v>0.000548723603485621</c:v>
                </c:pt>
                <c:pt idx="17">
                  <c:v>0.000519922774436721</c:v>
                </c:pt>
                <c:pt idx="18">
                  <c:v>0.000580253404115422</c:v>
                </c:pt>
                <c:pt idx="19">
                  <c:v>0.000469208516505346</c:v>
                </c:pt>
                <c:pt idx="20">
                  <c:v>0.00045808451182056</c:v>
                </c:pt>
                <c:pt idx="21">
                  <c:v>0.000473867602409065</c:v>
                </c:pt>
                <c:pt idx="22">
                  <c:v>0.000433168353671242</c:v>
                </c:pt>
                <c:pt idx="23">
                  <c:v>0.000439290040170955</c:v>
                </c:pt>
                <c:pt idx="24">
                  <c:v>0.000490199804903832</c:v>
                </c:pt>
                <c:pt idx="25">
                  <c:v>0.000433753832760354</c:v>
                </c:pt>
                <c:pt idx="26">
                  <c:v>0.000446654462995529</c:v>
                </c:pt>
                <c:pt idx="27">
                  <c:v>0.00041146711628802</c:v>
                </c:pt>
                <c:pt idx="28">
                  <c:v>0.000414112366696689</c:v>
                </c:pt>
                <c:pt idx="29">
                  <c:v>0.000422815050489431</c:v>
                </c:pt>
                <c:pt idx="30">
                  <c:v>0.000353965346422822</c:v>
                </c:pt>
                <c:pt idx="31">
                  <c:v>0.000342602181050026</c:v>
                </c:pt>
                <c:pt idx="32">
                  <c:v>0.00039854241290322</c:v>
                </c:pt>
                <c:pt idx="33">
                  <c:v>0.000403035109111776</c:v>
                </c:pt>
                <c:pt idx="34">
                  <c:v>0.000424135750453498</c:v>
                </c:pt>
                <c:pt idx="35">
                  <c:v>0.000377008170520836</c:v>
                </c:pt>
                <c:pt idx="36">
                  <c:v>0.000388973118736794</c:v>
                </c:pt>
                <c:pt idx="37">
                  <c:v>0.000322775400571393</c:v>
                </c:pt>
                <c:pt idx="38">
                  <c:v>0.000322080670161444</c:v>
                </c:pt>
                <c:pt idx="39">
                  <c:v>0.000376454050962545</c:v>
                </c:pt>
                <c:pt idx="40">
                  <c:v>0.000342284072918214</c:v>
                </c:pt>
                <c:pt idx="41">
                  <c:v>0.00031734217348233</c:v>
                </c:pt>
                <c:pt idx="42">
                  <c:v>0.000323016600427687</c:v>
                </c:pt>
                <c:pt idx="43">
                  <c:v>0.000331165371841223</c:v>
                </c:pt>
                <c:pt idx="44">
                  <c:v>0.000314159645767521</c:v>
                </c:pt>
                <c:pt idx="45">
                  <c:v>0.00034120123252972</c:v>
                </c:pt>
                <c:pt idx="46">
                  <c:v>0.00030925302820195</c:v>
                </c:pt>
                <c:pt idx="47">
                  <c:v>0.000295596562917945</c:v>
                </c:pt>
                <c:pt idx="48">
                  <c:v>0.000303429723919662</c:v>
                </c:pt>
                <c:pt idx="49">
                  <c:v>0.000303489475050726</c:v>
                </c:pt>
                <c:pt idx="50">
                  <c:v>0.000306805327127522</c:v>
                </c:pt>
                <c:pt idx="51">
                  <c:v>0.000268600628574595</c:v>
                </c:pt>
                <c:pt idx="52">
                  <c:v>0.00030041469342525</c:v>
                </c:pt>
                <c:pt idx="53">
                  <c:v>0.000322641089962441</c:v>
                </c:pt>
                <c:pt idx="54">
                  <c:v>0.000281918629408159</c:v>
                </c:pt>
                <c:pt idx="55">
                  <c:v>0.00029284931317953</c:v>
                </c:pt>
                <c:pt idx="56">
                  <c:v>0.000274381376279131</c:v>
                </c:pt>
                <c:pt idx="57">
                  <c:v>0.00027141287426741</c:v>
                </c:pt>
                <c:pt idx="58">
                  <c:v>0.000284721715409212</c:v>
                </c:pt>
                <c:pt idx="59">
                  <c:v>0.000264765107772761</c:v>
                </c:pt>
                <c:pt idx="60">
                  <c:v>0.000283708160252656</c:v>
                </c:pt>
                <c:pt idx="61">
                  <c:v>0.000267927437683808</c:v>
                </c:pt>
                <c:pt idx="62">
                  <c:v>0.000249735752812387</c:v>
                </c:pt>
                <c:pt idx="63">
                  <c:v>0.000271148550355646</c:v>
                </c:pt>
                <c:pt idx="64">
                  <c:v>0.000277036214544197</c:v>
                </c:pt>
                <c:pt idx="65">
                  <c:v>0.000260410724466243</c:v>
                </c:pt>
                <c:pt idx="66">
                  <c:v>0.000261928252845083</c:v>
                </c:pt>
                <c:pt idx="67">
                  <c:v>0.000261469598000042</c:v>
                </c:pt>
                <c:pt idx="68">
                  <c:v>0.000263732443190612</c:v>
                </c:pt>
                <c:pt idx="69">
                  <c:v>0.000281481609423553</c:v>
                </c:pt>
                <c:pt idx="70">
                  <c:v>0.000254384410943804</c:v>
                </c:pt>
                <c:pt idx="71">
                  <c:v>0.000254241278854078</c:v>
                </c:pt>
                <c:pt idx="72">
                  <c:v>0.000236740535759549</c:v>
                </c:pt>
                <c:pt idx="73">
                  <c:v>0.000263094646411968</c:v>
                </c:pt>
                <c:pt idx="74">
                  <c:v>0.000263773029470638</c:v>
                </c:pt>
                <c:pt idx="75">
                  <c:v>0.000250886632498791</c:v>
                </c:pt>
                <c:pt idx="76">
                  <c:v>0.000253659372958406</c:v>
                </c:pt>
                <c:pt idx="77">
                  <c:v>0.000258901385312236</c:v>
                </c:pt>
                <c:pt idx="78">
                  <c:v>0.00025277059870299</c:v>
                </c:pt>
                <c:pt idx="79">
                  <c:v>0.000245471863627625</c:v>
                </c:pt>
                <c:pt idx="80">
                  <c:v>0.000246070887991456</c:v>
                </c:pt>
                <c:pt idx="81">
                  <c:v>0.00025454691094012</c:v>
                </c:pt>
                <c:pt idx="82">
                  <c:v>0.000251418903851619</c:v>
                </c:pt>
                <c:pt idx="83">
                  <c:v>0.000259572449100748</c:v>
                </c:pt>
                <c:pt idx="84">
                  <c:v>0.000250056619180541</c:v>
                </c:pt>
                <c:pt idx="85">
                  <c:v>0.000253025251660925</c:v>
                </c:pt>
                <c:pt idx="86">
                  <c:v>0.000242678120868079</c:v>
                </c:pt>
                <c:pt idx="87">
                  <c:v>0.000231385797635706</c:v>
                </c:pt>
                <c:pt idx="88">
                  <c:v>0.000218597781343392</c:v>
                </c:pt>
                <c:pt idx="89">
                  <c:v>0.000236819542416085</c:v>
                </c:pt>
                <c:pt idx="90">
                  <c:v>0.000241391283536308</c:v>
                </c:pt>
                <c:pt idx="91">
                  <c:v>0.000239163014313015</c:v>
                </c:pt>
                <c:pt idx="92">
                  <c:v>0.000245918238078076</c:v>
                </c:pt>
                <c:pt idx="93">
                  <c:v>0.000231220252782284</c:v>
                </c:pt>
                <c:pt idx="94">
                  <c:v>0.000255909678593956</c:v>
                </c:pt>
                <c:pt idx="95">
                  <c:v>0.000222546936885806</c:v>
                </c:pt>
                <c:pt idx="96">
                  <c:v>0.000239105519129791</c:v>
                </c:pt>
                <c:pt idx="97">
                  <c:v>0.000229521195620231</c:v>
                </c:pt>
                <c:pt idx="98">
                  <c:v>0.000218608598516239</c:v>
                </c:pt>
                <c:pt idx="99">
                  <c:v>0.000242801103146408</c:v>
                </c:pt>
                <c:pt idx="100">
                  <c:v>0.000220471687130657</c:v>
                </c:pt>
                <c:pt idx="101">
                  <c:v>0.000237361862781673</c:v>
                </c:pt>
                <c:pt idx="102">
                  <c:v>0.000230298470255527</c:v>
                </c:pt>
                <c:pt idx="103">
                  <c:v>0.00022758157558525</c:v>
                </c:pt>
                <c:pt idx="104">
                  <c:v>0.000239911395492566</c:v>
                </c:pt>
                <c:pt idx="105">
                  <c:v>0.000232296958435117</c:v>
                </c:pt>
                <c:pt idx="106">
                  <c:v>0.00022126159257875</c:v>
                </c:pt>
                <c:pt idx="107">
                  <c:v>0.00020701217180315</c:v>
                </c:pt>
                <c:pt idx="108">
                  <c:v>0.000227569953693764</c:v>
                </c:pt>
                <c:pt idx="109">
                  <c:v>0.000224660713300911</c:v>
                </c:pt>
                <c:pt idx="110">
                  <c:v>0.000224779495257548</c:v>
                </c:pt>
                <c:pt idx="111">
                  <c:v>0.000237722756858918</c:v>
                </c:pt>
                <c:pt idx="112">
                  <c:v>0.000227394318456584</c:v>
                </c:pt>
                <c:pt idx="113">
                  <c:v>0.000227407441763908</c:v>
                </c:pt>
                <c:pt idx="114">
                  <c:v>0.00023295915673039</c:v>
                </c:pt>
                <c:pt idx="115">
                  <c:v>0.000222194768384198</c:v>
                </c:pt>
                <c:pt idx="116">
                  <c:v>0.000237354160634248</c:v>
                </c:pt>
                <c:pt idx="117">
                  <c:v>0.000218056139175418</c:v>
                </c:pt>
                <c:pt idx="118">
                  <c:v>0.000230665288649572</c:v>
                </c:pt>
                <c:pt idx="119">
                  <c:v>0.000222984485879977</c:v>
                </c:pt>
              </c:numCache>
            </c:numRef>
          </c:yVal>
          <c:smooth val="0"/>
        </c:ser>
        <c:dLbls>
          <c:txPr>
            <a:bodyPr xmlns:a="http://schemas.openxmlformats.org/drawingml/2006/main" anchorCtr="1"/>
            <a:lstStyle xmlns:a="http://schemas.openxmlformats.org/drawingml/2006/main"/>
            <a:p xmlns:a="http://schemas.openxmlformats.org/drawingml/2006/main">
              <a:pPr>
                <a:defRPr>
                  <a:latin typeface="Atkinson Hyperlegible"/>
                  <a:ea typeface="Atkinson Hyperlegible"/>
                  <a:cs typeface="Atkinson Hyperlegible"/>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6668">
              <a:solidFill>
                <a:srgbClr val="D8E5DF"/>
              </a:solidFill>
            </a:ln>
          </c:spPr>
        </c:majorGridlines>
        <c:numFmt formatCode="0.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crossAx val="48650112"/>
      </c:valAx>
      <c:valAx>
        <c:axId val="48650112"/>
        <c:scaling>
          <c:orientation val="minMax"/>
          <c:max val="3000"/>
          <c:min val="0"/>
        </c:scaling>
        <c:delete val="0"/>
        <c:axPos val="b"/>
        <c:title>
          <c:tx>
            <c:rich>
              <a:bodyPr xmlns:a="http://schemas.openxmlformats.org/drawingml/2006/main"/>
              <a:lstStyle xmlns:a="http://schemas.openxmlformats.org/drawingml/2006/main"/>
              <a:p xmlns:a="http://schemas.openxmlformats.org/drawingml/2006/main">
                <a:r>
                  <a:rPr sz="1200">
                    <a:solidFill>
                      <a:srgbClr val="58787A"/>
                    </a:solidFill>
                    <a:latin typeface="Atkinson Hyperlegible"/>
                    <a:ea typeface="Atkinson Hyperlegible"/>
                    <a:cs typeface="Atkinson Hyperlegible"/>
                  </a:rPr>
                  <a:t>PPO iteration</a:t>
                </a:r>
              </a:p>
            </c:rich>
          </c:tx>
          <c:overlay val="0"/>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title>
        <c:numFmt formatCode="0"/>
        <c:majorTickMark val="none"/>
        <c:minorTickMark val="none"/>
        <c:tickLblPos val="low"/>
        <c:spPr>
          <a:ln xmlns:a="http://schemas.openxmlformats.org/drawingml/2006/main" w="9525">
            <a:solidFill>
              <a:srgbClr val="D8E5DF"/>
            </a:solidFill>
          </a:ln>
        </c:spPr>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crossAx val="48672768"/>
        <c:majorUnit val="1000"/>
      </c:valAx>
      <c:spPr>
        <a:solidFill xmlns:a="http://schemas.openxmlformats.org/drawingml/2006/main">
          <a:srgbClr val="F5F8F5"/>
        </a:solidFill>
        <a:ln xmlns:a="http://schemas.openxmlformats.org/drawingml/2006/main" w="0">
          <a:noFill/>
        </a:ln>
      </c:spPr>
    </c:plotArea>
    <c:plotVisOnly val="1"/>
  </c:chart>
  <c:spPr>
    <a:solidFill xmlns:a="http://schemas.openxmlformats.org/drawingml/2006/main">
      <a:srgbClr val="F5F8F5"/>
    </a:solidFill>
    <a:ln xmlns:a="http://schemas.openxmlformats.org/drawingml/2006/main" w="0">
      <a:noFill/>
    </a:ln>
  </c:spPr>
  <c:externalData r:id="rIdChartSnapshot1">
    <c:autoUpdate val="0"/>
  </c:externalData>
</c:chartSpace>
</file>

<file path=ppt/slides/charts/chart1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73F43"/>
                </a:solidFill>
                <a:latin typeface="Atkinson Hyperlegible"/>
                <a:ea typeface="Atkinson Hyperlegible"/>
                <a:cs typeface="Atkinson Hyperlegible"/>
              </a:rPr>
              <a:t>Policy entropy (nats)</a:t>
            </a:r>
          </a:p>
        </c:rich>
      </c:tx>
      <c:overlay val="0"/>
      <c:txPr>
        <a:bodyPr xmlns:a="http://schemas.openxmlformats.org/drawingml/2006/main" anchorCtr="1"/>
        <a:lstStyle xmlns:a="http://schemas.openxmlformats.org/drawingml/2006/main"/>
        <a:p xmlns:a="http://schemas.openxmlformats.org/drawingml/2006/main">
          <a:pPr>
            <a:defRPr sz="1650" b="1">
              <a:solidFill>
                <a:srgbClr val="173F43"/>
              </a:solidFill>
              <a:latin typeface="Atkinson Hyperlegible"/>
              <a:ea typeface="Atkinson Hyperlegible"/>
              <a:cs typeface="Atkinson Hyperlegible"/>
            </a:defRPr>
          </a:pPr>
        </a:p>
      </c:txPr>
    </c:title>
    <c:plotArea>
      <c:scatterChart>
        <c:scatterStyle val="line"/>
        <c:varyColors val="0"/>
        <c:ser>
          <c:idx val="0"/>
          <c:order val="0"/>
          <c:tx>
            <c:v>1729</c:v>
          </c:tx>
          <c:spPr>
            <a:ln xmlns:a="http://schemas.openxmlformats.org/drawingml/2006/main" w="7620">
              <a:solidFill>
                <a:srgbClr val="7DB8B2"/>
              </a:solidFill>
            </a:ln>
          </c:spPr>
          <c:marker>
            <c:symbol val="none"/>
          </c:marker>
          <c:xVal>
            <c:numRef>
              <c:f>'Chart Data'!$A$2:$A$121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Data'!$B$2:$B$121</c:f>
              <c:numCache>
                <c:formatCode>0.00</c:formatCode>
                <c:ptCount val="120"/>
                <c:pt idx="0">
                  <c:v>1.87043261528015</c:v>
                </c:pt>
                <c:pt idx="1">
                  <c:v>1.53305995464325</c:v>
                </c:pt>
                <c:pt idx="2">
                  <c:v>1.39604651927948</c:v>
                </c:pt>
                <c:pt idx="3">
                  <c:v>1.31297516822815</c:v>
                </c:pt>
                <c:pt idx="4">
                  <c:v>1.21073400974274</c:v>
                </c:pt>
                <c:pt idx="5">
                  <c:v>1.11786639690399</c:v>
                </c:pt>
                <c:pt idx="6">
                  <c:v>0.991504848003387</c:v>
                </c:pt>
                <c:pt idx="7">
                  <c:v>0.990608930587769</c:v>
                </c:pt>
                <c:pt idx="8">
                  <c:v>0.850520610809326</c:v>
                </c:pt>
                <c:pt idx="9">
                  <c:v>0.738195598125458</c:v>
                </c:pt>
                <c:pt idx="10">
                  <c:v>0.714038968086243</c:v>
                </c:pt>
                <c:pt idx="11">
                  <c:v>0.638019561767578</c:v>
                </c:pt>
                <c:pt idx="12">
                  <c:v>0.598781824111938</c:v>
                </c:pt>
                <c:pt idx="13">
                  <c:v>0.549585580825806</c:v>
                </c:pt>
                <c:pt idx="14">
                  <c:v>0.532147824764252</c:v>
                </c:pt>
                <c:pt idx="15">
                  <c:v>0.50592315196991</c:v>
                </c:pt>
                <c:pt idx="16">
                  <c:v>0.458395928144455</c:v>
                </c:pt>
                <c:pt idx="17">
                  <c:v>0.44633948802948</c:v>
                </c:pt>
                <c:pt idx="18">
                  <c:v>0.445928931236267</c:v>
                </c:pt>
                <c:pt idx="19">
                  <c:v>0.459059715270996</c:v>
                </c:pt>
                <c:pt idx="20">
                  <c:v>0.422477841377258</c:v>
                </c:pt>
                <c:pt idx="21">
                  <c:v>0.373541325330734</c:v>
                </c:pt>
                <c:pt idx="22">
                  <c:v>0.402678310871124</c:v>
                </c:pt>
                <c:pt idx="23">
                  <c:v>0.416932195425034</c:v>
                </c:pt>
                <c:pt idx="24">
                  <c:v>0.387600392103195</c:v>
                </c:pt>
                <c:pt idx="25">
                  <c:v>0.338805794715881</c:v>
                </c:pt>
                <c:pt idx="26">
                  <c:v>0.319153130054474</c:v>
                </c:pt>
                <c:pt idx="27">
                  <c:v>0.300668269395828</c:v>
                </c:pt>
                <c:pt idx="28">
                  <c:v>0.288538366556168</c:v>
                </c:pt>
                <c:pt idx="29">
                  <c:v>0.271119654178619</c:v>
                </c:pt>
                <c:pt idx="30">
                  <c:v>0.277485936880112</c:v>
                </c:pt>
                <c:pt idx="31">
                  <c:v>0.265289783477783</c:v>
                </c:pt>
                <c:pt idx="32">
                  <c:v>0.258731663227081</c:v>
                </c:pt>
                <c:pt idx="33">
                  <c:v>0.244377374649048</c:v>
                </c:pt>
                <c:pt idx="34">
                  <c:v>0.239072322845459</c:v>
                </c:pt>
                <c:pt idx="35">
                  <c:v>0.230286657810211</c:v>
                </c:pt>
                <c:pt idx="36">
                  <c:v>0.232095405459404</c:v>
                </c:pt>
                <c:pt idx="37">
                  <c:v>0.229661762714386</c:v>
                </c:pt>
                <c:pt idx="38">
                  <c:v>0.224186360836029</c:v>
                </c:pt>
                <c:pt idx="39">
                  <c:v>0.236160725355148</c:v>
                </c:pt>
                <c:pt idx="40">
                  <c:v>0.235680133104324</c:v>
                </c:pt>
                <c:pt idx="41">
                  <c:v>0.245863527059555</c:v>
                </c:pt>
                <c:pt idx="42">
                  <c:v>0.24274268746376</c:v>
                </c:pt>
                <c:pt idx="43">
                  <c:v>0.252564340829849</c:v>
                </c:pt>
                <c:pt idx="44">
                  <c:v>0.241266414523125</c:v>
                </c:pt>
                <c:pt idx="45">
                  <c:v>0.237107023596764</c:v>
                </c:pt>
                <c:pt idx="46">
                  <c:v>0.255682796239853</c:v>
                </c:pt>
                <c:pt idx="47">
                  <c:v>0.247961446642876</c:v>
                </c:pt>
                <c:pt idx="48">
                  <c:v>0.239443048834801</c:v>
                </c:pt>
                <c:pt idx="49">
                  <c:v>0.250115871429443</c:v>
                </c:pt>
                <c:pt idx="50">
                  <c:v>0.240523442625999</c:v>
                </c:pt>
                <c:pt idx="51">
                  <c:v>0.243764936923981</c:v>
                </c:pt>
                <c:pt idx="52">
                  <c:v>0.253842115402222</c:v>
                </c:pt>
                <c:pt idx="53">
                  <c:v>0.237859889864922</c:v>
                </c:pt>
                <c:pt idx="54">
                  <c:v>0.238621294498444</c:v>
                </c:pt>
                <c:pt idx="55">
                  <c:v>0.223288744688034</c:v>
                </c:pt>
                <c:pt idx="56">
                  <c:v>0.236076697707176</c:v>
                </c:pt>
                <c:pt idx="57">
                  <c:v>0.224948018789291</c:v>
                </c:pt>
                <c:pt idx="58">
                  <c:v>0.226798325777054</c:v>
                </c:pt>
                <c:pt idx="59">
                  <c:v>0.22838406264782</c:v>
                </c:pt>
                <c:pt idx="60">
                  <c:v>0.224451422691345</c:v>
                </c:pt>
                <c:pt idx="61">
                  <c:v>0.225634843111038</c:v>
                </c:pt>
                <c:pt idx="62">
                  <c:v>0.230298921465874</c:v>
                </c:pt>
                <c:pt idx="63">
                  <c:v>0.247444003820419</c:v>
                </c:pt>
                <c:pt idx="64">
                  <c:v>0.235829144716263</c:v>
                </c:pt>
                <c:pt idx="65">
                  <c:v>0.236756429076195</c:v>
                </c:pt>
                <c:pt idx="66">
                  <c:v>0.231900602579117</c:v>
                </c:pt>
                <c:pt idx="67">
                  <c:v>0.231586694717407</c:v>
                </c:pt>
                <c:pt idx="68">
                  <c:v>0.214794382452965</c:v>
                </c:pt>
                <c:pt idx="69">
                  <c:v>0.219953402876854</c:v>
                </c:pt>
                <c:pt idx="70">
                  <c:v>0.216086015105247</c:v>
                </c:pt>
                <c:pt idx="71">
                  <c:v>0.231229215860367</c:v>
                </c:pt>
                <c:pt idx="72">
                  <c:v>0.222184330224991</c:v>
                </c:pt>
                <c:pt idx="73">
                  <c:v>0.222102388739586</c:v>
                </c:pt>
                <c:pt idx="74">
                  <c:v>0.212064489722252</c:v>
                </c:pt>
                <c:pt idx="75">
                  <c:v>0.209723353385925</c:v>
                </c:pt>
                <c:pt idx="76">
                  <c:v>0.222120821475983</c:v>
                </c:pt>
                <c:pt idx="77">
                  <c:v>0.211551830172539</c:v>
                </c:pt>
                <c:pt idx="78">
                  <c:v>0.217886418104172</c:v>
                </c:pt>
                <c:pt idx="79">
                  <c:v>0.216623887419701</c:v>
                </c:pt>
                <c:pt idx="80">
                  <c:v>0.205689951777458</c:v>
                </c:pt>
                <c:pt idx="81">
                  <c:v>0.224705740809441</c:v>
                </c:pt>
                <c:pt idx="82">
                  <c:v>0.226050436496735</c:v>
                </c:pt>
                <c:pt idx="83">
                  <c:v>0.216807052493095</c:v>
                </c:pt>
                <c:pt idx="84">
                  <c:v>0.225229203701019</c:v>
                </c:pt>
                <c:pt idx="85">
                  <c:v>0.228570848703384</c:v>
                </c:pt>
                <c:pt idx="86">
                  <c:v>0.213531374931335</c:v>
                </c:pt>
                <c:pt idx="87">
                  <c:v>0.212686330080032</c:v>
                </c:pt>
                <c:pt idx="88">
                  <c:v>0.229979142546654</c:v>
                </c:pt>
                <c:pt idx="89">
                  <c:v>0.207401037216187</c:v>
                </c:pt>
                <c:pt idx="90">
                  <c:v>0.220176726579666</c:v>
                </c:pt>
                <c:pt idx="91">
                  <c:v>0.205325648188591</c:v>
                </c:pt>
                <c:pt idx="92">
                  <c:v>0.211506098508835</c:v>
                </c:pt>
                <c:pt idx="93">
                  <c:v>0.216953724622726</c:v>
                </c:pt>
                <c:pt idx="94">
                  <c:v>0.203391119837761</c:v>
                </c:pt>
                <c:pt idx="95">
                  <c:v>0.193958342075348</c:v>
                </c:pt>
                <c:pt idx="96">
                  <c:v>0.189541339874268</c:v>
                </c:pt>
                <c:pt idx="97">
                  <c:v>0.203371196985245</c:v>
                </c:pt>
                <c:pt idx="98">
                  <c:v>0.215816646814346</c:v>
                </c:pt>
                <c:pt idx="99">
                  <c:v>0.201076418161392</c:v>
                </c:pt>
                <c:pt idx="100">
                  <c:v>0.211982637643814</c:v>
                </c:pt>
                <c:pt idx="101">
                  <c:v>0.206935942173004</c:v>
                </c:pt>
                <c:pt idx="102">
                  <c:v>0.200124189257622</c:v>
                </c:pt>
                <c:pt idx="103">
                  <c:v>0.205845147371292</c:v>
                </c:pt>
                <c:pt idx="104">
                  <c:v>0.200377225875854</c:v>
                </c:pt>
                <c:pt idx="105">
                  <c:v>0.213903307914734</c:v>
                </c:pt>
                <c:pt idx="106">
                  <c:v>0.205972284078598</c:v>
                </c:pt>
                <c:pt idx="107">
                  <c:v>0.206704720854759</c:v>
                </c:pt>
                <c:pt idx="108">
                  <c:v>0.209483534097672</c:v>
                </c:pt>
                <c:pt idx="109">
                  <c:v>0.201256737112999</c:v>
                </c:pt>
                <c:pt idx="110">
                  <c:v>0.200525045394897</c:v>
                </c:pt>
                <c:pt idx="111">
                  <c:v>0.201970964670181</c:v>
                </c:pt>
                <c:pt idx="112">
                  <c:v>0.200312793254852</c:v>
                </c:pt>
                <c:pt idx="113">
                  <c:v>0.205116361379623</c:v>
                </c:pt>
                <c:pt idx="114">
                  <c:v>0.206511169672012</c:v>
                </c:pt>
                <c:pt idx="115">
                  <c:v>0.196030110120773</c:v>
                </c:pt>
                <c:pt idx="116">
                  <c:v>0.200396880507469</c:v>
                </c:pt>
                <c:pt idx="117">
                  <c:v>0.197668671607971</c:v>
                </c:pt>
                <c:pt idx="118">
                  <c:v>0.197448834776878</c:v>
                </c:pt>
                <c:pt idx="119">
                  <c:v>0.202265009284019</c:v>
                </c:pt>
              </c:numCache>
            </c:numRef>
          </c:yVal>
          <c:smooth val="0"/>
        </c:ser>
        <c:ser>
          <c:idx val="1"/>
          <c:order val="1"/>
          <c:tx>
            <c:v>2718</c:v>
          </c:tx>
          <c:spPr>
            <a:ln xmlns:a="http://schemas.openxmlformats.org/drawingml/2006/main" w="7620">
              <a:solidFill>
                <a:srgbClr val="E9B7A9"/>
              </a:solidFill>
            </a:ln>
          </c:spPr>
          <c:marker>
            <c:symbol val="none"/>
          </c:marker>
          <c:xVal>
            <c:numRef>
              <c:f>'Chart Data'!$C$2:$C$121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Data'!$D$2:$D$121</c:f>
              <c:numCache>
                <c:formatCode>0.00</c:formatCode>
                <c:ptCount val="120"/>
                <c:pt idx="0">
                  <c:v>1.86440181732178</c:v>
                </c:pt>
                <c:pt idx="1">
                  <c:v>1.65351033210754</c:v>
                </c:pt>
                <c:pt idx="2">
                  <c:v>1.40584540367126</c:v>
                </c:pt>
                <c:pt idx="3">
                  <c:v>1.28230357170105</c:v>
                </c:pt>
                <c:pt idx="4">
                  <c:v>1.16759467124939</c:v>
                </c:pt>
                <c:pt idx="5">
                  <c:v>1.12575435638428</c:v>
                </c:pt>
                <c:pt idx="6">
                  <c:v>1.09113168716431</c:v>
                </c:pt>
                <c:pt idx="7">
                  <c:v>0.994549870491028</c:v>
                </c:pt>
                <c:pt idx="8">
                  <c:v>0.901520431041718</c:v>
                </c:pt>
                <c:pt idx="9">
                  <c:v>0.824705004692078</c:v>
                </c:pt>
                <c:pt idx="10">
                  <c:v>0.790246725082397</c:v>
                </c:pt>
                <c:pt idx="11">
                  <c:v>0.73400342464447</c:v>
                </c:pt>
                <c:pt idx="12">
                  <c:v>0.712414920330048</c:v>
                </c:pt>
                <c:pt idx="13">
                  <c:v>0.668136775493622</c:v>
                </c:pt>
                <c:pt idx="14">
                  <c:v>0.651877462863922</c:v>
                </c:pt>
                <c:pt idx="15">
                  <c:v>0.604374051094055</c:v>
                </c:pt>
                <c:pt idx="16">
                  <c:v>0.614683628082275</c:v>
                </c:pt>
                <c:pt idx="17">
                  <c:v>0.592386662960052</c:v>
                </c:pt>
                <c:pt idx="18">
                  <c:v>0.541100382804871</c:v>
                </c:pt>
                <c:pt idx="19">
                  <c:v>0.531730890274048</c:v>
                </c:pt>
                <c:pt idx="20">
                  <c:v>0.502961218357086</c:v>
                </c:pt>
                <c:pt idx="21">
                  <c:v>0.491362392902374</c:v>
                </c:pt>
                <c:pt idx="22">
                  <c:v>0.473103582859039</c:v>
                </c:pt>
                <c:pt idx="23">
                  <c:v>0.453775882720947</c:v>
                </c:pt>
                <c:pt idx="24">
                  <c:v>0.451775550842285</c:v>
                </c:pt>
                <c:pt idx="25">
                  <c:v>0.437863290309906</c:v>
                </c:pt>
                <c:pt idx="26">
                  <c:v>0.450187921524048</c:v>
                </c:pt>
                <c:pt idx="27">
                  <c:v>0.423844993114471</c:v>
                </c:pt>
                <c:pt idx="28">
                  <c:v>0.414862334728241</c:v>
                </c:pt>
                <c:pt idx="29">
                  <c:v>0.430269837379456</c:v>
                </c:pt>
                <c:pt idx="30">
                  <c:v>0.422934055328369</c:v>
                </c:pt>
                <c:pt idx="31">
                  <c:v>0.425689339637756</c:v>
                </c:pt>
                <c:pt idx="32">
                  <c:v>0.405291050672531</c:v>
                </c:pt>
                <c:pt idx="33">
                  <c:v>0.380073249340057</c:v>
                </c:pt>
                <c:pt idx="34">
                  <c:v>0.371334731578827</c:v>
                </c:pt>
                <c:pt idx="35">
                  <c:v>0.399290025234222</c:v>
                </c:pt>
                <c:pt idx="36">
                  <c:v>0.401550710201263</c:v>
                </c:pt>
                <c:pt idx="37">
                  <c:v>0.392222136259079</c:v>
                </c:pt>
                <c:pt idx="38">
                  <c:v>0.381552189588547</c:v>
                </c:pt>
                <c:pt idx="39">
                  <c:v>0.367602199316025</c:v>
                </c:pt>
                <c:pt idx="40">
                  <c:v>0.382152289152145</c:v>
                </c:pt>
                <c:pt idx="41">
                  <c:v>0.377964496612549</c:v>
                </c:pt>
                <c:pt idx="42">
                  <c:v>0.386873334646225</c:v>
                </c:pt>
                <c:pt idx="43">
                  <c:v>0.359438538551331</c:v>
                </c:pt>
                <c:pt idx="44">
                  <c:v>0.358161449432373</c:v>
                </c:pt>
                <c:pt idx="45">
                  <c:v>0.354239672422409</c:v>
                </c:pt>
                <c:pt idx="46">
                  <c:v>0.343929052352905</c:v>
                </c:pt>
                <c:pt idx="47">
                  <c:v>0.375814139842987</c:v>
                </c:pt>
                <c:pt idx="48">
                  <c:v>0.368893146514893</c:v>
                </c:pt>
                <c:pt idx="49">
                  <c:v>0.348310202360153</c:v>
                </c:pt>
                <c:pt idx="50">
                  <c:v>0.345644593238831</c:v>
                </c:pt>
                <c:pt idx="51">
                  <c:v>0.341263949871063</c:v>
                </c:pt>
                <c:pt idx="52">
                  <c:v>0.353834837675095</c:v>
                </c:pt>
                <c:pt idx="53">
                  <c:v>0.341992199420929</c:v>
                </c:pt>
                <c:pt idx="54">
                  <c:v>0.327668309211731</c:v>
                </c:pt>
                <c:pt idx="55">
                  <c:v>0.346167623996735</c:v>
                </c:pt>
                <c:pt idx="56">
                  <c:v>0.336727231740952</c:v>
                </c:pt>
                <c:pt idx="57">
                  <c:v>0.346530437469482</c:v>
                </c:pt>
                <c:pt idx="58">
                  <c:v>0.341321289539337</c:v>
                </c:pt>
                <c:pt idx="59">
                  <c:v>0.334095001220703</c:v>
                </c:pt>
                <c:pt idx="60">
                  <c:v>0.345482438802719</c:v>
                </c:pt>
                <c:pt idx="61">
                  <c:v>0.332826852798462</c:v>
                </c:pt>
                <c:pt idx="62">
                  <c:v>0.344293683767319</c:v>
                </c:pt>
                <c:pt idx="63">
                  <c:v>0.342128694057465</c:v>
                </c:pt>
                <c:pt idx="64">
                  <c:v>0.318918138742447</c:v>
                </c:pt>
                <c:pt idx="65">
                  <c:v>0.334420263767242</c:v>
                </c:pt>
                <c:pt idx="66">
                  <c:v>0.347684323787689</c:v>
                </c:pt>
                <c:pt idx="67">
                  <c:v>0.337215900421143</c:v>
                </c:pt>
                <c:pt idx="68">
                  <c:v>0.325208872556686</c:v>
                </c:pt>
                <c:pt idx="69">
                  <c:v>0.33480566740036</c:v>
                </c:pt>
                <c:pt idx="70">
                  <c:v>0.325296849012375</c:v>
                </c:pt>
                <c:pt idx="71">
                  <c:v>0.332038372755051</c:v>
                </c:pt>
                <c:pt idx="72">
                  <c:v>0.321812093257904</c:v>
                </c:pt>
                <c:pt idx="73">
                  <c:v>0.3405721783638</c:v>
                </c:pt>
                <c:pt idx="74">
                  <c:v>0.34865865111351</c:v>
                </c:pt>
                <c:pt idx="75">
                  <c:v>0.333381116390228</c:v>
                </c:pt>
                <c:pt idx="76">
                  <c:v>0.332094877958298</c:v>
                </c:pt>
                <c:pt idx="77">
                  <c:v>0.341773241758347</c:v>
                </c:pt>
                <c:pt idx="78">
                  <c:v>0.342119067907333</c:v>
                </c:pt>
                <c:pt idx="79">
                  <c:v>0.348946899175644</c:v>
                </c:pt>
                <c:pt idx="80">
                  <c:v>0.347909450531006</c:v>
                </c:pt>
                <c:pt idx="81">
                  <c:v>0.331919610500336</c:v>
                </c:pt>
                <c:pt idx="82">
                  <c:v>0.342439770698547</c:v>
                </c:pt>
                <c:pt idx="83">
                  <c:v>0.350661247968674</c:v>
                </c:pt>
                <c:pt idx="84">
                  <c:v>0.34901088476181</c:v>
                </c:pt>
                <c:pt idx="85">
                  <c:v>0.344707608222961</c:v>
                </c:pt>
                <c:pt idx="86">
                  <c:v>0.339549124240875</c:v>
                </c:pt>
                <c:pt idx="87">
                  <c:v>0.33880227804184</c:v>
                </c:pt>
                <c:pt idx="88">
                  <c:v>0.333770990371704</c:v>
                </c:pt>
                <c:pt idx="89">
                  <c:v>0.3330919444561</c:v>
                </c:pt>
                <c:pt idx="90">
                  <c:v>0.338769376277924</c:v>
                </c:pt>
                <c:pt idx="91">
                  <c:v>0.340826869010925</c:v>
                </c:pt>
                <c:pt idx="92">
                  <c:v>0.338543474674225</c:v>
                </c:pt>
                <c:pt idx="93">
                  <c:v>0.345622599124908</c:v>
                </c:pt>
                <c:pt idx="94">
                  <c:v>0.346896350383759</c:v>
                </c:pt>
                <c:pt idx="95">
                  <c:v>0.322207927703857</c:v>
                </c:pt>
                <c:pt idx="96">
                  <c:v>0.337282776832581</c:v>
                </c:pt>
                <c:pt idx="97">
                  <c:v>0.324082732200623</c:v>
                </c:pt>
                <c:pt idx="98">
                  <c:v>0.333099871873856</c:v>
                </c:pt>
                <c:pt idx="99">
                  <c:v>0.336230725049973</c:v>
                </c:pt>
                <c:pt idx="100">
                  <c:v>0.333484053611755</c:v>
                </c:pt>
                <c:pt idx="101">
                  <c:v>0.329763829708099</c:v>
                </c:pt>
                <c:pt idx="102">
                  <c:v>0.328668355941772</c:v>
                </c:pt>
                <c:pt idx="103">
                  <c:v>0.323731958866119</c:v>
                </c:pt>
                <c:pt idx="104">
                  <c:v>0.334260225296021</c:v>
                </c:pt>
                <c:pt idx="105">
                  <c:v>0.329823017120361</c:v>
                </c:pt>
                <c:pt idx="106">
                  <c:v>0.336816608905792</c:v>
                </c:pt>
                <c:pt idx="107">
                  <c:v>0.342825591564178</c:v>
                </c:pt>
                <c:pt idx="108">
                  <c:v>0.34161788225174</c:v>
                </c:pt>
                <c:pt idx="109">
                  <c:v>0.329216331243515</c:v>
                </c:pt>
                <c:pt idx="110">
                  <c:v>0.338869541883469</c:v>
                </c:pt>
                <c:pt idx="111">
                  <c:v>0.332247048616409</c:v>
                </c:pt>
                <c:pt idx="112">
                  <c:v>0.324677228927612</c:v>
                </c:pt>
                <c:pt idx="113">
                  <c:v>0.329536736011505</c:v>
                </c:pt>
                <c:pt idx="114">
                  <c:v>0.331076502799988</c:v>
                </c:pt>
                <c:pt idx="115">
                  <c:v>0.336737602949142</c:v>
                </c:pt>
                <c:pt idx="116">
                  <c:v>0.339140892028809</c:v>
                </c:pt>
                <c:pt idx="117">
                  <c:v>0.33032238483429</c:v>
                </c:pt>
                <c:pt idx="118">
                  <c:v>0.331383228302002</c:v>
                </c:pt>
                <c:pt idx="119">
                  <c:v>0.330716341733932</c:v>
                </c:pt>
              </c:numCache>
            </c:numRef>
          </c:yVal>
          <c:smooth val="0"/>
        </c:ser>
        <c:ser>
          <c:idx val="2"/>
          <c:order val="2"/>
          <c:tx>
            <c:v>3141</c:v>
          </c:tx>
          <c:spPr>
            <a:ln xmlns:a="http://schemas.openxmlformats.org/drawingml/2006/main" w="7620">
              <a:solidFill>
                <a:srgbClr val="A5B4D1"/>
              </a:solidFill>
            </a:ln>
          </c:spPr>
          <c:marker>
            <c:symbol val="none"/>
          </c:marker>
          <c:xVal>
            <c:numRef>
              <c:f>'Chart Data'!$E$2:$E$121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Data'!$F$2:$F$121</c:f>
              <c:numCache>
                <c:formatCode>0.00</c:formatCode>
                <c:ptCount val="120"/>
                <c:pt idx="0">
                  <c:v>1.90808272361755</c:v>
                </c:pt>
                <c:pt idx="1">
                  <c:v>1.63663363456726</c:v>
                </c:pt>
                <c:pt idx="2">
                  <c:v>1.39389967918396</c:v>
                </c:pt>
                <c:pt idx="3">
                  <c:v>1.25192356109619</c:v>
                </c:pt>
                <c:pt idx="4">
                  <c:v>1.11578941345215</c:v>
                </c:pt>
                <c:pt idx="5">
                  <c:v>1.00232124328613</c:v>
                </c:pt>
                <c:pt idx="6">
                  <c:v>0.938017249107361</c:v>
                </c:pt>
                <c:pt idx="7">
                  <c:v>0.851766228675842</c:v>
                </c:pt>
                <c:pt idx="8">
                  <c:v>0.765390634536743</c:v>
                </c:pt>
                <c:pt idx="9">
                  <c:v>0.692922711372375</c:v>
                </c:pt>
                <c:pt idx="10">
                  <c:v>0.651101589202881</c:v>
                </c:pt>
                <c:pt idx="11">
                  <c:v>0.59092903137207</c:v>
                </c:pt>
                <c:pt idx="12">
                  <c:v>0.584318220615387</c:v>
                </c:pt>
                <c:pt idx="13">
                  <c:v>0.626864492893219</c:v>
                </c:pt>
                <c:pt idx="14">
                  <c:v>0.570806980133057</c:v>
                </c:pt>
                <c:pt idx="15">
                  <c:v>0.55818122625351</c:v>
                </c:pt>
                <c:pt idx="16">
                  <c:v>0.53991961479187</c:v>
                </c:pt>
                <c:pt idx="17">
                  <c:v>0.558269739151001</c:v>
                </c:pt>
                <c:pt idx="18">
                  <c:v>0.48915633559227</c:v>
                </c:pt>
                <c:pt idx="19">
                  <c:v>0.478405922651291</c:v>
                </c:pt>
                <c:pt idx="20">
                  <c:v>0.435599148273468</c:v>
                </c:pt>
                <c:pt idx="21">
                  <c:v>0.43511837720871</c:v>
                </c:pt>
                <c:pt idx="22">
                  <c:v>0.415082901716232</c:v>
                </c:pt>
                <c:pt idx="23">
                  <c:v>0.430065363645554</c:v>
                </c:pt>
                <c:pt idx="24">
                  <c:v>0.42770129442215</c:v>
                </c:pt>
                <c:pt idx="25">
                  <c:v>0.43872281908989</c:v>
                </c:pt>
                <c:pt idx="26">
                  <c:v>0.419997453689575</c:v>
                </c:pt>
                <c:pt idx="27">
                  <c:v>0.42690098285675</c:v>
                </c:pt>
                <c:pt idx="28">
                  <c:v>0.42136162519455</c:v>
                </c:pt>
                <c:pt idx="29">
                  <c:v>0.410093903541565</c:v>
                </c:pt>
                <c:pt idx="30">
                  <c:v>0.3955197930336</c:v>
                </c:pt>
                <c:pt idx="31">
                  <c:v>0.385965317487717</c:v>
                </c:pt>
                <c:pt idx="32">
                  <c:v>0.397626638412476</c:v>
                </c:pt>
                <c:pt idx="33">
                  <c:v>0.399243474006653</c:v>
                </c:pt>
                <c:pt idx="34">
                  <c:v>0.397376745939255</c:v>
                </c:pt>
                <c:pt idx="35">
                  <c:v>0.375736445188522</c:v>
                </c:pt>
                <c:pt idx="36">
                  <c:v>0.424680411815643</c:v>
                </c:pt>
                <c:pt idx="37">
                  <c:v>0.374129861593246</c:v>
                </c:pt>
                <c:pt idx="38">
                  <c:v>0.404090493917465</c:v>
                </c:pt>
                <c:pt idx="39">
                  <c:v>0.390506267547607</c:v>
                </c:pt>
                <c:pt idx="40">
                  <c:v>0.408025979995728</c:v>
                </c:pt>
                <c:pt idx="41">
                  <c:v>0.405768990516663</c:v>
                </c:pt>
                <c:pt idx="42">
                  <c:v>0.395305037498474</c:v>
                </c:pt>
                <c:pt idx="43">
                  <c:v>0.419469088315964</c:v>
                </c:pt>
                <c:pt idx="44">
                  <c:v>0.395464420318604</c:v>
                </c:pt>
                <c:pt idx="45">
                  <c:v>0.385637372732162</c:v>
                </c:pt>
                <c:pt idx="46">
                  <c:v>0.374047219753265</c:v>
                </c:pt>
                <c:pt idx="47">
                  <c:v>0.355374187231064</c:v>
                </c:pt>
                <c:pt idx="48">
                  <c:v>0.370332062244415</c:v>
                </c:pt>
                <c:pt idx="49">
                  <c:v>0.363286733627319</c:v>
                </c:pt>
                <c:pt idx="50">
                  <c:v>0.379271268844604</c:v>
                </c:pt>
                <c:pt idx="51">
                  <c:v>0.396238088607788</c:v>
                </c:pt>
                <c:pt idx="52">
                  <c:v>0.396588265895844</c:v>
                </c:pt>
                <c:pt idx="53">
                  <c:v>0.403936743736267</c:v>
                </c:pt>
                <c:pt idx="54">
                  <c:v>0.385566592216492</c:v>
                </c:pt>
                <c:pt idx="55">
                  <c:v>0.365242183208466</c:v>
                </c:pt>
                <c:pt idx="56">
                  <c:v>0.363757491111755</c:v>
                </c:pt>
                <c:pt idx="57">
                  <c:v>0.372051298618317</c:v>
                </c:pt>
                <c:pt idx="58">
                  <c:v>0.371484935283661</c:v>
                </c:pt>
                <c:pt idx="59">
                  <c:v>0.363461971282959</c:v>
                </c:pt>
                <c:pt idx="60">
                  <c:v>0.37104457616806</c:v>
                </c:pt>
                <c:pt idx="61">
                  <c:v>0.383854001760483</c:v>
                </c:pt>
                <c:pt idx="62">
                  <c:v>0.369918286800385</c:v>
                </c:pt>
                <c:pt idx="63">
                  <c:v>0.362380504608154</c:v>
                </c:pt>
                <c:pt idx="64">
                  <c:v>0.360759615898132</c:v>
                </c:pt>
                <c:pt idx="65">
                  <c:v>0.346700727939606</c:v>
                </c:pt>
                <c:pt idx="66">
                  <c:v>0.360893905162811</c:v>
                </c:pt>
                <c:pt idx="67">
                  <c:v>0.346727311611176</c:v>
                </c:pt>
                <c:pt idx="68">
                  <c:v>0.366117298603058</c:v>
                </c:pt>
                <c:pt idx="69">
                  <c:v>0.342403382062912</c:v>
                </c:pt>
                <c:pt idx="70">
                  <c:v>0.354668706655502</c:v>
                </c:pt>
                <c:pt idx="71">
                  <c:v>0.361452668905258</c:v>
                </c:pt>
                <c:pt idx="72">
                  <c:v>0.346528232097626</c:v>
                </c:pt>
                <c:pt idx="73">
                  <c:v>0.358410567045212</c:v>
                </c:pt>
                <c:pt idx="74">
                  <c:v>0.359760582447052</c:v>
                </c:pt>
                <c:pt idx="75">
                  <c:v>0.354501575231552</c:v>
                </c:pt>
                <c:pt idx="76">
                  <c:v>0.336416959762573</c:v>
                </c:pt>
                <c:pt idx="77">
                  <c:v>0.35333725810051</c:v>
                </c:pt>
                <c:pt idx="78">
                  <c:v>0.334650456905365</c:v>
                </c:pt>
                <c:pt idx="79">
                  <c:v>0.33957239985466</c:v>
                </c:pt>
                <c:pt idx="80">
                  <c:v>0.347682684659958</c:v>
                </c:pt>
                <c:pt idx="81">
                  <c:v>0.332402378320694</c:v>
                </c:pt>
                <c:pt idx="82">
                  <c:v>0.340893864631653</c:v>
                </c:pt>
                <c:pt idx="83">
                  <c:v>0.351764261722565</c:v>
                </c:pt>
                <c:pt idx="84">
                  <c:v>0.349438518285751</c:v>
                </c:pt>
                <c:pt idx="85">
                  <c:v>0.349176406860352</c:v>
                </c:pt>
                <c:pt idx="86">
                  <c:v>0.357220143079758</c:v>
                </c:pt>
                <c:pt idx="87">
                  <c:v>0.356726884841919</c:v>
                </c:pt>
                <c:pt idx="88">
                  <c:v>0.363341063261032</c:v>
                </c:pt>
                <c:pt idx="89">
                  <c:v>0.353106588125229</c:v>
                </c:pt>
                <c:pt idx="90">
                  <c:v>0.337725639343262</c:v>
                </c:pt>
                <c:pt idx="91">
                  <c:v>0.344477713108063</c:v>
                </c:pt>
                <c:pt idx="92">
                  <c:v>0.340970635414124</c:v>
                </c:pt>
                <c:pt idx="93">
                  <c:v>0.330123364925385</c:v>
                </c:pt>
                <c:pt idx="94">
                  <c:v>0.343287438154221</c:v>
                </c:pt>
                <c:pt idx="95">
                  <c:v>0.336997240781784</c:v>
                </c:pt>
                <c:pt idx="96">
                  <c:v>0.357117384672165</c:v>
                </c:pt>
                <c:pt idx="97">
                  <c:v>0.342520117759705</c:v>
                </c:pt>
                <c:pt idx="98">
                  <c:v>0.330447554588318</c:v>
                </c:pt>
                <c:pt idx="99">
                  <c:v>0.329755425453186</c:v>
                </c:pt>
                <c:pt idx="100">
                  <c:v>0.334773153066635</c:v>
                </c:pt>
                <c:pt idx="101">
                  <c:v>0.342662036418915</c:v>
                </c:pt>
                <c:pt idx="102">
                  <c:v>0.334794372320175</c:v>
                </c:pt>
                <c:pt idx="103">
                  <c:v>0.348945111036301</c:v>
                </c:pt>
                <c:pt idx="104">
                  <c:v>0.33262038230896</c:v>
                </c:pt>
                <c:pt idx="105">
                  <c:v>0.33306810259819</c:v>
                </c:pt>
                <c:pt idx="106">
                  <c:v>0.335219860076904</c:v>
                </c:pt>
                <c:pt idx="107">
                  <c:v>0.329761385917664</c:v>
                </c:pt>
                <c:pt idx="108">
                  <c:v>0.327413320541382</c:v>
                </c:pt>
                <c:pt idx="109">
                  <c:v>0.33674281835556</c:v>
                </c:pt>
                <c:pt idx="110">
                  <c:v>0.337743520736694</c:v>
                </c:pt>
                <c:pt idx="111">
                  <c:v>0.335844159126282</c:v>
                </c:pt>
                <c:pt idx="112">
                  <c:v>0.332516938447952</c:v>
                </c:pt>
                <c:pt idx="113">
                  <c:v>0.341908812522888</c:v>
                </c:pt>
                <c:pt idx="114">
                  <c:v>0.327383726835251</c:v>
                </c:pt>
                <c:pt idx="115">
                  <c:v>0.337673902511597</c:v>
                </c:pt>
                <c:pt idx="116">
                  <c:v>0.331481754779816</c:v>
                </c:pt>
                <c:pt idx="117">
                  <c:v>0.336594998836517</c:v>
                </c:pt>
                <c:pt idx="118">
                  <c:v>0.332590699195862</c:v>
                </c:pt>
                <c:pt idx="119">
                  <c:v>0.335126727819443</c:v>
                </c:pt>
              </c:numCache>
            </c:numRef>
          </c:yVal>
          <c:smooth val="0"/>
        </c:ser>
        <c:ser>
          <c:idx val="3"/>
          <c:order val="3"/>
          <c:tx>
            <c:v>5772</c:v>
          </c:tx>
          <c:spPr>
            <a:ln xmlns:a="http://schemas.openxmlformats.org/drawingml/2006/main" w="7620">
              <a:solidFill>
                <a:srgbClr val="BEB0C9"/>
              </a:solidFill>
            </a:ln>
          </c:spPr>
          <c:marker>
            <c:symbol val="none"/>
          </c:marker>
          <c:xVal>
            <c:numRef>
              <c:f>'Chart Data'!$G$2:$G$121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Data'!$H$2:$H$121</c:f>
              <c:numCache>
                <c:formatCode>0.00</c:formatCode>
                <c:ptCount val="120"/>
                <c:pt idx="0">
                  <c:v>1.91125416755676</c:v>
                </c:pt>
                <c:pt idx="1">
                  <c:v>1.58752572536469</c:v>
                </c:pt>
                <c:pt idx="2">
                  <c:v>1.38036322593689</c:v>
                </c:pt>
                <c:pt idx="3">
                  <c:v>1.27817511558533</c:v>
                </c:pt>
                <c:pt idx="4">
                  <c:v>1.14349734783173</c:v>
                </c:pt>
                <c:pt idx="5">
                  <c:v>1.08086204528809</c:v>
                </c:pt>
                <c:pt idx="6">
                  <c:v>0.972841739654541</c:v>
                </c:pt>
                <c:pt idx="7">
                  <c:v>0.891766011714935</c:v>
                </c:pt>
                <c:pt idx="8">
                  <c:v>0.857434928417206</c:v>
                </c:pt>
                <c:pt idx="9">
                  <c:v>0.754472613334656</c:v>
                </c:pt>
                <c:pt idx="10">
                  <c:v>0.728949725627899</c:v>
                </c:pt>
                <c:pt idx="11">
                  <c:v>0.660315334796906</c:v>
                </c:pt>
                <c:pt idx="12">
                  <c:v>0.63329666852951</c:v>
                </c:pt>
                <c:pt idx="13">
                  <c:v>0.640652060508728</c:v>
                </c:pt>
                <c:pt idx="14">
                  <c:v>0.550993025302887</c:v>
                </c:pt>
                <c:pt idx="15">
                  <c:v>0.524819254875183</c:v>
                </c:pt>
                <c:pt idx="16">
                  <c:v>0.525681912899017</c:v>
                </c:pt>
                <c:pt idx="17">
                  <c:v>0.501573801040649</c:v>
                </c:pt>
                <c:pt idx="18">
                  <c:v>0.481444597244263</c:v>
                </c:pt>
                <c:pt idx="19">
                  <c:v>0.469179332256317</c:v>
                </c:pt>
                <c:pt idx="20">
                  <c:v>0.467467397451401</c:v>
                </c:pt>
                <c:pt idx="21">
                  <c:v>0.451590150594711</c:v>
                </c:pt>
                <c:pt idx="22">
                  <c:v>0.411757826805115</c:v>
                </c:pt>
                <c:pt idx="23">
                  <c:v>0.419036477804184</c:v>
                </c:pt>
                <c:pt idx="24">
                  <c:v>0.428824871778488</c:v>
                </c:pt>
                <c:pt idx="25">
                  <c:v>0.444477915763855</c:v>
                </c:pt>
                <c:pt idx="26">
                  <c:v>0.434800386428833</c:v>
                </c:pt>
                <c:pt idx="27">
                  <c:v>0.424863159656525</c:v>
                </c:pt>
                <c:pt idx="28">
                  <c:v>0.415952056646347</c:v>
                </c:pt>
                <c:pt idx="29">
                  <c:v>0.407625406980515</c:v>
                </c:pt>
                <c:pt idx="30">
                  <c:v>0.436360120773315</c:v>
                </c:pt>
                <c:pt idx="31">
                  <c:v>0.412200331687927</c:v>
                </c:pt>
                <c:pt idx="32">
                  <c:v>0.392116278409958</c:v>
                </c:pt>
                <c:pt idx="33">
                  <c:v>0.422628700733185</c:v>
                </c:pt>
                <c:pt idx="34">
                  <c:v>0.424464404582977</c:v>
                </c:pt>
                <c:pt idx="35">
                  <c:v>0.45011180639267</c:v>
                </c:pt>
                <c:pt idx="36">
                  <c:v>0.42670139670372</c:v>
                </c:pt>
                <c:pt idx="37">
                  <c:v>0.413801550865173</c:v>
                </c:pt>
                <c:pt idx="38">
                  <c:v>0.437504380941391</c:v>
                </c:pt>
                <c:pt idx="39">
                  <c:v>0.418139576911926</c:v>
                </c:pt>
                <c:pt idx="40">
                  <c:v>0.412164211273193</c:v>
                </c:pt>
                <c:pt idx="41">
                  <c:v>0.419251650571823</c:v>
                </c:pt>
                <c:pt idx="42">
                  <c:v>0.431526392698288</c:v>
                </c:pt>
                <c:pt idx="43">
                  <c:v>0.402875900268555</c:v>
                </c:pt>
                <c:pt idx="44">
                  <c:v>0.381893575191498</c:v>
                </c:pt>
                <c:pt idx="45">
                  <c:v>0.394418478012085</c:v>
                </c:pt>
                <c:pt idx="46">
                  <c:v>0.382331609725952</c:v>
                </c:pt>
                <c:pt idx="47">
                  <c:v>0.393852233886719</c:v>
                </c:pt>
                <c:pt idx="48">
                  <c:v>0.399765491485596</c:v>
                </c:pt>
                <c:pt idx="49">
                  <c:v>0.397931069135666</c:v>
                </c:pt>
                <c:pt idx="50">
                  <c:v>0.378148168325424</c:v>
                </c:pt>
                <c:pt idx="51">
                  <c:v>0.380237340927124</c:v>
                </c:pt>
                <c:pt idx="52">
                  <c:v>0.373160928487778</c:v>
                </c:pt>
                <c:pt idx="53">
                  <c:v>0.364994704723358</c:v>
                </c:pt>
                <c:pt idx="54">
                  <c:v>0.354591459035873</c:v>
                </c:pt>
                <c:pt idx="55">
                  <c:v>0.371149122714996</c:v>
                </c:pt>
                <c:pt idx="56">
                  <c:v>0.372138142585754</c:v>
                </c:pt>
                <c:pt idx="57">
                  <c:v>0.37023052573204</c:v>
                </c:pt>
                <c:pt idx="58">
                  <c:v>0.374977231025696</c:v>
                </c:pt>
                <c:pt idx="59">
                  <c:v>0.379630029201508</c:v>
                </c:pt>
                <c:pt idx="60">
                  <c:v>0.388069093227386</c:v>
                </c:pt>
                <c:pt idx="61">
                  <c:v>0.388309687376022</c:v>
                </c:pt>
                <c:pt idx="62">
                  <c:v>0.352653682231903</c:v>
                </c:pt>
                <c:pt idx="63">
                  <c:v>0.364779680967331</c:v>
                </c:pt>
                <c:pt idx="64">
                  <c:v>0.351407736539841</c:v>
                </c:pt>
                <c:pt idx="65">
                  <c:v>0.365594804286957</c:v>
                </c:pt>
                <c:pt idx="66">
                  <c:v>0.361397594213486</c:v>
                </c:pt>
                <c:pt idx="67">
                  <c:v>0.347485721111298</c:v>
                </c:pt>
                <c:pt idx="68">
                  <c:v>0.340503692626953</c:v>
                </c:pt>
                <c:pt idx="69">
                  <c:v>0.346123576164246</c:v>
                </c:pt>
                <c:pt idx="70">
                  <c:v>0.347641795873642</c:v>
                </c:pt>
                <c:pt idx="71">
                  <c:v>0.339014619588852</c:v>
                </c:pt>
                <c:pt idx="72">
                  <c:v>0.348664253950119</c:v>
                </c:pt>
                <c:pt idx="73">
                  <c:v>0.333739042282104</c:v>
                </c:pt>
                <c:pt idx="74">
                  <c:v>0.311582237482071</c:v>
                </c:pt>
                <c:pt idx="75">
                  <c:v>0.32395139336586</c:v>
                </c:pt>
                <c:pt idx="76">
                  <c:v>0.330384224653244</c:v>
                </c:pt>
                <c:pt idx="77">
                  <c:v>0.325374752283096</c:v>
                </c:pt>
                <c:pt idx="78">
                  <c:v>0.329495996236801</c:v>
                </c:pt>
                <c:pt idx="79">
                  <c:v>0.326261758804321</c:v>
                </c:pt>
                <c:pt idx="80">
                  <c:v>0.343431323766708</c:v>
                </c:pt>
                <c:pt idx="81">
                  <c:v>0.342818200588226</c:v>
                </c:pt>
                <c:pt idx="82">
                  <c:v>0.326189577579498</c:v>
                </c:pt>
                <c:pt idx="83">
                  <c:v>0.33282396197319</c:v>
                </c:pt>
                <c:pt idx="84">
                  <c:v>0.344286888837814</c:v>
                </c:pt>
                <c:pt idx="85">
                  <c:v>0.329017817974091</c:v>
                </c:pt>
                <c:pt idx="86">
                  <c:v>0.330588638782501</c:v>
                </c:pt>
                <c:pt idx="87">
                  <c:v>0.328002989292145</c:v>
                </c:pt>
                <c:pt idx="88">
                  <c:v>0.324439823627472</c:v>
                </c:pt>
                <c:pt idx="89">
                  <c:v>0.331222623586655</c:v>
                </c:pt>
                <c:pt idx="90">
                  <c:v>0.31794473528862</c:v>
                </c:pt>
                <c:pt idx="91">
                  <c:v>0.31782341003418</c:v>
                </c:pt>
                <c:pt idx="92">
                  <c:v>0.316083639860153</c:v>
                </c:pt>
                <c:pt idx="93">
                  <c:v>0.31495213508606</c:v>
                </c:pt>
                <c:pt idx="94">
                  <c:v>0.309882462024689</c:v>
                </c:pt>
                <c:pt idx="95">
                  <c:v>0.316563487052917</c:v>
                </c:pt>
                <c:pt idx="96">
                  <c:v>0.323028564453125</c:v>
                </c:pt>
                <c:pt idx="97">
                  <c:v>0.313127815723419</c:v>
                </c:pt>
                <c:pt idx="98">
                  <c:v>0.31864196062088</c:v>
                </c:pt>
                <c:pt idx="99">
                  <c:v>0.310926556587219</c:v>
                </c:pt>
                <c:pt idx="100">
                  <c:v>0.31594306230545</c:v>
                </c:pt>
                <c:pt idx="101">
                  <c:v>0.311209321022034</c:v>
                </c:pt>
                <c:pt idx="102">
                  <c:v>0.312007904052734</c:v>
                </c:pt>
                <c:pt idx="103">
                  <c:v>0.3084477186203</c:v>
                </c:pt>
                <c:pt idx="104">
                  <c:v>0.315007299184799</c:v>
                </c:pt>
                <c:pt idx="105">
                  <c:v>0.308955430984497</c:v>
                </c:pt>
                <c:pt idx="106">
                  <c:v>0.312497019767761</c:v>
                </c:pt>
                <c:pt idx="107">
                  <c:v>0.314132690429688</c:v>
                </c:pt>
                <c:pt idx="108">
                  <c:v>0.320742696523666</c:v>
                </c:pt>
                <c:pt idx="109">
                  <c:v>0.309027045965195</c:v>
                </c:pt>
                <c:pt idx="110">
                  <c:v>0.319995641708374</c:v>
                </c:pt>
                <c:pt idx="111">
                  <c:v>0.306488752365112</c:v>
                </c:pt>
                <c:pt idx="112">
                  <c:v>0.314561009407043</c:v>
                </c:pt>
                <c:pt idx="113">
                  <c:v>0.313084274530411</c:v>
                </c:pt>
                <c:pt idx="114">
                  <c:v>0.306250661611557</c:v>
                </c:pt>
                <c:pt idx="115">
                  <c:v>0.29260516166687</c:v>
                </c:pt>
                <c:pt idx="116">
                  <c:v>0.304259717464447</c:v>
                </c:pt>
                <c:pt idx="117">
                  <c:v>0.310950517654419</c:v>
                </c:pt>
                <c:pt idx="118">
                  <c:v>0.312417685985565</c:v>
                </c:pt>
                <c:pt idx="119">
                  <c:v>0.304404199123383</c:v>
                </c:pt>
              </c:numCache>
            </c:numRef>
          </c:yVal>
          <c:smooth val="0"/>
        </c:ser>
        <c:ser>
          <c:idx val="4"/>
          <c:order val="4"/>
          <c:tx>
            <c:v>8111</c:v>
          </c:tx>
          <c:spPr>
            <a:ln xmlns:a="http://schemas.openxmlformats.org/drawingml/2006/main" w="7620">
              <a:solidFill>
                <a:srgbClr val="CCBB8F"/>
              </a:solidFill>
            </a:ln>
          </c:spPr>
          <c:marker>
            <c:symbol val="none"/>
          </c:marker>
          <c:xVal>
            <c:numRef>
              <c:f>'Chart Data'!$I$2:$I$121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Data'!$J$2:$J$121</c:f>
              <c:numCache>
                <c:formatCode>0.00</c:formatCode>
                <c:ptCount val="120"/>
                <c:pt idx="0">
                  <c:v>1.85163390636444</c:v>
                </c:pt>
                <c:pt idx="1">
                  <c:v>1.55983185768127</c:v>
                </c:pt>
                <c:pt idx="2">
                  <c:v>1.29949641227722</c:v>
                </c:pt>
                <c:pt idx="3">
                  <c:v>1.27087712287903</c:v>
                </c:pt>
                <c:pt idx="4">
                  <c:v>1.13228607177734</c:v>
                </c:pt>
                <c:pt idx="5">
                  <c:v>1.06929278373718</c:v>
                </c:pt>
                <c:pt idx="6">
                  <c:v>0.972798943519592</c:v>
                </c:pt>
                <c:pt idx="7">
                  <c:v>0.881149470806122</c:v>
                </c:pt>
                <c:pt idx="8">
                  <c:v>0.768659472465515</c:v>
                </c:pt>
                <c:pt idx="9">
                  <c:v>0.719483733177185</c:v>
                </c:pt>
                <c:pt idx="10">
                  <c:v>0.714182734489441</c:v>
                </c:pt>
                <c:pt idx="11">
                  <c:v>0.669897437095642</c:v>
                </c:pt>
                <c:pt idx="12">
                  <c:v>0.648749172687531</c:v>
                </c:pt>
                <c:pt idx="13">
                  <c:v>0.618742167949677</c:v>
                </c:pt>
                <c:pt idx="14">
                  <c:v>0.583743512630463</c:v>
                </c:pt>
                <c:pt idx="15">
                  <c:v>0.54876697063446</c:v>
                </c:pt>
                <c:pt idx="16">
                  <c:v>0.525087833404541</c:v>
                </c:pt>
                <c:pt idx="17">
                  <c:v>0.49087530374527</c:v>
                </c:pt>
                <c:pt idx="18">
                  <c:v>0.488468617200851</c:v>
                </c:pt>
                <c:pt idx="19">
                  <c:v>0.461901962757111</c:v>
                </c:pt>
                <c:pt idx="20">
                  <c:v>0.480086177587509</c:v>
                </c:pt>
                <c:pt idx="21">
                  <c:v>0.447638511657715</c:v>
                </c:pt>
                <c:pt idx="22">
                  <c:v>0.469552159309387</c:v>
                </c:pt>
                <c:pt idx="23">
                  <c:v>0.470520585775375</c:v>
                </c:pt>
                <c:pt idx="24">
                  <c:v>0.452723562717438</c:v>
                </c:pt>
                <c:pt idx="25">
                  <c:v>0.420421540737152</c:v>
                </c:pt>
                <c:pt idx="26">
                  <c:v>0.41488379240036</c:v>
                </c:pt>
                <c:pt idx="27">
                  <c:v>0.434188008308411</c:v>
                </c:pt>
                <c:pt idx="28">
                  <c:v>0.444223016500473</c:v>
                </c:pt>
                <c:pt idx="29">
                  <c:v>0.407827824354172</c:v>
                </c:pt>
                <c:pt idx="30">
                  <c:v>0.390545129776001</c:v>
                </c:pt>
                <c:pt idx="31">
                  <c:v>0.408131957054138</c:v>
                </c:pt>
                <c:pt idx="32">
                  <c:v>0.395586550235748</c:v>
                </c:pt>
                <c:pt idx="33">
                  <c:v>0.398747533559799</c:v>
                </c:pt>
                <c:pt idx="34">
                  <c:v>0.388377249240875</c:v>
                </c:pt>
                <c:pt idx="35">
                  <c:v>0.410689800977707</c:v>
                </c:pt>
                <c:pt idx="36">
                  <c:v>0.404800266027451</c:v>
                </c:pt>
                <c:pt idx="37">
                  <c:v>0.398377597332001</c:v>
                </c:pt>
                <c:pt idx="38">
                  <c:v>0.402471005916595</c:v>
                </c:pt>
                <c:pt idx="39">
                  <c:v>0.398802220821381</c:v>
                </c:pt>
                <c:pt idx="40">
                  <c:v>0.387822866439819</c:v>
                </c:pt>
                <c:pt idx="41">
                  <c:v>0.347801297903061</c:v>
                </c:pt>
                <c:pt idx="42">
                  <c:v>0.37735053896904</c:v>
                </c:pt>
                <c:pt idx="43">
                  <c:v>0.361076325178146</c:v>
                </c:pt>
                <c:pt idx="44">
                  <c:v>0.364738643169403</c:v>
                </c:pt>
                <c:pt idx="45">
                  <c:v>0.354805320501328</c:v>
                </c:pt>
                <c:pt idx="46">
                  <c:v>0.357248485088348</c:v>
                </c:pt>
                <c:pt idx="47">
                  <c:v>0.343267858028412</c:v>
                </c:pt>
                <c:pt idx="48">
                  <c:v>0.351363509893417</c:v>
                </c:pt>
                <c:pt idx="49">
                  <c:v>0.335010051727295</c:v>
                </c:pt>
                <c:pt idx="50">
                  <c:v>0.345928847789764</c:v>
                </c:pt>
                <c:pt idx="51">
                  <c:v>0.356013149023056</c:v>
                </c:pt>
                <c:pt idx="52">
                  <c:v>0.361612856388092</c:v>
                </c:pt>
                <c:pt idx="53">
                  <c:v>0.35309824347496</c:v>
                </c:pt>
                <c:pt idx="54">
                  <c:v>0.363882184028625</c:v>
                </c:pt>
                <c:pt idx="55">
                  <c:v>0.367230713367462</c:v>
                </c:pt>
                <c:pt idx="56">
                  <c:v>0.357202500104904</c:v>
                </c:pt>
                <c:pt idx="57">
                  <c:v>0.343256115913391</c:v>
                </c:pt>
                <c:pt idx="58">
                  <c:v>0.362533926963806</c:v>
                </c:pt>
                <c:pt idx="59">
                  <c:v>0.346564471721649</c:v>
                </c:pt>
                <c:pt idx="60">
                  <c:v>0.329224079847336</c:v>
                </c:pt>
                <c:pt idx="61">
                  <c:v>0.336303174495697</c:v>
                </c:pt>
                <c:pt idx="62">
                  <c:v>0.331745654344559</c:v>
                </c:pt>
                <c:pt idx="63">
                  <c:v>0.333073735237122</c:v>
                </c:pt>
                <c:pt idx="64">
                  <c:v>0.316909492015839</c:v>
                </c:pt>
                <c:pt idx="65">
                  <c:v>0.344118237495422</c:v>
                </c:pt>
                <c:pt idx="66">
                  <c:v>0.330401033163071</c:v>
                </c:pt>
                <c:pt idx="67">
                  <c:v>0.327659249305725</c:v>
                </c:pt>
                <c:pt idx="68">
                  <c:v>0.317072689533234</c:v>
                </c:pt>
                <c:pt idx="69">
                  <c:v>0.307147562503815</c:v>
                </c:pt>
                <c:pt idx="70">
                  <c:v>0.318592876195908</c:v>
                </c:pt>
                <c:pt idx="71">
                  <c:v>0.310971617698669</c:v>
                </c:pt>
                <c:pt idx="72">
                  <c:v>0.315066009759903</c:v>
                </c:pt>
                <c:pt idx="73">
                  <c:v>0.308734208345413</c:v>
                </c:pt>
                <c:pt idx="74">
                  <c:v>0.321146667003632</c:v>
                </c:pt>
                <c:pt idx="75">
                  <c:v>0.318709284067154</c:v>
                </c:pt>
                <c:pt idx="76">
                  <c:v>0.316792875528336</c:v>
                </c:pt>
                <c:pt idx="77">
                  <c:v>0.313571035861969</c:v>
                </c:pt>
                <c:pt idx="78">
                  <c:v>0.31518965959549</c:v>
                </c:pt>
                <c:pt idx="79">
                  <c:v>0.337979555130005</c:v>
                </c:pt>
                <c:pt idx="80">
                  <c:v>0.308407992124557</c:v>
                </c:pt>
                <c:pt idx="81">
                  <c:v>0.318620055913925</c:v>
                </c:pt>
                <c:pt idx="82">
                  <c:v>0.315018624067307</c:v>
                </c:pt>
                <c:pt idx="83">
                  <c:v>0.312197804450989</c:v>
                </c:pt>
                <c:pt idx="84">
                  <c:v>0.31212455034256</c:v>
                </c:pt>
                <c:pt idx="85">
                  <c:v>0.30448454618454</c:v>
                </c:pt>
                <c:pt idx="86">
                  <c:v>0.306887924671173</c:v>
                </c:pt>
                <c:pt idx="87">
                  <c:v>0.302592009305954</c:v>
                </c:pt>
                <c:pt idx="88">
                  <c:v>0.304250508546829</c:v>
                </c:pt>
                <c:pt idx="89">
                  <c:v>0.315563470125198</c:v>
                </c:pt>
                <c:pt idx="90">
                  <c:v>0.29598331451416</c:v>
                </c:pt>
                <c:pt idx="91">
                  <c:v>0.299208998680115</c:v>
                </c:pt>
                <c:pt idx="92">
                  <c:v>0.297150135040283</c:v>
                </c:pt>
                <c:pt idx="93">
                  <c:v>0.312118381261826</c:v>
                </c:pt>
                <c:pt idx="94">
                  <c:v>0.299448698759079</c:v>
                </c:pt>
                <c:pt idx="95">
                  <c:v>0.306513249874115</c:v>
                </c:pt>
                <c:pt idx="96">
                  <c:v>0.302367031574249</c:v>
                </c:pt>
                <c:pt idx="97">
                  <c:v>0.29291507601738</c:v>
                </c:pt>
                <c:pt idx="98">
                  <c:v>0.2828568816185</c:v>
                </c:pt>
                <c:pt idx="99">
                  <c:v>0.295817375183105</c:v>
                </c:pt>
                <c:pt idx="100">
                  <c:v>0.29475149512291</c:v>
                </c:pt>
                <c:pt idx="101">
                  <c:v>0.292632609605789</c:v>
                </c:pt>
                <c:pt idx="102">
                  <c:v>0.304200649261475</c:v>
                </c:pt>
                <c:pt idx="103">
                  <c:v>0.302302956581116</c:v>
                </c:pt>
                <c:pt idx="104">
                  <c:v>0.298760116100311</c:v>
                </c:pt>
                <c:pt idx="105">
                  <c:v>0.30758661031723</c:v>
                </c:pt>
                <c:pt idx="106">
                  <c:v>0.306051850318909</c:v>
                </c:pt>
                <c:pt idx="107">
                  <c:v>0.297735810279846</c:v>
                </c:pt>
                <c:pt idx="108">
                  <c:v>0.313214868307114</c:v>
                </c:pt>
                <c:pt idx="109">
                  <c:v>0.297986656427383</c:v>
                </c:pt>
                <c:pt idx="110">
                  <c:v>0.293804466724396</c:v>
                </c:pt>
                <c:pt idx="111">
                  <c:v>0.292855858802795</c:v>
                </c:pt>
                <c:pt idx="112">
                  <c:v>0.30309072136879</c:v>
                </c:pt>
                <c:pt idx="113">
                  <c:v>0.299040555953979</c:v>
                </c:pt>
                <c:pt idx="114">
                  <c:v>0.30101016163826</c:v>
                </c:pt>
                <c:pt idx="115">
                  <c:v>0.296382039785385</c:v>
                </c:pt>
                <c:pt idx="116">
                  <c:v>0.310337454080582</c:v>
                </c:pt>
                <c:pt idx="117">
                  <c:v>0.295172095298767</c:v>
                </c:pt>
                <c:pt idx="118">
                  <c:v>0.287961959838867</c:v>
                </c:pt>
                <c:pt idx="119">
                  <c:v>0.300375789403915</c:v>
                </c:pt>
              </c:numCache>
            </c:numRef>
          </c:yVal>
          <c:smooth val="0"/>
        </c:ser>
        <c:ser>
          <c:idx val="5"/>
          <c:order val="5"/>
          <c:tx>
            <c:v>Five-run mean</c:v>
          </c:tx>
          <c:spPr>
            <a:ln xmlns:a="http://schemas.openxmlformats.org/drawingml/2006/main" w="26670">
              <a:solidFill>
                <a:srgbClr val="137B73"/>
              </a:solidFill>
            </a:ln>
          </c:spPr>
          <c:marker>
            <c:symbol val="none"/>
          </c:marker>
          <c:xVal>
            <c:numRef>
              <c:f>'Chart Data'!$K$2:$K$121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Data'!$L$2:$L$121</c:f>
              <c:numCache>
                <c:formatCode>0.00</c:formatCode>
                <c:ptCount val="120"/>
                <c:pt idx="0">
                  <c:v>1.88116104602814</c:v>
                </c:pt>
                <c:pt idx="1">
                  <c:v>1.5941123008728</c:v>
                </c:pt>
                <c:pt idx="2">
                  <c:v>1.37513024806976</c:v>
                </c:pt>
                <c:pt idx="3">
                  <c:v>1.27925090789795</c:v>
                </c:pt>
                <c:pt idx="4">
                  <c:v>1.15398030281067</c:v>
                </c:pt>
                <c:pt idx="5">
                  <c:v>1.07921936511993</c:v>
                </c:pt>
                <c:pt idx="6">
                  <c:v>0.993258893489838</c:v>
                </c:pt>
                <c:pt idx="7">
                  <c:v>0.921968102455139</c:v>
                </c:pt>
                <c:pt idx="8">
                  <c:v>0.828705215454102</c:v>
                </c:pt>
                <c:pt idx="9">
                  <c:v>0.74595593214035</c:v>
                </c:pt>
                <c:pt idx="10">
                  <c:v>0.719703948497772</c:v>
                </c:pt>
                <c:pt idx="11">
                  <c:v>0.658632957935333</c:v>
                </c:pt>
                <c:pt idx="12">
                  <c:v>0.635512161254883</c:v>
                </c:pt>
                <c:pt idx="13">
                  <c:v>0.62079621553421</c:v>
                </c:pt>
                <c:pt idx="14">
                  <c:v>0.577913761138916</c:v>
                </c:pt>
                <c:pt idx="15">
                  <c:v>0.548412930965424</c:v>
                </c:pt>
                <c:pt idx="16">
                  <c:v>0.532753783464432</c:v>
                </c:pt>
                <c:pt idx="17">
                  <c:v>0.517888998985291</c:v>
                </c:pt>
                <c:pt idx="18">
                  <c:v>0.489219772815704</c:v>
                </c:pt>
                <c:pt idx="19">
                  <c:v>0.480055564641953</c:v>
                </c:pt>
                <c:pt idx="20">
                  <c:v>0.461718356609344</c:v>
                </c:pt>
                <c:pt idx="21">
                  <c:v>0.439850151538849</c:v>
                </c:pt>
                <c:pt idx="22">
                  <c:v>0.43443495631218</c:v>
                </c:pt>
                <c:pt idx="23">
                  <c:v>0.438066101074219</c:v>
                </c:pt>
                <c:pt idx="24">
                  <c:v>0.429725134372711</c:v>
                </c:pt>
                <c:pt idx="25">
                  <c:v>0.416058272123337</c:v>
                </c:pt>
                <c:pt idx="26">
                  <c:v>0.407804536819458</c:v>
                </c:pt>
                <c:pt idx="27">
                  <c:v>0.402093082666397</c:v>
                </c:pt>
                <c:pt idx="28">
                  <c:v>0.396987479925156</c:v>
                </c:pt>
                <c:pt idx="29">
                  <c:v>0.385387325286865</c:v>
                </c:pt>
                <c:pt idx="30">
                  <c:v>0.384569007158279</c:v>
                </c:pt>
                <c:pt idx="31">
                  <c:v>0.379455345869064</c:v>
                </c:pt>
                <c:pt idx="32">
                  <c:v>0.369870436191559</c:v>
                </c:pt>
                <c:pt idx="33">
                  <c:v>0.369014066457748</c:v>
                </c:pt>
                <c:pt idx="34">
                  <c:v>0.364125090837479</c:v>
                </c:pt>
                <c:pt idx="35">
                  <c:v>0.373222947120667</c:v>
                </c:pt>
                <c:pt idx="36">
                  <c:v>0.377965638041496</c:v>
                </c:pt>
                <c:pt idx="37">
                  <c:v>0.361638581752777</c:v>
                </c:pt>
                <c:pt idx="38">
                  <c:v>0.369960886240006</c:v>
                </c:pt>
                <c:pt idx="39">
                  <c:v>0.362242197990417</c:v>
                </c:pt>
                <c:pt idx="40">
                  <c:v>0.365169095993042</c:v>
                </c:pt>
                <c:pt idx="41">
                  <c:v>0.35932999253273</c:v>
                </c:pt>
                <c:pt idx="42">
                  <c:v>0.366759598255157</c:v>
                </c:pt>
                <c:pt idx="43">
                  <c:v>0.359084838628769</c:v>
                </c:pt>
                <c:pt idx="44">
                  <c:v>0.348304900527</c:v>
                </c:pt>
                <c:pt idx="45">
                  <c:v>0.34524157345295</c:v>
                </c:pt>
                <c:pt idx="46">
                  <c:v>0.342647832632065</c:v>
                </c:pt>
                <c:pt idx="47">
                  <c:v>0.343253973126411</c:v>
                </c:pt>
                <c:pt idx="48">
                  <c:v>0.345959451794624</c:v>
                </c:pt>
                <c:pt idx="49">
                  <c:v>0.338930785655975</c:v>
                </c:pt>
                <c:pt idx="50">
                  <c:v>0.337903264164925</c:v>
                </c:pt>
                <c:pt idx="51">
                  <c:v>0.343503493070602</c:v>
                </c:pt>
                <c:pt idx="52">
                  <c:v>0.347807800769806</c:v>
                </c:pt>
                <c:pt idx="53">
                  <c:v>0.340376356244087</c:v>
                </c:pt>
                <c:pt idx="54">
                  <c:v>0.334065967798233</c:v>
                </c:pt>
                <c:pt idx="55">
                  <c:v>0.334615677595139</c:v>
                </c:pt>
                <c:pt idx="56">
                  <c:v>0.333180412650108</c:v>
                </c:pt>
                <c:pt idx="57">
                  <c:v>0.331403279304504</c:v>
                </c:pt>
                <c:pt idx="58">
                  <c:v>0.335423141717911</c:v>
                </c:pt>
                <c:pt idx="59">
                  <c:v>0.330427107214928</c:v>
                </c:pt>
                <c:pt idx="60">
                  <c:v>0.331654322147369</c:v>
                </c:pt>
                <c:pt idx="61">
                  <c:v>0.33338571190834</c:v>
                </c:pt>
                <c:pt idx="62">
                  <c:v>0.325782045722008</c:v>
                </c:pt>
                <c:pt idx="63">
                  <c:v>0.329961323738098</c:v>
                </c:pt>
                <c:pt idx="64">
                  <c:v>0.316764825582504</c:v>
                </c:pt>
                <c:pt idx="65">
                  <c:v>0.325518092513084</c:v>
                </c:pt>
                <c:pt idx="66">
                  <c:v>0.326455491781235</c:v>
                </c:pt>
                <c:pt idx="67">
                  <c:v>0.31813497543335</c:v>
                </c:pt>
                <c:pt idx="68">
                  <c:v>0.312739387154579</c:v>
                </c:pt>
                <c:pt idx="69">
                  <c:v>0.310086718201637</c:v>
                </c:pt>
                <c:pt idx="70">
                  <c:v>0.312457248568535</c:v>
                </c:pt>
                <c:pt idx="71">
                  <c:v>0.314941298961639</c:v>
                </c:pt>
                <c:pt idx="72">
                  <c:v>0.310850983858108</c:v>
                </c:pt>
                <c:pt idx="73">
                  <c:v>0.312711676955223</c:v>
                </c:pt>
                <c:pt idx="74">
                  <c:v>0.310642525553703</c:v>
                </c:pt>
                <c:pt idx="75">
                  <c:v>0.308053344488144</c:v>
                </c:pt>
                <c:pt idx="76">
                  <c:v>0.307561951875687</c:v>
                </c:pt>
                <c:pt idx="77">
                  <c:v>0.309121623635292</c:v>
                </c:pt>
                <c:pt idx="78">
                  <c:v>0.307868319749832</c:v>
                </c:pt>
                <c:pt idx="79">
                  <c:v>0.313876900076866</c:v>
                </c:pt>
                <c:pt idx="80">
                  <c:v>0.310624280571938</c:v>
                </c:pt>
                <c:pt idx="81">
                  <c:v>0.310093197226524</c:v>
                </c:pt>
                <c:pt idx="82">
                  <c:v>0.310118454694748</c:v>
                </c:pt>
                <c:pt idx="83">
                  <c:v>0.312850865721703</c:v>
                </c:pt>
                <c:pt idx="84">
                  <c:v>0.316018009185791</c:v>
                </c:pt>
                <c:pt idx="85">
                  <c:v>0.311191445589066</c:v>
                </c:pt>
                <c:pt idx="86">
                  <c:v>0.309555441141129</c:v>
                </c:pt>
                <c:pt idx="87">
                  <c:v>0.307762098312378</c:v>
                </c:pt>
                <c:pt idx="88">
                  <c:v>0.311156305670738</c:v>
                </c:pt>
                <c:pt idx="89">
                  <c:v>0.308077132701874</c:v>
                </c:pt>
                <c:pt idx="90">
                  <c:v>0.302119958400726</c:v>
                </c:pt>
                <c:pt idx="91">
                  <c:v>0.301532527804375</c:v>
                </c:pt>
                <c:pt idx="92">
                  <c:v>0.300850796699524</c:v>
                </c:pt>
                <c:pt idx="93">
                  <c:v>0.303954041004181</c:v>
                </c:pt>
                <c:pt idx="94">
                  <c:v>0.300581213831902</c:v>
                </c:pt>
                <c:pt idx="95">
                  <c:v>0.295248049497604</c:v>
                </c:pt>
                <c:pt idx="96">
                  <c:v>0.301867419481277</c:v>
                </c:pt>
                <c:pt idx="97">
                  <c:v>0.295203387737274</c:v>
                </c:pt>
                <c:pt idx="98">
                  <c:v>0.29617258310318</c:v>
                </c:pt>
                <c:pt idx="99">
                  <c:v>0.294761300086975</c:v>
                </c:pt>
                <c:pt idx="100">
                  <c:v>0.298186880350113</c:v>
                </c:pt>
                <c:pt idx="101">
                  <c:v>0.296640747785568</c:v>
                </c:pt>
                <c:pt idx="102">
                  <c:v>0.295959094166756</c:v>
                </c:pt>
                <c:pt idx="103">
                  <c:v>0.297854578495026</c:v>
                </c:pt>
                <c:pt idx="104">
                  <c:v>0.296205049753189</c:v>
                </c:pt>
                <c:pt idx="105">
                  <c:v>0.298667293787003</c:v>
                </c:pt>
                <c:pt idx="106">
                  <c:v>0.299311524629593</c:v>
                </c:pt>
                <c:pt idx="107">
                  <c:v>0.298232039809227</c:v>
                </c:pt>
                <c:pt idx="108">
                  <c:v>0.302494460344315</c:v>
                </c:pt>
                <c:pt idx="109">
                  <c:v>0.294845917820931</c:v>
                </c:pt>
                <c:pt idx="110">
                  <c:v>0.298187643289566</c:v>
                </c:pt>
                <c:pt idx="111">
                  <c:v>0.293881356716156</c:v>
                </c:pt>
                <c:pt idx="112">
                  <c:v>0.29503173828125</c:v>
                </c:pt>
                <c:pt idx="113">
                  <c:v>0.297737348079681</c:v>
                </c:pt>
                <c:pt idx="114">
                  <c:v>0.294446444511414</c:v>
                </c:pt>
                <c:pt idx="115">
                  <c:v>0.291885763406754</c:v>
                </c:pt>
                <c:pt idx="116">
                  <c:v>0.297123339772224</c:v>
                </c:pt>
                <c:pt idx="117">
                  <c:v>0.294141733646393</c:v>
                </c:pt>
                <c:pt idx="118">
                  <c:v>0.292360481619835</c:v>
                </c:pt>
                <c:pt idx="119">
                  <c:v>0.294577613472939</c:v>
                </c:pt>
              </c:numCache>
            </c:numRef>
          </c:yVal>
          <c:smooth val="0"/>
        </c:ser>
        <c:ser>
          <c:idx val="6"/>
          <c:order val="6"/>
          <c:tx>
            <c:v>Mean - sample SD</c:v>
          </c:tx>
          <c:spPr>
            <a:ln xmlns:a="http://schemas.openxmlformats.org/drawingml/2006/main" w="12383">
              <a:solidFill>
                <a:srgbClr val="69A49D"/>
              </a:solidFill>
              <a:prstDash val="dash"/>
            </a:ln>
          </c:spPr>
          <c:marker>
            <c:symbol val="none"/>
          </c:marker>
          <c:xVal>
            <c:numRef>
              <c:f>'Chart Data'!$M$2:$M$121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Data'!$N$2:$N$121</c:f>
              <c:numCache>
                <c:formatCode>0.00</c:formatCode>
                <c:ptCount val="120"/>
                <c:pt idx="0">
                  <c:v>1.85424359983877</c:v>
                </c:pt>
                <c:pt idx="1">
                  <c:v>1.54341192938456</c:v>
                </c:pt>
                <c:pt idx="2">
                  <c:v>1.33188367623064</c:v>
                </c:pt>
                <c:pt idx="3">
                  <c:v>1.25708840590144</c:v>
                </c:pt>
                <c:pt idx="4">
                  <c:v>1.11708379107267</c:v>
                </c:pt>
                <c:pt idx="5">
                  <c:v>1.03004199472628</c:v>
                </c:pt>
                <c:pt idx="6">
                  <c:v>0.935230302659944</c:v>
                </c:pt>
                <c:pt idx="7">
                  <c:v>0.8558502032242</c:v>
                </c:pt>
                <c:pt idx="8">
                  <c:v>0.769086445527362</c:v>
                </c:pt>
                <c:pt idx="9">
                  <c:v>0.696338715135274</c:v>
                </c:pt>
                <c:pt idx="10">
                  <c:v>0.670129188712619</c:v>
                </c:pt>
                <c:pt idx="11">
                  <c:v>0.606625362556718</c:v>
                </c:pt>
                <c:pt idx="12">
                  <c:v>0.585352171078718</c:v>
                </c:pt>
                <c:pt idx="13">
                  <c:v>0.5767866120536</c:v>
                </c:pt>
                <c:pt idx="14">
                  <c:v>0.532157973358059</c:v>
                </c:pt>
                <c:pt idx="15">
                  <c:v>0.511032338495826</c:v>
                </c:pt>
                <c:pt idx="16">
                  <c:v>0.47707228436213</c:v>
                </c:pt>
                <c:pt idx="17">
                  <c:v>0.460235369336897</c:v>
                </c:pt>
                <c:pt idx="18">
                  <c:v>0.455209787988783</c:v>
                </c:pt>
                <c:pt idx="19">
                  <c:v>0.450215440727213</c:v>
                </c:pt>
                <c:pt idx="20">
                  <c:v>0.428956209842819</c:v>
                </c:pt>
                <c:pt idx="21">
                  <c:v>0.397214347151937</c:v>
                </c:pt>
                <c:pt idx="22">
                  <c:v>0.400428635668801</c:v>
                </c:pt>
                <c:pt idx="23">
                  <c:v>0.414759068091683</c:v>
                </c:pt>
                <c:pt idx="24">
                  <c:v>0.403293387906736</c:v>
                </c:pt>
                <c:pt idx="25">
                  <c:v>0.371945348760235</c:v>
                </c:pt>
                <c:pt idx="26">
                  <c:v>0.356367725589704</c:v>
                </c:pt>
                <c:pt idx="27">
                  <c:v>0.345250908787603</c:v>
                </c:pt>
                <c:pt idx="28">
                  <c:v>0.335210318554353</c:v>
                </c:pt>
                <c:pt idx="29">
                  <c:v>0.320811664552533</c:v>
                </c:pt>
                <c:pt idx="30">
                  <c:v>0.321766511062171</c:v>
                </c:pt>
                <c:pt idx="31">
                  <c:v>0.314055958120145</c:v>
                </c:pt>
                <c:pt idx="32">
                  <c:v>0.307554608415769</c:v>
                </c:pt>
                <c:pt idx="33">
                  <c:v>0.297724102882578</c:v>
                </c:pt>
                <c:pt idx="34">
                  <c:v>0.291625355942112</c:v>
                </c:pt>
                <c:pt idx="35">
                  <c:v>0.288913613631052</c:v>
                </c:pt>
                <c:pt idx="36">
                  <c:v>0.295637146766252</c:v>
                </c:pt>
                <c:pt idx="37">
                  <c:v>0.286505371296055</c:v>
                </c:pt>
                <c:pt idx="38">
                  <c:v>0.286043617087357</c:v>
                </c:pt>
                <c:pt idx="39">
                  <c:v>0.2894663825987</c:v>
                </c:pt>
                <c:pt idx="40">
                  <c:v>0.291660138984483</c:v>
                </c:pt>
                <c:pt idx="41">
                  <c:v>0.290225036189053</c:v>
                </c:pt>
                <c:pt idx="42">
                  <c:v>0.294464189785656</c:v>
                </c:pt>
                <c:pt idx="43">
                  <c:v>0.294056724971163</c:v>
                </c:pt>
                <c:pt idx="44">
                  <c:v>0.286708073676393</c:v>
                </c:pt>
                <c:pt idx="45">
                  <c:v>0.282162851888752</c:v>
                </c:pt>
                <c:pt idx="46">
                  <c:v>0.291808719228</c:v>
                </c:pt>
                <c:pt idx="47">
                  <c:v>0.286579653909222</c:v>
                </c:pt>
                <c:pt idx="48">
                  <c:v>0.283931199472959</c:v>
                </c:pt>
                <c:pt idx="49">
                  <c:v>0.2840088404665</c:v>
                </c:pt>
                <c:pt idx="50">
                  <c:v>0.281030309403086</c:v>
                </c:pt>
                <c:pt idx="51">
                  <c:v>0.283838595993634</c:v>
                </c:pt>
                <c:pt idx="52">
                  <c:v>0.292856072807717</c:v>
                </c:pt>
                <c:pt idx="53">
                  <c:v>0.278489222721115</c:v>
                </c:pt>
                <c:pt idx="54">
                  <c:v>0.276809456044094</c:v>
                </c:pt>
                <c:pt idx="55">
                  <c:v>0.27164038586694</c:v>
                </c:pt>
                <c:pt idx="56">
                  <c:v>0.277342624110322</c:v>
                </c:pt>
                <c:pt idx="57">
                  <c:v>0.27044866569637</c:v>
                </c:pt>
                <c:pt idx="58">
                  <c:v>0.273306090116308</c:v>
                </c:pt>
                <c:pt idx="59">
                  <c:v>0.270847579060964</c:v>
                </c:pt>
                <c:pt idx="60">
                  <c:v>0.267576628978306</c:v>
                </c:pt>
                <c:pt idx="61">
                  <c:v>0.267844188810763</c:v>
                </c:pt>
                <c:pt idx="62">
                  <c:v>0.270633688960712</c:v>
                </c:pt>
                <c:pt idx="63">
                  <c:v>0.281924459298763</c:v>
                </c:pt>
                <c:pt idx="64">
                  <c:v>0.267543603082098</c:v>
                </c:pt>
                <c:pt idx="65">
                  <c:v>0.274629258244885</c:v>
                </c:pt>
                <c:pt idx="66">
                  <c:v>0.272109809993706</c:v>
                </c:pt>
                <c:pt idx="67">
                  <c:v>0.269082997017518</c:v>
                </c:pt>
                <c:pt idx="68">
                  <c:v>0.254887101956278</c:v>
                </c:pt>
                <c:pt idx="69">
                  <c:v>0.257440014809873</c:v>
                </c:pt>
                <c:pt idx="70">
                  <c:v>0.256533918311683</c:v>
                </c:pt>
                <c:pt idx="71">
                  <c:v>0.26479497940867</c:v>
                </c:pt>
                <c:pt idx="72">
                  <c:v>0.259124788207071</c:v>
                </c:pt>
                <c:pt idx="73">
                  <c:v>0.259016682881588</c:v>
                </c:pt>
                <c:pt idx="74">
                  <c:v>0.252147528951317</c:v>
                </c:pt>
                <c:pt idx="75">
                  <c:v>0.25140968128274</c:v>
                </c:pt>
                <c:pt idx="76">
                  <c:v>0.25923822894243</c:v>
                </c:pt>
                <c:pt idx="77">
                  <c:v>0.252497917130011</c:v>
                </c:pt>
                <c:pt idx="78">
                  <c:v>0.256612837967158</c:v>
                </c:pt>
                <c:pt idx="79">
                  <c:v>0.258916380786144</c:v>
                </c:pt>
                <c:pt idx="80">
                  <c:v>0.249681814692961</c:v>
                </c:pt>
                <c:pt idx="81">
                  <c:v>0.261593860233712</c:v>
                </c:pt>
                <c:pt idx="82">
                  <c:v>0.261792691225869</c:v>
                </c:pt>
                <c:pt idx="83">
                  <c:v>0.256798117090685</c:v>
                </c:pt>
                <c:pt idx="84">
                  <c:v>0.262955885106625</c:v>
                </c:pt>
                <c:pt idx="85">
                  <c:v>0.261807451415191</c:v>
                </c:pt>
                <c:pt idx="86">
                  <c:v>0.252894879073259</c:v>
                </c:pt>
                <c:pt idx="87">
                  <c:v>0.251112146259264</c:v>
                </c:pt>
                <c:pt idx="88">
                  <c:v>0.261035086150011</c:v>
                </c:pt>
                <c:pt idx="89">
                  <c:v>0.250239368521842</c:v>
                </c:pt>
                <c:pt idx="90">
                  <c:v>0.253095169902607</c:v>
                </c:pt>
                <c:pt idx="91">
                  <c:v>0.24471068009496</c:v>
                </c:pt>
                <c:pt idx="92">
                  <c:v>0.24779764190726</c:v>
                </c:pt>
                <c:pt idx="93">
                  <c:v>0.253511569251443</c:v>
                </c:pt>
                <c:pt idx="94">
                  <c:v>0.242480818720058</c:v>
                </c:pt>
                <c:pt idx="95">
                  <c:v>0.23756207318368</c:v>
                </c:pt>
                <c:pt idx="96">
                  <c:v>0.235965981677239</c:v>
                </c:pt>
                <c:pt idx="97">
                  <c:v>0.240814597016843</c:v>
                </c:pt>
                <c:pt idx="98">
                  <c:v>0.246985044907065</c:v>
                </c:pt>
                <c:pt idx="99">
                  <c:v>0.240026507836877</c:v>
                </c:pt>
                <c:pt idx="100">
                  <c:v>0.247337344655559</c:v>
                </c:pt>
                <c:pt idx="101">
                  <c:v>0.243044203560864</c:v>
                </c:pt>
                <c:pt idx="102">
                  <c:v>0.240986621138888</c:v>
                </c:pt>
                <c:pt idx="103">
                  <c:v>0.24336233264471</c:v>
                </c:pt>
                <c:pt idx="104">
                  <c:v>0.240713389101486</c:v>
                </c:pt>
                <c:pt idx="105">
                  <c:v>0.249870705743873</c:v>
                </c:pt>
                <c:pt idx="106">
                  <c:v>0.2453959818793</c:v>
                </c:pt>
                <c:pt idx="107">
                  <c:v>0.244350197846837</c:v>
                </c:pt>
                <c:pt idx="108">
                  <c:v>0.249460156806246</c:v>
                </c:pt>
                <c:pt idx="109">
                  <c:v>0.240287281993804</c:v>
                </c:pt>
                <c:pt idx="110">
                  <c:v>0.240627960409123</c:v>
                </c:pt>
                <c:pt idx="111">
                  <c:v>0.239474736397116</c:v>
                </c:pt>
                <c:pt idx="112">
                  <c:v>0.240943815569186</c:v>
                </c:pt>
                <c:pt idx="113">
                  <c:v>0.243473656205104</c:v>
                </c:pt>
                <c:pt idx="114">
                  <c:v>0.243599467654244</c:v>
                </c:pt>
                <c:pt idx="115">
                  <c:v>0.234185500203211</c:v>
                </c:pt>
                <c:pt idx="116">
                  <c:v>0.241160128631142</c:v>
                </c:pt>
                <c:pt idx="117">
                  <c:v>0.237790230095654</c:v>
                </c:pt>
                <c:pt idx="118">
                  <c:v>0.236300013569471</c:v>
                </c:pt>
                <c:pt idx="119">
                  <c:v>0.240721239949418</c:v>
                </c:pt>
              </c:numCache>
            </c:numRef>
          </c:yVal>
          <c:smooth val="0"/>
        </c:ser>
        <c:ser>
          <c:idx val="7"/>
          <c:order val="7"/>
          <c:tx>
            <c:v>Mean + sample SD</c:v>
          </c:tx>
          <c:spPr>
            <a:ln xmlns:a="http://schemas.openxmlformats.org/drawingml/2006/main" w="12383">
              <a:solidFill>
                <a:srgbClr val="69A49D"/>
              </a:solidFill>
              <a:prstDash val="dash"/>
            </a:ln>
          </c:spPr>
          <c:marker>
            <c:symbol val="none"/>
          </c:marker>
          <c:xVal>
            <c:numRef>
              <c:f>'Chart Data'!$O$2:$O$121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Data'!$P$2:$P$121</c:f>
              <c:numCache>
                <c:formatCode>0.00</c:formatCode>
                <c:ptCount val="120"/>
                <c:pt idx="0">
                  <c:v>1.90807849221751</c:v>
                </c:pt>
                <c:pt idx="1">
                  <c:v>1.64481267236105</c:v>
                </c:pt>
                <c:pt idx="2">
                  <c:v>1.41837681990888</c:v>
                </c:pt>
                <c:pt idx="3">
                  <c:v>1.30141340989445</c:v>
                </c:pt>
                <c:pt idx="4">
                  <c:v>1.19087681454867</c:v>
                </c:pt>
                <c:pt idx="5">
                  <c:v>1.12839673551359</c:v>
                </c:pt>
                <c:pt idx="6">
                  <c:v>1.05128748431973</c:v>
                </c:pt>
                <c:pt idx="7">
                  <c:v>0.988086001686079</c:v>
                </c:pt>
                <c:pt idx="8">
                  <c:v>0.888323985380842</c:v>
                </c:pt>
                <c:pt idx="9">
                  <c:v>0.795573149145427</c:v>
                </c:pt>
                <c:pt idx="10">
                  <c:v>0.769278708282925</c:v>
                </c:pt>
                <c:pt idx="11">
                  <c:v>0.710640553313948</c:v>
                </c:pt>
                <c:pt idx="12">
                  <c:v>0.685672151431047</c:v>
                </c:pt>
                <c:pt idx="13">
                  <c:v>0.66480581901482</c:v>
                </c:pt>
                <c:pt idx="14">
                  <c:v>0.623669548919773</c:v>
                </c:pt>
                <c:pt idx="15">
                  <c:v>0.585793523435021</c:v>
                </c:pt>
                <c:pt idx="16">
                  <c:v>0.588435282566734</c:v>
                </c:pt>
                <c:pt idx="17">
                  <c:v>0.575542628633684</c:v>
                </c:pt>
                <c:pt idx="18">
                  <c:v>0.523229757642626</c:v>
                </c:pt>
                <c:pt idx="19">
                  <c:v>0.509895688556692</c:v>
                </c:pt>
                <c:pt idx="20">
                  <c:v>0.49448050337587</c:v>
                </c:pt>
                <c:pt idx="21">
                  <c:v>0.482485955925761</c:v>
                </c:pt>
                <c:pt idx="22">
                  <c:v>0.468441276955558</c:v>
                </c:pt>
                <c:pt idx="23">
                  <c:v>0.461373134056755</c:v>
                </c:pt>
                <c:pt idx="24">
                  <c:v>0.456156880838686</c:v>
                </c:pt>
                <c:pt idx="25">
                  <c:v>0.460171195486438</c:v>
                </c:pt>
                <c:pt idx="26">
                  <c:v>0.459241348049212</c:v>
                </c:pt>
                <c:pt idx="27">
                  <c:v>0.458935256545191</c:v>
                </c:pt>
                <c:pt idx="28">
                  <c:v>0.458764641295958</c:v>
                </c:pt>
                <c:pt idx="29">
                  <c:v>0.449962986021198</c:v>
                </c:pt>
                <c:pt idx="30">
                  <c:v>0.447371503254388</c:v>
                </c:pt>
                <c:pt idx="31">
                  <c:v>0.444854733617984</c:v>
                </c:pt>
                <c:pt idx="32">
                  <c:v>0.432186263967348</c:v>
                </c:pt>
                <c:pt idx="33">
                  <c:v>0.440304030032919</c:v>
                </c:pt>
                <c:pt idx="34">
                  <c:v>0.436624825732845</c:v>
                </c:pt>
                <c:pt idx="35">
                  <c:v>0.457532280610281</c:v>
                </c:pt>
                <c:pt idx="36">
                  <c:v>0.460294129316741</c:v>
                </c:pt>
                <c:pt idx="37">
                  <c:v>0.436771792209499</c:v>
                </c:pt>
                <c:pt idx="38">
                  <c:v>0.453878155392654</c:v>
                </c:pt>
                <c:pt idx="39">
                  <c:v>0.435018013382135</c:v>
                </c:pt>
                <c:pt idx="40">
                  <c:v>0.438678053001601</c:v>
                </c:pt>
                <c:pt idx="41">
                  <c:v>0.428434948876407</c:v>
                </c:pt>
                <c:pt idx="42">
                  <c:v>0.439055006724659</c:v>
                </c:pt>
                <c:pt idx="43">
                  <c:v>0.424112952286375</c:v>
                </c:pt>
                <c:pt idx="44">
                  <c:v>0.409901727377607</c:v>
                </c:pt>
                <c:pt idx="45">
                  <c:v>0.408320295017147</c:v>
                </c:pt>
                <c:pt idx="46">
                  <c:v>0.393486946036129</c:v>
                </c:pt>
                <c:pt idx="47">
                  <c:v>0.399928292343601</c:v>
                </c:pt>
                <c:pt idx="48">
                  <c:v>0.40798770411629</c:v>
                </c:pt>
                <c:pt idx="49">
                  <c:v>0.393852730845451</c:v>
                </c:pt>
                <c:pt idx="50">
                  <c:v>0.394776218926763</c:v>
                </c:pt>
                <c:pt idx="51">
                  <c:v>0.403168390147571</c:v>
                </c:pt>
                <c:pt idx="52">
                  <c:v>0.402759528731895</c:v>
                </c:pt>
                <c:pt idx="53">
                  <c:v>0.402263489767059</c:v>
                </c:pt>
                <c:pt idx="54">
                  <c:v>0.391322479552372</c:v>
                </c:pt>
                <c:pt idx="55">
                  <c:v>0.397590969323337</c:v>
                </c:pt>
                <c:pt idx="56">
                  <c:v>0.389018201189895</c:v>
                </c:pt>
                <c:pt idx="57">
                  <c:v>0.392357892912639</c:v>
                </c:pt>
                <c:pt idx="58">
                  <c:v>0.397540193319513</c:v>
                </c:pt>
                <c:pt idx="59">
                  <c:v>0.390006635368892</c:v>
                </c:pt>
                <c:pt idx="60">
                  <c:v>0.395732015316433</c:v>
                </c:pt>
                <c:pt idx="61">
                  <c:v>0.398927235005918</c:v>
                </c:pt>
                <c:pt idx="62">
                  <c:v>0.380930402483303</c:v>
                </c:pt>
                <c:pt idx="63">
                  <c:v>0.377998188177433</c:v>
                </c:pt>
                <c:pt idx="64">
                  <c:v>0.36598604808291</c:v>
                </c:pt>
                <c:pt idx="65">
                  <c:v>0.376406926781284</c:v>
                </c:pt>
                <c:pt idx="66">
                  <c:v>0.380801173568763</c:v>
                </c:pt>
                <c:pt idx="67">
                  <c:v>0.367186953849181</c:v>
                </c:pt>
                <c:pt idx="68">
                  <c:v>0.370591672352881</c:v>
                </c:pt>
                <c:pt idx="69">
                  <c:v>0.362733421593402</c:v>
                </c:pt>
                <c:pt idx="70">
                  <c:v>0.368380578825387</c:v>
                </c:pt>
                <c:pt idx="71">
                  <c:v>0.365087618514609</c:v>
                </c:pt>
                <c:pt idx="72">
                  <c:v>0.362577179509146</c:v>
                </c:pt>
                <c:pt idx="73">
                  <c:v>0.366406671028858</c:v>
                </c:pt>
                <c:pt idx="74">
                  <c:v>0.369137522156089</c:v>
                </c:pt>
                <c:pt idx="75">
                  <c:v>0.364697007693548</c:v>
                </c:pt>
                <c:pt idx="76">
                  <c:v>0.355885674808943</c:v>
                </c:pt>
                <c:pt idx="77">
                  <c:v>0.365745330140573</c:v>
                </c:pt>
                <c:pt idx="78">
                  <c:v>0.359123801532507</c:v>
                </c:pt>
                <c:pt idx="79">
                  <c:v>0.368837419367588</c:v>
                </c:pt>
                <c:pt idx="80">
                  <c:v>0.371566746450914</c:v>
                </c:pt>
                <c:pt idx="81">
                  <c:v>0.358592534219336</c:v>
                </c:pt>
                <c:pt idx="82">
                  <c:v>0.358444218163627</c:v>
                </c:pt>
                <c:pt idx="83">
                  <c:v>0.36890361435272</c:v>
                </c:pt>
                <c:pt idx="84">
                  <c:v>0.369080133264958</c:v>
                </c:pt>
                <c:pt idx="85">
                  <c:v>0.36057543976294</c:v>
                </c:pt>
                <c:pt idx="86">
                  <c:v>0.366216003208998</c:v>
                </c:pt>
                <c:pt idx="87">
                  <c:v>0.364412050365492</c:v>
                </c:pt>
                <c:pt idx="88">
                  <c:v>0.361277525191465</c:v>
                </c:pt>
                <c:pt idx="89">
                  <c:v>0.365914896881906</c:v>
                </c:pt>
                <c:pt idx="90">
                  <c:v>0.351144746898845</c:v>
                </c:pt>
                <c:pt idx="91">
                  <c:v>0.358354375513789</c:v>
                </c:pt>
                <c:pt idx="92">
                  <c:v>0.353903951491788</c:v>
                </c:pt>
                <c:pt idx="93">
                  <c:v>0.354396512756919</c:v>
                </c:pt>
                <c:pt idx="94">
                  <c:v>0.358681608943745</c:v>
                </c:pt>
                <c:pt idx="95">
                  <c:v>0.352934025811529</c:v>
                </c:pt>
                <c:pt idx="96">
                  <c:v>0.367768857285316</c:v>
                </c:pt>
                <c:pt idx="97">
                  <c:v>0.349592178457705</c:v>
                </c:pt>
                <c:pt idx="98">
                  <c:v>0.345360121299295</c:v>
                </c:pt>
                <c:pt idx="99">
                  <c:v>0.349496092337073</c:v>
                </c:pt>
                <c:pt idx="100">
                  <c:v>0.349036416044667</c:v>
                </c:pt>
                <c:pt idx="101">
                  <c:v>0.350237292010273</c:v>
                </c:pt>
                <c:pt idx="102">
                  <c:v>0.350931567194623</c:v>
                </c:pt>
                <c:pt idx="103">
                  <c:v>0.352346824345341</c:v>
                </c:pt>
                <c:pt idx="104">
                  <c:v>0.351696710404892</c:v>
                </c:pt>
                <c:pt idx="105">
                  <c:v>0.347463881830132</c:v>
                </c:pt>
                <c:pt idx="106">
                  <c:v>0.353227067379886</c:v>
                </c:pt>
                <c:pt idx="107">
                  <c:v>0.352113881771617</c:v>
                </c:pt>
                <c:pt idx="108">
                  <c:v>0.355528763882383</c:v>
                </c:pt>
                <c:pt idx="109">
                  <c:v>0.349404553648057</c:v>
                </c:pt>
                <c:pt idx="110">
                  <c:v>0.355747326170009</c:v>
                </c:pt>
                <c:pt idx="111">
                  <c:v>0.348287977035196</c:v>
                </c:pt>
                <c:pt idx="112">
                  <c:v>0.349119660993314</c:v>
                </c:pt>
                <c:pt idx="113">
                  <c:v>0.352001039954258</c:v>
                </c:pt>
                <c:pt idx="114">
                  <c:v>0.345293421368583</c:v>
                </c:pt>
                <c:pt idx="115">
                  <c:v>0.349586026610296</c:v>
                </c:pt>
                <c:pt idx="116">
                  <c:v>0.353086550913307</c:v>
                </c:pt>
                <c:pt idx="117">
                  <c:v>0.350493237197131</c:v>
                </c:pt>
                <c:pt idx="118">
                  <c:v>0.348420949670199</c:v>
                </c:pt>
                <c:pt idx="119">
                  <c:v>0.348433986996459</c:v>
                </c:pt>
              </c:numCache>
            </c:numRef>
          </c:yVal>
          <c:smooth val="0"/>
        </c:ser>
        <c:dLbls>
          <c:txPr>
            <a:bodyPr xmlns:a="http://schemas.openxmlformats.org/drawingml/2006/main" anchorCtr="1"/>
            <a:lstStyle xmlns:a="http://schemas.openxmlformats.org/drawingml/2006/main"/>
            <a:p xmlns:a="http://schemas.openxmlformats.org/drawingml/2006/main">
              <a:pPr>
                <a:defRPr>
                  <a:latin typeface="Atkinson Hyperlegible"/>
                  <a:ea typeface="Atkinson Hyperlegible"/>
                  <a:cs typeface="Atkinson Hyperlegible"/>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6668">
              <a:solidFill>
                <a:srgbClr val="D8E5DF"/>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crossAx val="48650112"/>
      </c:valAx>
      <c:valAx>
        <c:axId val="48650112"/>
        <c:scaling>
          <c:orientation val="minMax"/>
          <c:max val="3000"/>
          <c:min val="0"/>
        </c:scaling>
        <c:delete val="0"/>
        <c:axPos val="b"/>
        <c:title>
          <c:tx>
            <c:rich>
              <a:bodyPr xmlns:a="http://schemas.openxmlformats.org/drawingml/2006/main"/>
              <a:lstStyle xmlns:a="http://schemas.openxmlformats.org/drawingml/2006/main"/>
              <a:p xmlns:a="http://schemas.openxmlformats.org/drawingml/2006/main">
                <a:r>
                  <a:rPr sz="1200">
                    <a:solidFill>
                      <a:srgbClr val="58787A"/>
                    </a:solidFill>
                    <a:latin typeface="Atkinson Hyperlegible"/>
                    <a:ea typeface="Atkinson Hyperlegible"/>
                    <a:cs typeface="Atkinson Hyperlegible"/>
                  </a:rPr>
                  <a:t>PPO iteration</a:t>
                </a:r>
              </a:p>
            </c:rich>
          </c:tx>
          <c:overlay val="0"/>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title>
        <c:numFmt formatCode="0"/>
        <c:majorTickMark val="none"/>
        <c:minorTickMark val="none"/>
        <c:tickLblPos val="low"/>
        <c:spPr>
          <a:ln xmlns:a="http://schemas.openxmlformats.org/drawingml/2006/main" w="9525">
            <a:solidFill>
              <a:srgbClr val="D8E5DF"/>
            </a:solidFill>
          </a:ln>
        </c:spPr>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crossAx val="48672768"/>
        <c:majorUnit val="1000"/>
      </c:valAx>
      <c:spPr>
        <a:solidFill xmlns:a="http://schemas.openxmlformats.org/drawingml/2006/main">
          <a:srgbClr val="F5F8F5"/>
        </a:solidFill>
        <a:ln xmlns:a="http://schemas.openxmlformats.org/drawingml/2006/main" w="0">
          <a:noFill/>
        </a:ln>
      </c:spPr>
    </c:plotArea>
    <c:plotVisOnly val="1"/>
  </c:chart>
  <c:spPr>
    <a:solidFill xmlns:a="http://schemas.openxmlformats.org/drawingml/2006/main">
      <a:srgbClr val="F5F8F5"/>
    </a:solidFill>
    <a:ln xmlns:a="http://schemas.openxmlformats.org/drawingml/2006/main" w="0">
      <a:noFill/>
    </a:ln>
  </c:spPr>
  <c:externalData r:id="rIdChartSnapshot1">
    <c:autoUpdate val="0"/>
  </c:externalData>
</c:chartSpace>
</file>

<file path=ppt/slides/charts/chart1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73F43"/>
                </a:solidFill>
                <a:latin typeface="Atkinson Hyperlegible"/>
                <a:ea typeface="Atkinson Hyperlegible"/>
                <a:cs typeface="Atkinson Hyperlegible"/>
              </a:rPr>
              <a:t>Approximate KL</a:t>
            </a:r>
          </a:p>
        </c:rich>
      </c:tx>
      <c:overlay val="0"/>
      <c:txPr>
        <a:bodyPr xmlns:a="http://schemas.openxmlformats.org/drawingml/2006/main" anchorCtr="1"/>
        <a:lstStyle xmlns:a="http://schemas.openxmlformats.org/drawingml/2006/main"/>
        <a:p xmlns:a="http://schemas.openxmlformats.org/drawingml/2006/main">
          <a:pPr>
            <a:defRPr sz="1650" b="1">
              <a:solidFill>
                <a:srgbClr val="173F43"/>
              </a:solidFill>
              <a:latin typeface="Atkinson Hyperlegible"/>
              <a:ea typeface="Atkinson Hyperlegible"/>
              <a:cs typeface="Atkinson Hyperlegible"/>
            </a:defRPr>
          </a:pPr>
        </a:p>
      </c:txPr>
    </c:title>
    <c:plotArea>
      <c:scatterChart>
        <c:scatterStyle val="line"/>
        <c:varyColors val="0"/>
        <c:ser>
          <c:idx val="0"/>
          <c:order val="0"/>
          <c:tx>
            <c:v>1729</c:v>
          </c:tx>
          <c:spPr>
            <a:ln xmlns:a="http://schemas.openxmlformats.org/drawingml/2006/main" w="7620">
              <a:solidFill>
                <a:srgbClr val="7DB8B2"/>
              </a:solidFill>
            </a:ln>
          </c:spPr>
          <c:marker>
            <c:symbol val="none"/>
          </c:marker>
          <c:xVal>
            <c:numRef>
              <c:f>'Chart Data'!$A$2:$A$121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Data'!$B$2:$B$121</c:f>
              <c:numCache>
                <c:formatCode>0.0000</c:formatCode>
                <c:ptCount val="120"/>
                <c:pt idx="0">
                  <c:v>0.00995149649679661</c:v>
                </c:pt>
                <c:pt idx="1">
                  <c:v>0.00677805300801992</c:v>
                </c:pt>
                <c:pt idx="2">
                  <c:v>0.00653358548879623</c:v>
                </c:pt>
                <c:pt idx="3">
                  <c:v>0.00713768601417542</c:v>
                </c:pt>
                <c:pt idx="4">
                  <c:v>0.00526826735585928</c:v>
                </c:pt>
                <c:pt idx="5">
                  <c:v>0.00561289489269257</c:v>
                </c:pt>
                <c:pt idx="6">
                  <c:v>0.0048490553162992</c:v>
                </c:pt>
                <c:pt idx="7">
                  <c:v>0.00500083062797785</c:v>
                </c:pt>
                <c:pt idx="8">
                  <c:v>0.00487928837537766</c:v>
                </c:pt>
                <c:pt idx="9">
                  <c:v>0.00334280426613986</c:v>
                </c:pt>
                <c:pt idx="10">
                  <c:v>0.00330886291339993</c:v>
                </c:pt>
                <c:pt idx="11">
                  <c:v>0.00252336962148547</c:v>
                </c:pt>
                <c:pt idx="12">
                  <c:v>0.00263880915008485</c:v>
                </c:pt>
                <c:pt idx="13">
                  <c:v>0.00298101641237736</c:v>
                </c:pt>
                <c:pt idx="14">
                  <c:v>0.0035041372757405</c:v>
                </c:pt>
                <c:pt idx="15">
                  <c:v>0.00281120091676712</c:v>
                </c:pt>
                <c:pt idx="16">
                  <c:v>0.00262657832354307</c:v>
                </c:pt>
                <c:pt idx="17">
                  <c:v>0.00238965731114149</c:v>
                </c:pt>
                <c:pt idx="18">
                  <c:v>0.00306301820091903</c:v>
                </c:pt>
                <c:pt idx="19">
                  <c:v>0.00249026389792562</c:v>
                </c:pt>
                <c:pt idx="20">
                  <c:v>0.0036831449251622</c:v>
                </c:pt>
                <c:pt idx="21">
                  <c:v>0.0023240705486387</c:v>
                </c:pt>
                <c:pt idx="22">
                  <c:v>0.00228511122986674</c:v>
                </c:pt>
                <c:pt idx="23">
                  <c:v>0.00261445506475866</c:v>
                </c:pt>
                <c:pt idx="24">
                  <c:v>0.00202889391221106</c:v>
                </c:pt>
                <c:pt idx="25">
                  <c:v>0.00255419942550361</c:v>
                </c:pt>
                <c:pt idx="26">
                  <c:v>0.0022165144328028</c:v>
                </c:pt>
                <c:pt idx="27">
                  <c:v>0.00214406405575573</c:v>
                </c:pt>
                <c:pt idx="28">
                  <c:v>0.00200673774816096</c:v>
                </c:pt>
                <c:pt idx="29">
                  <c:v>0.00174424308352172</c:v>
                </c:pt>
                <c:pt idx="30">
                  <c:v>0.00107665918767452</c:v>
                </c:pt>
                <c:pt idx="31">
                  <c:v>0.00177129451185465</c:v>
                </c:pt>
                <c:pt idx="32">
                  <c:v>0.00177062849979848</c:v>
                </c:pt>
                <c:pt idx="33">
                  <c:v>0.00178784760646522</c:v>
                </c:pt>
                <c:pt idx="34">
                  <c:v>0.00169481616467237</c:v>
                </c:pt>
                <c:pt idx="35">
                  <c:v>0.00216692942194641</c:v>
                </c:pt>
                <c:pt idx="36">
                  <c:v>0.0019487792160362</c:v>
                </c:pt>
                <c:pt idx="37">
                  <c:v>0.00214475812390447</c:v>
                </c:pt>
                <c:pt idx="38">
                  <c:v>0.00146201462484896</c:v>
                </c:pt>
                <c:pt idx="39">
                  <c:v>0.002076824195683</c:v>
                </c:pt>
                <c:pt idx="40">
                  <c:v>0.00170504616107792</c:v>
                </c:pt>
                <c:pt idx="41">
                  <c:v>0.00184591056313366</c:v>
                </c:pt>
                <c:pt idx="42">
                  <c:v>0.00160873215645552</c:v>
                </c:pt>
                <c:pt idx="43">
                  <c:v>0.00222241855226457</c:v>
                </c:pt>
                <c:pt idx="44">
                  <c:v>0.00130878761410713</c:v>
                </c:pt>
                <c:pt idx="45">
                  <c:v>0.00152362859807909</c:v>
                </c:pt>
                <c:pt idx="46">
                  <c:v>0.0016216094372794</c:v>
                </c:pt>
                <c:pt idx="47">
                  <c:v>0.00158524001017213</c:v>
                </c:pt>
                <c:pt idx="48">
                  <c:v>0.00134873704519123</c:v>
                </c:pt>
                <c:pt idx="49">
                  <c:v>0.00158023438416421</c:v>
                </c:pt>
                <c:pt idx="50">
                  <c:v>0.0014341640053317</c:v>
                </c:pt>
                <c:pt idx="51">
                  <c:v>0.00127727841027081</c:v>
                </c:pt>
                <c:pt idx="52">
                  <c:v>0.00173781858757138</c:v>
                </c:pt>
                <c:pt idx="53">
                  <c:v>0.00129779533017427</c:v>
                </c:pt>
                <c:pt idx="54">
                  <c:v>0.00121458235662431</c:v>
                </c:pt>
                <c:pt idx="55">
                  <c:v>0.00134812807664275</c:v>
                </c:pt>
                <c:pt idx="56">
                  <c:v>0.00142586440779269</c:v>
                </c:pt>
                <c:pt idx="57">
                  <c:v>0.00124388362746686</c:v>
                </c:pt>
                <c:pt idx="58">
                  <c:v>0.0016914124134928</c:v>
                </c:pt>
                <c:pt idx="59">
                  <c:v>0.00165276415646076</c:v>
                </c:pt>
                <c:pt idx="60">
                  <c:v>0.002236821455881</c:v>
                </c:pt>
                <c:pt idx="61">
                  <c:v>0.00145740527659655</c:v>
                </c:pt>
                <c:pt idx="62">
                  <c:v>0.00143557437695563</c:v>
                </c:pt>
                <c:pt idx="63">
                  <c:v>0.00131760665681213</c:v>
                </c:pt>
                <c:pt idx="64">
                  <c:v>0.00135618797503412</c:v>
                </c:pt>
                <c:pt idx="65">
                  <c:v>0.00149415386840701</c:v>
                </c:pt>
                <c:pt idx="66">
                  <c:v>0.00147849298082292</c:v>
                </c:pt>
                <c:pt idx="67">
                  <c:v>0.00104202819056809</c:v>
                </c:pt>
                <c:pt idx="68">
                  <c:v>0.000867954920977354</c:v>
                </c:pt>
                <c:pt idx="69">
                  <c:v>0.000930906913708895</c:v>
                </c:pt>
                <c:pt idx="70">
                  <c:v>0.00145620806142688</c:v>
                </c:pt>
                <c:pt idx="71">
                  <c:v>0.00174890819471329</c:v>
                </c:pt>
                <c:pt idx="72">
                  <c:v>0.000938851269893348</c:v>
                </c:pt>
                <c:pt idx="73">
                  <c:v>0.000754914013668895</c:v>
                </c:pt>
                <c:pt idx="74">
                  <c:v>0.000966732739470899</c:v>
                </c:pt>
                <c:pt idx="75">
                  <c:v>0.000944493978749961</c:v>
                </c:pt>
                <c:pt idx="76">
                  <c:v>0.000978814205154777</c:v>
                </c:pt>
                <c:pt idx="77">
                  <c:v>0.00112194707617164</c:v>
                </c:pt>
                <c:pt idx="78">
                  <c:v>0.00124043098185211</c:v>
                </c:pt>
                <c:pt idx="79">
                  <c:v>0.0010248456383124</c:v>
                </c:pt>
                <c:pt idx="80">
                  <c:v>0.00139868666883558</c:v>
                </c:pt>
                <c:pt idx="81">
                  <c:v>0.000808465760201216</c:v>
                </c:pt>
                <c:pt idx="82">
                  <c:v>0.000950636982452124</c:v>
                </c:pt>
                <c:pt idx="83">
                  <c:v>0.000901145162060857</c:v>
                </c:pt>
                <c:pt idx="84">
                  <c:v>0.00097280804766342</c:v>
                </c:pt>
                <c:pt idx="85">
                  <c:v>0.0007861940539442</c:v>
                </c:pt>
                <c:pt idx="86">
                  <c:v>0.000509659177623689</c:v>
                </c:pt>
                <c:pt idx="87">
                  <c:v>0.000619369209744036</c:v>
                </c:pt>
                <c:pt idx="88">
                  <c:v>0.000521813053637743</c:v>
                </c:pt>
                <c:pt idx="89">
                  <c:v>0.000796665670350194</c:v>
                </c:pt>
                <c:pt idx="90">
                  <c:v>0.000866738730110228</c:v>
                </c:pt>
                <c:pt idx="91">
                  <c:v>0.000659190118312836</c:v>
                </c:pt>
                <c:pt idx="92">
                  <c:v>0.000760241178795695</c:v>
                </c:pt>
                <c:pt idx="93">
                  <c:v>0.000796348671428859</c:v>
                </c:pt>
                <c:pt idx="94">
                  <c:v>0.0012875379761681</c:v>
                </c:pt>
                <c:pt idx="95">
                  <c:v>0.00111292861402035</c:v>
                </c:pt>
                <c:pt idx="96">
                  <c:v>0.000355881580617279</c:v>
                </c:pt>
                <c:pt idx="97">
                  <c:v>0.000457614951301366</c:v>
                </c:pt>
                <c:pt idx="98">
                  <c:v>0.00100384629331529</c:v>
                </c:pt>
                <c:pt idx="99">
                  <c:v>0.00100755481980741</c:v>
                </c:pt>
                <c:pt idx="100">
                  <c:v>0.000421643926529214</c:v>
                </c:pt>
                <c:pt idx="101">
                  <c:v>0.000537945597898215</c:v>
                </c:pt>
                <c:pt idx="102">
                  <c:v>0.000670584733597934</c:v>
                </c:pt>
                <c:pt idx="103">
                  <c:v>0.000543734582606703</c:v>
                </c:pt>
                <c:pt idx="104">
                  <c:v>0.000495710060931742</c:v>
                </c:pt>
                <c:pt idx="105">
                  <c:v>0.000687079387716949</c:v>
                </c:pt>
                <c:pt idx="106">
                  <c:v>0.000373016082448885</c:v>
                </c:pt>
                <c:pt idx="107">
                  <c:v>0.00026263965992257</c:v>
                </c:pt>
                <c:pt idx="108">
                  <c:v>0.000433756009442732</c:v>
                </c:pt>
                <c:pt idx="109">
                  <c:v>0.000226687508984469</c:v>
                </c:pt>
                <c:pt idx="110">
                  <c:v>0.000560864515136927</c:v>
                </c:pt>
                <c:pt idx="111">
                  <c:v>0.000383437203709036</c:v>
                </c:pt>
                <c:pt idx="112">
                  <c:v>0.000173083200934343</c:v>
                </c:pt>
                <c:pt idx="113">
                  <c:v>0.000140935269882903</c:v>
                </c:pt>
                <c:pt idx="114">
                  <c:v>6.63541577523574E-05</c:v>
                </c:pt>
                <c:pt idx="115">
                  <c:v>0.000234627921599895</c:v>
                </c:pt>
                <c:pt idx="116">
                  <c:v>1.10616911115358E-05</c:v>
                </c:pt>
                <c:pt idx="117">
                  <c:v>3.30931361531839E-05</c:v>
                </c:pt>
                <c:pt idx="118">
                  <c:v>2.2241210899665E-06</c:v>
                </c:pt>
                <c:pt idx="119">
                  <c:v>4.60810660463107E-11</c:v>
                </c:pt>
              </c:numCache>
            </c:numRef>
          </c:yVal>
          <c:smooth val="0"/>
        </c:ser>
        <c:ser>
          <c:idx val="1"/>
          <c:order val="1"/>
          <c:tx>
            <c:v>2718</c:v>
          </c:tx>
          <c:spPr>
            <a:ln xmlns:a="http://schemas.openxmlformats.org/drawingml/2006/main" w="7620">
              <a:solidFill>
                <a:srgbClr val="E9B7A9"/>
              </a:solidFill>
            </a:ln>
          </c:spPr>
          <c:marker>
            <c:symbol val="none"/>
          </c:marker>
          <c:xVal>
            <c:numRef>
              <c:f>'Chart Data'!$C$2:$C$121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Data'!$D$2:$D$121</c:f>
              <c:numCache>
                <c:formatCode>0.0000</c:formatCode>
                <c:ptCount val="120"/>
                <c:pt idx="0">
                  <c:v>0.00690454570576549</c:v>
                </c:pt>
                <c:pt idx="1">
                  <c:v>0.00771242333576083</c:v>
                </c:pt>
                <c:pt idx="2">
                  <c:v>0.00627544801682234</c:v>
                </c:pt>
                <c:pt idx="3">
                  <c:v>0.00568978674709797</c:v>
                </c:pt>
                <c:pt idx="4">
                  <c:v>0.00510626845061779</c:v>
                </c:pt>
                <c:pt idx="5">
                  <c:v>0.00638068281114101</c:v>
                </c:pt>
                <c:pt idx="6">
                  <c:v>0.00484124105423689</c:v>
                </c:pt>
                <c:pt idx="7">
                  <c:v>0.00568121764808893</c:v>
                </c:pt>
                <c:pt idx="8">
                  <c:v>0.00517258094623685</c:v>
                </c:pt>
                <c:pt idx="9">
                  <c:v>0.00424456782639027</c:v>
                </c:pt>
                <c:pt idx="10">
                  <c:v>0.00360924331471324</c:v>
                </c:pt>
                <c:pt idx="11">
                  <c:v>0.0045404345728457</c:v>
                </c:pt>
                <c:pt idx="12">
                  <c:v>0.00409216666594148</c:v>
                </c:pt>
                <c:pt idx="13">
                  <c:v>0.00343005987815559</c:v>
                </c:pt>
                <c:pt idx="14">
                  <c:v>0.00332342041656375</c:v>
                </c:pt>
                <c:pt idx="15">
                  <c:v>0.00350961345247924</c:v>
                </c:pt>
                <c:pt idx="16">
                  <c:v>0.00454976782202721</c:v>
                </c:pt>
                <c:pt idx="17">
                  <c:v>0.00414650747552514</c:v>
                </c:pt>
                <c:pt idx="18">
                  <c:v>0.00374478287994862</c:v>
                </c:pt>
                <c:pt idx="19">
                  <c:v>0.00395031087100506</c:v>
                </c:pt>
                <c:pt idx="20">
                  <c:v>0.00421955902129412</c:v>
                </c:pt>
                <c:pt idx="21">
                  <c:v>0.00410188362002373</c:v>
                </c:pt>
                <c:pt idx="22">
                  <c:v>0.00276033161208034</c:v>
                </c:pt>
                <c:pt idx="23">
                  <c:v>0.00225932546891272</c:v>
                </c:pt>
                <c:pt idx="24">
                  <c:v>0.0033745018299669</c:v>
                </c:pt>
                <c:pt idx="25">
                  <c:v>0.00305378227494657</c:v>
                </c:pt>
                <c:pt idx="26">
                  <c:v>0.00245495373383164</c:v>
                </c:pt>
                <c:pt idx="27">
                  <c:v>0.00290764961391687</c:v>
                </c:pt>
                <c:pt idx="28">
                  <c:v>0.0028009673114866</c:v>
                </c:pt>
                <c:pt idx="29">
                  <c:v>0.00295315776020288</c:v>
                </c:pt>
                <c:pt idx="30">
                  <c:v>0.00275548151694238</c:v>
                </c:pt>
                <c:pt idx="31">
                  <c:v>0.00271190702915192</c:v>
                </c:pt>
                <c:pt idx="32">
                  <c:v>0.00346745690330863</c:v>
                </c:pt>
                <c:pt idx="33">
                  <c:v>0.0022020754404366</c:v>
                </c:pt>
                <c:pt idx="34">
                  <c:v>0.00236427038908005</c:v>
                </c:pt>
                <c:pt idx="35">
                  <c:v>0.00283843628130853</c:v>
                </c:pt>
                <c:pt idx="36">
                  <c:v>0.00214484147727489</c:v>
                </c:pt>
                <c:pt idx="37">
                  <c:v>0.00316052045673132</c:v>
                </c:pt>
                <c:pt idx="38">
                  <c:v>0.00260001118294895</c:v>
                </c:pt>
                <c:pt idx="39">
                  <c:v>0.00251406477764249</c:v>
                </c:pt>
                <c:pt idx="40">
                  <c:v>0.0028288159519434</c:v>
                </c:pt>
                <c:pt idx="41">
                  <c:v>0.00294958474114537</c:v>
                </c:pt>
                <c:pt idx="42">
                  <c:v>0.0028565376996994</c:v>
                </c:pt>
                <c:pt idx="43">
                  <c:v>0.00318000558763742</c:v>
                </c:pt>
                <c:pt idx="44">
                  <c:v>0.00183937232941389</c:v>
                </c:pt>
                <c:pt idx="45">
                  <c:v>0.00223071221262217</c:v>
                </c:pt>
                <c:pt idx="46">
                  <c:v>0.00191634241491556</c:v>
                </c:pt>
                <c:pt idx="47">
                  <c:v>0.0029905482660979</c:v>
                </c:pt>
                <c:pt idx="48">
                  <c:v>0.00192120741121471</c:v>
                </c:pt>
                <c:pt idx="49">
                  <c:v>0.00195118866395205</c:v>
                </c:pt>
                <c:pt idx="50">
                  <c:v>0.00177154317498207</c:v>
                </c:pt>
                <c:pt idx="51">
                  <c:v>0.00249018985778093</c:v>
                </c:pt>
                <c:pt idx="52">
                  <c:v>0.00243827374652028</c:v>
                </c:pt>
                <c:pt idx="53">
                  <c:v>0.00297241355292499</c:v>
                </c:pt>
                <c:pt idx="54">
                  <c:v>0.00158380367793143</c:v>
                </c:pt>
                <c:pt idx="55">
                  <c:v>0.00279615423642099</c:v>
                </c:pt>
                <c:pt idx="56">
                  <c:v>0.00200024782679975</c:v>
                </c:pt>
                <c:pt idx="57">
                  <c:v>0.00219077453948557</c:v>
                </c:pt>
                <c:pt idx="58">
                  <c:v>0.0021224906668067</c:v>
                </c:pt>
                <c:pt idx="59">
                  <c:v>0.0019043650245294</c:v>
                </c:pt>
                <c:pt idx="60">
                  <c:v>0.0018350345781073</c:v>
                </c:pt>
                <c:pt idx="61">
                  <c:v>0.00229351408779621</c:v>
                </c:pt>
                <c:pt idx="62">
                  <c:v>0.00266790646128356</c:v>
                </c:pt>
                <c:pt idx="63">
                  <c:v>0.00221128365956247</c:v>
                </c:pt>
                <c:pt idx="64">
                  <c:v>0.00216202577576041</c:v>
                </c:pt>
                <c:pt idx="65">
                  <c:v>0.00165409583132714</c:v>
                </c:pt>
                <c:pt idx="66">
                  <c:v>0.00165282259695232</c:v>
                </c:pt>
                <c:pt idx="67">
                  <c:v>0.00137516367249191</c:v>
                </c:pt>
                <c:pt idx="68">
                  <c:v>0.00154963124077767</c:v>
                </c:pt>
                <c:pt idx="69">
                  <c:v>0.00149702781345695</c:v>
                </c:pt>
                <c:pt idx="70">
                  <c:v>0.00154743425082415</c:v>
                </c:pt>
                <c:pt idx="71">
                  <c:v>0.00201962445862591</c:v>
                </c:pt>
                <c:pt idx="72">
                  <c:v>0.00161757878959179</c:v>
                </c:pt>
                <c:pt idx="73">
                  <c:v>0.00120894878637046</c:v>
                </c:pt>
                <c:pt idx="74">
                  <c:v>0.00173313962295651</c:v>
                </c:pt>
                <c:pt idx="75">
                  <c:v>0.00171426148153841</c:v>
                </c:pt>
                <c:pt idx="76">
                  <c:v>0.00128257018513978</c:v>
                </c:pt>
                <c:pt idx="77">
                  <c:v>0.00214010663330555</c:v>
                </c:pt>
                <c:pt idx="78">
                  <c:v>0.00133289396762848</c:v>
                </c:pt>
                <c:pt idx="79">
                  <c:v>0.00138663919642568</c:v>
                </c:pt>
                <c:pt idx="80">
                  <c:v>0.0014619454741478</c:v>
                </c:pt>
                <c:pt idx="81">
                  <c:v>0.00162890541832894</c:v>
                </c:pt>
                <c:pt idx="82">
                  <c:v>0.00144546292722225</c:v>
                </c:pt>
                <c:pt idx="83">
                  <c:v>0.00138065207283944</c:v>
                </c:pt>
                <c:pt idx="84">
                  <c:v>0.00121515383943915</c:v>
                </c:pt>
                <c:pt idx="85">
                  <c:v>0.00126165780238807</c:v>
                </c:pt>
                <c:pt idx="86">
                  <c:v>0.000986658502370119</c:v>
                </c:pt>
                <c:pt idx="87">
                  <c:v>0.00081515172496438</c:v>
                </c:pt>
                <c:pt idx="88">
                  <c:v>0.00113065273035318</c:v>
                </c:pt>
                <c:pt idx="89">
                  <c:v>0.00174538348801434</c:v>
                </c:pt>
                <c:pt idx="90">
                  <c:v>0.00123289774637669</c:v>
                </c:pt>
                <c:pt idx="91">
                  <c:v>0.00118842255324125</c:v>
                </c:pt>
                <c:pt idx="92">
                  <c:v>0.000988037441857159</c:v>
                </c:pt>
                <c:pt idx="93">
                  <c:v>0.00103644409682602</c:v>
                </c:pt>
                <c:pt idx="94">
                  <c:v>0.00107510318048298</c:v>
                </c:pt>
                <c:pt idx="95">
                  <c:v>0.000836254272144288</c:v>
                </c:pt>
                <c:pt idx="96">
                  <c:v>0.000873963348567486</c:v>
                </c:pt>
                <c:pt idx="97">
                  <c:v>0.00105515494942665</c:v>
                </c:pt>
                <c:pt idx="98">
                  <c:v>0.00113401049748063</c:v>
                </c:pt>
                <c:pt idx="99">
                  <c:v>0.000451348314527422</c:v>
                </c:pt>
                <c:pt idx="100">
                  <c:v>0.000892004813067615</c:v>
                </c:pt>
                <c:pt idx="101">
                  <c:v>0.000393063848605379</c:v>
                </c:pt>
                <c:pt idx="102">
                  <c:v>0.000727830396499485</c:v>
                </c:pt>
                <c:pt idx="103">
                  <c:v>0.000659906188957393</c:v>
                </c:pt>
                <c:pt idx="104">
                  <c:v>0.000636016426142305</c:v>
                </c:pt>
                <c:pt idx="105">
                  <c:v>0.000897640711627901</c:v>
                </c:pt>
                <c:pt idx="106">
                  <c:v>0.000927738787140697</c:v>
                </c:pt>
                <c:pt idx="107">
                  <c:v>0.000260235683526844</c:v>
                </c:pt>
                <c:pt idx="108">
                  <c:v>0.000362875638529658</c:v>
                </c:pt>
                <c:pt idx="109">
                  <c:v>0.000802157795988023</c:v>
                </c:pt>
                <c:pt idx="110">
                  <c:v>0.000745568133424968</c:v>
                </c:pt>
                <c:pt idx="111">
                  <c:v>9.91995184449479E-05</c:v>
                </c:pt>
                <c:pt idx="112">
                  <c:v>0.00061217654729262</c:v>
                </c:pt>
                <c:pt idx="113">
                  <c:v>0.000154093519086018</c:v>
                </c:pt>
                <c:pt idx="114">
                  <c:v>8.59713982208632E-05</c:v>
                </c:pt>
                <c:pt idx="115">
                  <c:v>0.000356276956154034</c:v>
                </c:pt>
                <c:pt idx="116">
                  <c:v>1.81110226549208E-05</c:v>
                </c:pt>
                <c:pt idx="117">
                  <c:v>9.07546491362154E-05</c:v>
                </c:pt>
                <c:pt idx="118">
                  <c:v>4.69078941023326E-06</c:v>
                </c:pt>
                <c:pt idx="119">
                  <c:v>1.94025542160636E-11</c:v>
                </c:pt>
              </c:numCache>
            </c:numRef>
          </c:yVal>
          <c:smooth val="0"/>
        </c:ser>
        <c:ser>
          <c:idx val="2"/>
          <c:order val="2"/>
          <c:tx>
            <c:v>3141</c:v>
          </c:tx>
          <c:spPr>
            <a:ln xmlns:a="http://schemas.openxmlformats.org/drawingml/2006/main" w="7620">
              <a:solidFill>
                <a:srgbClr val="A5B4D1"/>
              </a:solidFill>
            </a:ln>
          </c:spPr>
          <c:marker>
            <c:symbol val="none"/>
          </c:marker>
          <c:xVal>
            <c:numRef>
              <c:f>'Chart Data'!$E$2:$E$121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Data'!$F$2:$F$121</c:f>
              <c:numCache>
                <c:formatCode>0.0000</c:formatCode>
                <c:ptCount val="120"/>
                <c:pt idx="0">
                  <c:v>0.00679904036223888</c:v>
                </c:pt>
                <c:pt idx="1">
                  <c:v>0.00654756091535091</c:v>
                </c:pt>
                <c:pt idx="2">
                  <c:v>0.00717834150418639</c:v>
                </c:pt>
                <c:pt idx="3">
                  <c:v>0.00640368554741144</c:v>
                </c:pt>
                <c:pt idx="4">
                  <c:v>0.00600531278178096</c:v>
                </c:pt>
                <c:pt idx="5">
                  <c:v>0.00497731938958168</c:v>
                </c:pt>
                <c:pt idx="6">
                  <c:v>0.00466094678267837</c:v>
                </c:pt>
                <c:pt idx="7">
                  <c:v>0.00339874788187444</c:v>
                </c:pt>
                <c:pt idx="8">
                  <c:v>0.00425245892256498</c:v>
                </c:pt>
                <c:pt idx="9">
                  <c:v>0.0029648756608367</c:v>
                </c:pt>
                <c:pt idx="10">
                  <c:v>0.00322737428359687</c:v>
                </c:pt>
                <c:pt idx="11">
                  <c:v>0.00309663778170943</c:v>
                </c:pt>
                <c:pt idx="12">
                  <c:v>0.00300368666648865</c:v>
                </c:pt>
                <c:pt idx="13">
                  <c:v>0.0039262231439352</c:v>
                </c:pt>
                <c:pt idx="14">
                  <c:v>0.00316412607207894</c:v>
                </c:pt>
                <c:pt idx="15">
                  <c:v>0.00379035528749228</c:v>
                </c:pt>
                <c:pt idx="16">
                  <c:v>0.00392649322748184</c:v>
                </c:pt>
                <c:pt idx="17">
                  <c:v>0.00355647108517587</c:v>
                </c:pt>
                <c:pt idx="18">
                  <c:v>0.00232939748093486</c:v>
                </c:pt>
                <c:pt idx="19">
                  <c:v>0.00293700629845262</c:v>
                </c:pt>
                <c:pt idx="20">
                  <c:v>0.00285037327557802</c:v>
                </c:pt>
                <c:pt idx="21">
                  <c:v>0.00340776331722736</c:v>
                </c:pt>
                <c:pt idx="22">
                  <c:v>0.00313697080127895</c:v>
                </c:pt>
                <c:pt idx="23">
                  <c:v>0.00306980311870575</c:v>
                </c:pt>
                <c:pt idx="24">
                  <c:v>0.00342374108731747</c:v>
                </c:pt>
                <c:pt idx="25">
                  <c:v>0.00410832324996591</c:v>
                </c:pt>
                <c:pt idx="26">
                  <c:v>0.00468358444049954</c:v>
                </c:pt>
                <c:pt idx="27">
                  <c:v>0.00310370279476047</c:v>
                </c:pt>
                <c:pt idx="28">
                  <c:v>0.00372437853366137</c:v>
                </c:pt>
                <c:pt idx="29">
                  <c:v>0.00265086535364389</c:v>
                </c:pt>
                <c:pt idx="30">
                  <c:v>0.00302528357133269</c:v>
                </c:pt>
                <c:pt idx="31">
                  <c:v>0.00336867454461753</c:v>
                </c:pt>
                <c:pt idx="32">
                  <c:v>0.00316944392398</c:v>
                </c:pt>
                <c:pt idx="33">
                  <c:v>0.00342289521358907</c:v>
                </c:pt>
                <c:pt idx="34">
                  <c:v>0.0022914451546967</c:v>
                </c:pt>
                <c:pt idx="35">
                  <c:v>0.00239426270127296</c:v>
                </c:pt>
                <c:pt idx="36">
                  <c:v>0.00279392814263701</c:v>
                </c:pt>
                <c:pt idx="37">
                  <c:v>0.00192517635878175</c:v>
                </c:pt>
                <c:pt idx="38">
                  <c:v>0.00257214158773422</c:v>
                </c:pt>
                <c:pt idx="39">
                  <c:v>0.00285422499291599</c:v>
                </c:pt>
                <c:pt idx="40">
                  <c:v>0.00208335416391492</c:v>
                </c:pt>
                <c:pt idx="41">
                  <c:v>0.00285892910324037</c:v>
                </c:pt>
                <c:pt idx="42">
                  <c:v>0.00186742364894599</c:v>
                </c:pt>
                <c:pt idx="43">
                  <c:v>0.0025347366463393</c:v>
                </c:pt>
                <c:pt idx="44">
                  <c:v>0.00234124809503555</c:v>
                </c:pt>
                <c:pt idx="45">
                  <c:v>0.00304817082360387</c:v>
                </c:pt>
                <c:pt idx="46">
                  <c:v>0.00341041898354888</c:v>
                </c:pt>
                <c:pt idx="47">
                  <c:v>0.00165463238954544</c:v>
                </c:pt>
                <c:pt idx="48">
                  <c:v>0.00217333994805813</c:v>
                </c:pt>
                <c:pt idx="49">
                  <c:v>0.00161925959400833</c:v>
                </c:pt>
                <c:pt idx="50">
                  <c:v>0.0023104737047106</c:v>
                </c:pt>
                <c:pt idx="51">
                  <c:v>0.00221332581713796</c:v>
                </c:pt>
                <c:pt idx="52">
                  <c:v>0.0018753947224468</c:v>
                </c:pt>
                <c:pt idx="53">
                  <c:v>0.00175767112523317</c:v>
                </c:pt>
                <c:pt idx="54">
                  <c:v>0.00218239612877369</c:v>
                </c:pt>
                <c:pt idx="55">
                  <c:v>0.00262632640078664</c:v>
                </c:pt>
                <c:pt idx="56">
                  <c:v>0.00311486585997045</c:v>
                </c:pt>
                <c:pt idx="57">
                  <c:v>0.00172885321080685</c:v>
                </c:pt>
                <c:pt idx="58">
                  <c:v>0.00321011012420058</c:v>
                </c:pt>
                <c:pt idx="59">
                  <c:v>0.00219376292079687</c:v>
                </c:pt>
                <c:pt idx="60">
                  <c:v>0.00259067211300135</c:v>
                </c:pt>
                <c:pt idx="61">
                  <c:v>0.00191084574908018</c:v>
                </c:pt>
                <c:pt idx="62">
                  <c:v>0.00262509007006884</c:v>
                </c:pt>
                <c:pt idx="63">
                  <c:v>0.00219304137863219</c:v>
                </c:pt>
                <c:pt idx="64">
                  <c:v>0.0019715721718967</c:v>
                </c:pt>
                <c:pt idx="65">
                  <c:v>0.0018397526582703</c:v>
                </c:pt>
                <c:pt idx="66">
                  <c:v>0.00207652873359621</c:v>
                </c:pt>
                <c:pt idx="67">
                  <c:v>0.00234254309907556</c:v>
                </c:pt>
                <c:pt idx="68">
                  <c:v>0.00224651815369725</c:v>
                </c:pt>
                <c:pt idx="69">
                  <c:v>0.00200630398467183</c:v>
                </c:pt>
                <c:pt idx="70">
                  <c:v>0.00193471508100629</c:v>
                </c:pt>
                <c:pt idx="71">
                  <c:v>0.00262263766489923</c:v>
                </c:pt>
                <c:pt idx="72">
                  <c:v>0.00161218293942511</c:v>
                </c:pt>
                <c:pt idx="73">
                  <c:v>0.00163994333706796</c:v>
                </c:pt>
                <c:pt idx="74">
                  <c:v>0.00201488099992275</c:v>
                </c:pt>
                <c:pt idx="75">
                  <c:v>0.00147331366315484</c:v>
                </c:pt>
                <c:pt idx="76">
                  <c:v>0.00143782875966281</c:v>
                </c:pt>
                <c:pt idx="77">
                  <c:v>0.00194302923046052</c:v>
                </c:pt>
                <c:pt idx="78">
                  <c:v>0.00164257304277271</c:v>
                </c:pt>
                <c:pt idx="79">
                  <c:v>0.00132909859530628</c:v>
                </c:pt>
                <c:pt idx="80">
                  <c:v>0.00148049322888255</c:v>
                </c:pt>
                <c:pt idx="81">
                  <c:v>0.00204605516046286</c:v>
                </c:pt>
                <c:pt idx="82">
                  <c:v>0.000973878777585924</c:v>
                </c:pt>
                <c:pt idx="83">
                  <c:v>0.00109582592267543</c:v>
                </c:pt>
                <c:pt idx="84">
                  <c:v>0.00121028698049486</c:v>
                </c:pt>
                <c:pt idx="85">
                  <c:v>0.00128646125085652</c:v>
                </c:pt>
                <c:pt idx="86">
                  <c:v>0.00137186120264232</c:v>
                </c:pt>
                <c:pt idx="87">
                  <c:v>0.00199129618704319</c:v>
                </c:pt>
                <c:pt idx="88">
                  <c:v>0.00145870528649539</c:v>
                </c:pt>
                <c:pt idx="89">
                  <c:v>0.0014950935728848</c:v>
                </c:pt>
                <c:pt idx="90">
                  <c:v>0.00120537879411131</c:v>
                </c:pt>
                <c:pt idx="91">
                  <c:v>0.00114021066110581</c:v>
                </c:pt>
                <c:pt idx="92">
                  <c:v>0.0012071292148903</c:v>
                </c:pt>
                <c:pt idx="93">
                  <c:v>0.00100350729189813</c:v>
                </c:pt>
                <c:pt idx="94">
                  <c:v>0.00165570701938123</c:v>
                </c:pt>
                <c:pt idx="95">
                  <c:v>0.00118837784975767</c:v>
                </c:pt>
                <c:pt idx="96">
                  <c:v>0.000921344093512744</c:v>
                </c:pt>
                <c:pt idx="97">
                  <c:v>0.00112987344618887</c:v>
                </c:pt>
                <c:pt idx="98">
                  <c:v>0.00100015278439969</c:v>
                </c:pt>
                <c:pt idx="99">
                  <c:v>0.000813764287158847</c:v>
                </c:pt>
                <c:pt idx="100">
                  <c:v>0.00108990794979036</c:v>
                </c:pt>
                <c:pt idx="101">
                  <c:v>0.00101507303770632</c:v>
                </c:pt>
                <c:pt idx="102">
                  <c:v>0.000418211391661316</c:v>
                </c:pt>
                <c:pt idx="103">
                  <c:v>0.00136320292949677</c:v>
                </c:pt>
                <c:pt idx="104">
                  <c:v>0.00116300641093403</c:v>
                </c:pt>
                <c:pt idx="105">
                  <c:v>0.000961413781624287</c:v>
                </c:pt>
                <c:pt idx="106">
                  <c:v>0.000636689364910126</c:v>
                </c:pt>
                <c:pt idx="107">
                  <c:v>0.000522830814588815</c:v>
                </c:pt>
                <c:pt idx="108">
                  <c:v>0.000565791968256235</c:v>
                </c:pt>
                <c:pt idx="109">
                  <c:v>0.000560501182917506</c:v>
                </c:pt>
                <c:pt idx="110">
                  <c:v>0.000530474586412311</c:v>
                </c:pt>
                <c:pt idx="111">
                  <c:v>0.000362224120181054</c:v>
                </c:pt>
                <c:pt idx="112">
                  <c:v>0.000437199370935559</c:v>
                </c:pt>
                <c:pt idx="113">
                  <c:v>0.000859144027344882</c:v>
                </c:pt>
                <c:pt idx="114">
                  <c:v>0.000185160693945363</c:v>
                </c:pt>
                <c:pt idx="115">
                  <c:v>3.29629801854026E-05</c:v>
                </c:pt>
                <c:pt idx="116">
                  <c:v>4.04164275096264E-05</c:v>
                </c:pt>
                <c:pt idx="117">
                  <c:v>2.48975975409849E-05</c:v>
                </c:pt>
                <c:pt idx="118">
                  <c:v>9.41799044085201E-06</c:v>
                </c:pt>
                <c:pt idx="119">
                  <c:v>-6.79089423583079E-11</c:v>
                </c:pt>
              </c:numCache>
            </c:numRef>
          </c:yVal>
          <c:smooth val="0"/>
        </c:ser>
        <c:ser>
          <c:idx val="3"/>
          <c:order val="3"/>
          <c:tx>
            <c:v>5772</c:v>
          </c:tx>
          <c:spPr>
            <a:ln xmlns:a="http://schemas.openxmlformats.org/drawingml/2006/main" w="7620">
              <a:solidFill>
                <a:srgbClr val="BEB0C9"/>
              </a:solidFill>
            </a:ln>
          </c:spPr>
          <c:marker>
            <c:symbol val="none"/>
          </c:marker>
          <c:xVal>
            <c:numRef>
              <c:f>'Chart Data'!$G$2:$G$121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Data'!$H$2:$H$121</c:f>
              <c:numCache>
                <c:formatCode>0.0000</c:formatCode>
                <c:ptCount val="120"/>
                <c:pt idx="0">
                  <c:v>0.00674564717337489</c:v>
                </c:pt>
                <c:pt idx="1">
                  <c:v>0.00798816327005625</c:v>
                </c:pt>
                <c:pt idx="2">
                  <c:v>0.0065458039753139</c:v>
                </c:pt>
                <c:pt idx="3">
                  <c:v>0.006181416567415</c:v>
                </c:pt>
                <c:pt idx="4">
                  <c:v>0.00590945361182094</c:v>
                </c:pt>
                <c:pt idx="5">
                  <c:v>0.00600841268897057</c:v>
                </c:pt>
                <c:pt idx="6">
                  <c:v>0.00450578518211842</c:v>
                </c:pt>
                <c:pt idx="7">
                  <c:v>0.00594525039196014</c:v>
                </c:pt>
                <c:pt idx="8">
                  <c:v>0.0050297761335969</c:v>
                </c:pt>
                <c:pt idx="9">
                  <c:v>0.00339095084927976</c:v>
                </c:pt>
                <c:pt idx="10">
                  <c:v>0.00390130514279008</c:v>
                </c:pt>
                <c:pt idx="11">
                  <c:v>0.00350876431912184</c:v>
                </c:pt>
                <c:pt idx="12">
                  <c:v>0.0042670015245676</c:v>
                </c:pt>
                <c:pt idx="13">
                  <c:v>0.00393104739487171</c:v>
                </c:pt>
                <c:pt idx="14">
                  <c:v>0.00350385485216975</c:v>
                </c:pt>
                <c:pt idx="15">
                  <c:v>0.00474388198927045</c:v>
                </c:pt>
                <c:pt idx="16">
                  <c:v>0.00312381843104959</c:v>
                </c:pt>
                <c:pt idx="17">
                  <c:v>0.00399226089939475</c:v>
                </c:pt>
                <c:pt idx="18">
                  <c:v>0.00358853675425053</c:v>
                </c:pt>
                <c:pt idx="19">
                  <c:v>0.0033976030535996</c:v>
                </c:pt>
                <c:pt idx="20">
                  <c:v>0.00405856920406222</c:v>
                </c:pt>
                <c:pt idx="21">
                  <c:v>0.00367278140038252</c:v>
                </c:pt>
                <c:pt idx="22">
                  <c:v>0.0025993213057518</c:v>
                </c:pt>
                <c:pt idx="23">
                  <c:v>0.00298677268438041</c:v>
                </c:pt>
                <c:pt idx="24">
                  <c:v>0.00358841824345291</c:v>
                </c:pt>
                <c:pt idx="25">
                  <c:v>0.003393589053303</c:v>
                </c:pt>
                <c:pt idx="26">
                  <c:v>0.00364517094567418</c:v>
                </c:pt>
                <c:pt idx="27">
                  <c:v>0.00353044224902987</c:v>
                </c:pt>
                <c:pt idx="28">
                  <c:v>0.00267608906142414</c:v>
                </c:pt>
                <c:pt idx="29">
                  <c:v>0.00255497172474861</c:v>
                </c:pt>
                <c:pt idx="30">
                  <c:v>0.00284738885238767</c:v>
                </c:pt>
                <c:pt idx="31">
                  <c:v>0.00293054105713964</c:v>
                </c:pt>
                <c:pt idx="32">
                  <c:v>0.00276732142083347</c:v>
                </c:pt>
                <c:pt idx="33">
                  <c:v>0.00323340436443686</c:v>
                </c:pt>
                <c:pt idx="34">
                  <c:v>0.00289616268128157</c:v>
                </c:pt>
                <c:pt idx="35">
                  <c:v>0.0032657440751791</c:v>
                </c:pt>
                <c:pt idx="36">
                  <c:v>0.00279137259349227</c:v>
                </c:pt>
                <c:pt idx="37">
                  <c:v>0.00349158979952335</c:v>
                </c:pt>
                <c:pt idx="38">
                  <c:v>0.00304370606318116</c:v>
                </c:pt>
                <c:pt idx="39">
                  <c:v>0.00226270174607635</c:v>
                </c:pt>
                <c:pt idx="40">
                  <c:v>0.0029051152523607</c:v>
                </c:pt>
                <c:pt idx="41">
                  <c:v>0.00292471749708056</c:v>
                </c:pt>
                <c:pt idx="42">
                  <c:v>0.00365276890806854</c:v>
                </c:pt>
                <c:pt idx="43">
                  <c:v>0.00284466566517949</c:v>
                </c:pt>
                <c:pt idx="44">
                  <c:v>0.00299036572687328</c:v>
                </c:pt>
                <c:pt idx="45">
                  <c:v>0.00276782503351569</c:v>
                </c:pt>
                <c:pt idx="46">
                  <c:v>0.0024245313834399</c:v>
                </c:pt>
                <c:pt idx="47">
                  <c:v>0.00278550107032061</c:v>
                </c:pt>
                <c:pt idx="48">
                  <c:v>0.00310101825743914</c:v>
                </c:pt>
                <c:pt idx="49">
                  <c:v>0.003137341234833</c:v>
                </c:pt>
                <c:pt idx="50">
                  <c:v>0.00299818394705653</c:v>
                </c:pt>
                <c:pt idx="51">
                  <c:v>0.00267828512005508</c:v>
                </c:pt>
                <c:pt idx="52">
                  <c:v>0.00185425905510783</c:v>
                </c:pt>
                <c:pt idx="53">
                  <c:v>0.00203824322670698</c:v>
                </c:pt>
                <c:pt idx="54">
                  <c:v>0.00227926531806588</c:v>
                </c:pt>
                <c:pt idx="55">
                  <c:v>0.00204959232360125</c:v>
                </c:pt>
                <c:pt idx="56">
                  <c:v>0.00181265128776431</c:v>
                </c:pt>
                <c:pt idx="57">
                  <c:v>0.00171332736499608</c:v>
                </c:pt>
                <c:pt idx="58">
                  <c:v>0.00167402694933116</c:v>
                </c:pt>
                <c:pt idx="59">
                  <c:v>0.00233153789304197</c:v>
                </c:pt>
                <c:pt idx="60">
                  <c:v>0.00209646346047521</c:v>
                </c:pt>
                <c:pt idx="61">
                  <c:v>0.00209004268981516</c:v>
                </c:pt>
                <c:pt idx="62">
                  <c:v>0.00187384593300521</c:v>
                </c:pt>
                <c:pt idx="63">
                  <c:v>0.00173637631814927</c:v>
                </c:pt>
                <c:pt idx="64">
                  <c:v>0.00211611110717058</c:v>
                </c:pt>
                <c:pt idx="65">
                  <c:v>0.00223228405229747</c:v>
                </c:pt>
                <c:pt idx="66">
                  <c:v>0.00295480131171644</c:v>
                </c:pt>
                <c:pt idx="67">
                  <c:v>0.00279431417584419</c:v>
                </c:pt>
                <c:pt idx="68">
                  <c:v>0.00239078118465841</c:v>
                </c:pt>
                <c:pt idx="69">
                  <c:v>0.00194492284208536</c:v>
                </c:pt>
                <c:pt idx="70">
                  <c:v>0.00179909123107791</c:v>
                </c:pt>
                <c:pt idx="71">
                  <c:v>0.00150433438830078</c:v>
                </c:pt>
                <c:pt idx="72">
                  <c:v>0.00146930571645498</c:v>
                </c:pt>
                <c:pt idx="73">
                  <c:v>0.00231522647663951</c:v>
                </c:pt>
                <c:pt idx="74">
                  <c:v>0.00148076459299773</c:v>
                </c:pt>
                <c:pt idx="75">
                  <c:v>0.0013205639552325</c:v>
                </c:pt>
                <c:pt idx="76">
                  <c:v>0.00175553723238409</c:v>
                </c:pt>
                <c:pt idx="77">
                  <c:v>0.00139106286223978</c:v>
                </c:pt>
                <c:pt idx="78">
                  <c:v>0.00198008166626096</c:v>
                </c:pt>
                <c:pt idx="79">
                  <c:v>0.00201575830578804</c:v>
                </c:pt>
                <c:pt idx="80">
                  <c:v>0.0013102296506986</c:v>
                </c:pt>
                <c:pt idx="81">
                  <c:v>0.00159390387125313</c:v>
                </c:pt>
                <c:pt idx="82">
                  <c:v>0.00112420658115298</c:v>
                </c:pt>
                <c:pt idx="83">
                  <c:v>0.00106323033105582</c:v>
                </c:pt>
                <c:pt idx="84">
                  <c:v>0.00141002982854843</c:v>
                </c:pt>
                <c:pt idx="85">
                  <c:v>0.00185049138963223</c:v>
                </c:pt>
                <c:pt idx="86">
                  <c:v>0.00101471622474492</c:v>
                </c:pt>
                <c:pt idx="87">
                  <c:v>0.00111620919778943</c:v>
                </c:pt>
                <c:pt idx="88">
                  <c:v>0.0010488701518625</c:v>
                </c:pt>
                <c:pt idx="89">
                  <c:v>0.00105774682015181</c:v>
                </c:pt>
                <c:pt idx="90">
                  <c:v>0.000923939980566502</c:v>
                </c:pt>
                <c:pt idx="91">
                  <c:v>0.000767729885410517</c:v>
                </c:pt>
                <c:pt idx="92">
                  <c:v>0.00109023135155439</c:v>
                </c:pt>
                <c:pt idx="93">
                  <c:v>0.000847492832690477</c:v>
                </c:pt>
                <c:pt idx="94">
                  <c:v>0.00104292796459049</c:v>
                </c:pt>
                <c:pt idx="95">
                  <c:v>0.000763421878218651</c:v>
                </c:pt>
                <c:pt idx="96">
                  <c:v>0.000980189302936196</c:v>
                </c:pt>
                <c:pt idx="97">
                  <c:v>0.000904690008610487</c:v>
                </c:pt>
                <c:pt idx="98">
                  <c:v>0.000484004325699061</c:v>
                </c:pt>
                <c:pt idx="99">
                  <c:v>0.00161337235476822</c:v>
                </c:pt>
                <c:pt idx="100">
                  <c:v>0.00126329076010734</c:v>
                </c:pt>
                <c:pt idx="101">
                  <c:v>0.00069088360760361</c:v>
                </c:pt>
                <c:pt idx="102">
                  <c:v>0.0015966861974448</c:v>
                </c:pt>
                <c:pt idx="103">
                  <c:v>0.000754619482904673</c:v>
                </c:pt>
                <c:pt idx="104">
                  <c:v>0.000712634937372059</c:v>
                </c:pt>
                <c:pt idx="105">
                  <c:v>0.000460943061625585</c:v>
                </c:pt>
                <c:pt idx="106">
                  <c:v>0.000373932183720171</c:v>
                </c:pt>
                <c:pt idx="107">
                  <c:v>0.00114030647091568</c:v>
                </c:pt>
                <c:pt idx="108">
                  <c:v>0.00104951253160834</c:v>
                </c:pt>
                <c:pt idx="109">
                  <c:v>0.000257461855653673</c:v>
                </c:pt>
                <c:pt idx="110">
                  <c:v>0.00031692098127678</c:v>
                </c:pt>
                <c:pt idx="111">
                  <c:v>0.000429142819484696</c:v>
                </c:pt>
                <c:pt idx="112">
                  <c:v>0.000564766756724566</c:v>
                </c:pt>
                <c:pt idx="113">
                  <c:v>0.000430840300396085</c:v>
                </c:pt>
                <c:pt idx="114">
                  <c:v>0.000117641320684925</c:v>
                </c:pt>
                <c:pt idx="115">
                  <c:v>0.000179836744791828</c:v>
                </c:pt>
                <c:pt idx="116">
                  <c:v>8.47621631692164E-05</c:v>
                </c:pt>
                <c:pt idx="117">
                  <c:v>2.06114018510561E-05</c:v>
                </c:pt>
                <c:pt idx="118">
                  <c:v>1.10166856757132E-05</c:v>
                </c:pt>
                <c:pt idx="119">
                  <c:v>-2.60721826073063E-11</c:v>
                </c:pt>
              </c:numCache>
            </c:numRef>
          </c:yVal>
          <c:smooth val="0"/>
        </c:ser>
        <c:ser>
          <c:idx val="4"/>
          <c:order val="4"/>
          <c:tx>
            <c:v>8111</c:v>
          </c:tx>
          <c:spPr>
            <a:ln xmlns:a="http://schemas.openxmlformats.org/drawingml/2006/main" w="7620">
              <a:solidFill>
                <a:srgbClr val="CCBB8F"/>
              </a:solidFill>
            </a:ln>
          </c:spPr>
          <c:marker>
            <c:symbol val="none"/>
          </c:marker>
          <c:xVal>
            <c:numRef>
              <c:f>'Chart Data'!$I$2:$I$121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Data'!$J$2:$J$121</c:f>
              <c:numCache>
                <c:formatCode>0.0000</c:formatCode>
                <c:ptCount val="120"/>
                <c:pt idx="0">
                  <c:v>0.00813436135649681</c:v>
                </c:pt>
                <c:pt idx="1">
                  <c:v>0.00736544374376535</c:v>
                </c:pt>
                <c:pt idx="2">
                  <c:v>0.0061117778532207</c:v>
                </c:pt>
                <c:pt idx="3">
                  <c:v>0.0061328336596489</c:v>
                </c:pt>
                <c:pt idx="4">
                  <c:v>0.00478444574400783</c:v>
                </c:pt>
                <c:pt idx="5">
                  <c:v>0.00559904193505645</c:v>
                </c:pt>
                <c:pt idx="6">
                  <c:v>0.00504217436537147</c:v>
                </c:pt>
                <c:pt idx="7">
                  <c:v>0.00442372914403677</c:v>
                </c:pt>
                <c:pt idx="8">
                  <c:v>0.00304483226500452</c:v>
                </c:pt>
                <c:pt idx="9">
                  <c:v>0.00465493043884635</c:v>
                </c:pt>
                <c:pt idx="10">
                  <c:v>0.00378142576664686</c:v>
                </c:pt>
                <c:pt idx="11">
                  <c:v>0.00345410755835474</c:v>
                </c:pt>
                <c:pt idx="12">
                  <c:v>0.00347830518148839</c:v>
                </c:pt>
                <c:pt idx="13">
                  <c:v>0.00357434060424566</c:v>
                </c:pt>
                <c:pt idx="14">
                  <c:v>0.00385961635038257</c:v>
                </c:pt>
                <c:pt idx="15">
                  <c:v>0.0037057725712657</c:v>
                </c:pt>
                <c:pt idx="16">
                  <c:v>0.00296072917990386</c:v>
                </c:pt>
                <c:pt idx="17">
                  <c:v>0.00374843273311853</c:v>
                </c:pt>
                <c:pt idx="18">
                  <c:v>0.0039015500806272</c:v>
                </c:pt>
                <c:pt idx="19">
                  <c:v>0.00293165910989046</c:v>
                </c:pt>
                <c:pt idx="20">
                  <c:v>0.00256879720836878</c:v>
                </c:pt>
                <c:pt idx="21">
                  <c:v>0.00315107475034893</c:v>
                </c:pt>
                <c:pt idx="22">
                  <c:v>0.00306331156753004</c:v>
                </c:pt>
                <c:pt idx="23">
                  <c:v>0.00280606537126005</c:v>
                </c:pt>
                <c:pt idx="24">
                  <c:v>0.00376062351278961</c:v>
                </c:pt>
                <c:pt idx="25">
                  <c:v>0.00234525743871927</c:v>
                </c:pt>
                <c:pt idx="26">
                  <c:v>0.00321283540688455</c:v>
                </c:pt>
                <c:pt idx="27">
                  <c:v>0.00278384890407324</c:v>
                </c:pt>
                <c:pt idx="28">
                  <c:v>0.00196471158415079</c:v>
                </c:pt>
                <c:pt idx="29">
                  <c:v>0.00303934584371746</c:v>
                </c:pt>
                <c:pt idx="30">
                  <c:v>0.00284088659100235</c:v>
                </c:pt>
                <c:pt idx="31">
                  <c:v>0.00347511423751712</c:v>
                </c:pt>
                <c:pt idx="32">
                  <c:v>0.0027050010394305</c:v>
                </c:pt>
                <c:pt idx="33">
                  <c:v>0.00221748766489327</c:v>
                </c:pt>
                <c:pt idx="34">
                  <c:v>0.00244553200900555</c:v>
                </c:pt>
                <c:pt idx="35">
                  <c:v>0.002567840507254</c:v>
                </c:pt>
                <c:pt idx="36">
                  <c:v>0.00295887421816587</c:v>
                </c:pt>
                <c:pt idx="37">
                  <c:v>0.00264320964924991</c:v>
                </c:pt>
                <c:pt idx="38">
                  <c:v>0.00323334336280823</c:v>
                </c:pt>
                <c:pt idx="39">
                  <c:v>0.00333887850865722</c:v>
                </c:pt>
                <c:pt idx="40">
                  <c:v>0.00276364269666374</c:v>
                </c:pt>
                <c:pt idx="41">
                  <c:v>0.00169337377883494</c:v>
                </c:pt>
                <c:pt idx="42">
                  <c:v>0.00301925837993622</c:v>
                </c:pt>
                <c:pt idx="43">
                  <c:v>0.00224475213326514</c:v>
                </c:pt>
                <c:pt idx="44">
                  <c:v>0.00234397477470338</c:v>
                </c:pt>
                <c:pt idx="45">
                  <c:v>0.00221966695971787</c:v>
                </c:pt>
                <c:pt idx="46">
                  <c:v>0.00226998887956142</c:v>
                </c:pt>
                <c:pt idx="47">
                  <c:v>0.00213710474781692</c:v>
                </c:pt>
                <c:pt idx="48">
                  <c:v>0.00234295683912933</c:v>
                </c:pt>
                <c:pt idx="49">
                  <c:v>0.00259920116513968</c:v>
                </c:pt>
                <c:pt idx="50">
                  <c:v>0.00220564869232476</c:v>
                </c:pt>
                <c:pt idx="51">
                  <c:v>0.00217561260797083</c:v>
                </c:pt>
                <c:pt idx="52">
                  <c:v>0.00341343483887613</c:v>
                </c:pt>
                <c:pt idx="53">
                  <c:v>0.00262824236415327</c:v>
                </c:pt>
                <c:pt idx="54">
                  <c:v>0.00184139609336853</c:v>
                </c:pt>
                <c:pt idx="55">
                  <c:v>0.00252388883382082</c:v>
                </c:pt>
                <c:pt idx="56">
                  <c:v>0.00202364916913211</c:v>
                </c:pt>
                <c:pt idx="57">
                  <c:v>0.00197031209245324</c:v>
                </c:pt>
                <c:pt idx="58">
                  <c:v>0.00187163730151951</c:v>
                </c:pt>
                <c:pt idx="59">
                  <c:v>0.00165246822871268</c:v>
                </c:pt>
                <c:pt idx="60">
                  <c:v>0.00202820310369134</c:v>
                </c:pt>
                <c:pt idx="61">
                  <c:v>0.00192809803411365</c:v>
                </c:pt>
                <c:pt idx="62">
                  <c:v>0.00188985967542976</c:v>
                </c:pt>
                <c:pt idx="63">
                  <c:v>0.00196982361376286</c:v>
                </c:pt>
                <c:pt idx="64">
                  <c:v>0.00197529676370323</c:v>
                </c:pt>
                <c:pt idx="65">
                  <c:v>0.00174470338970423</c:v>
                </c:pt>
                <c:pt idx="66">
                  <c:v>0.00133673381060362</c:v>
                </c:pt>
                <c:pt idx="67">
                  <c:v>0.00192216946743429</c:v>
                </c:pt>
                <c:pt idx="68">
                  <c:v>0.00133401749189943</c:v>
                </c:pt>
                <c:pt idx="69">
                  <c:v>0.0017723438795656</c:v>
                </c:pt>
                <c:pt idx="70">
                  <c:v>0.0020102052949369</c:v>
                </c:pt>
                <c:pt idx="71">
                  <c:v>0.00129977217875421</c:v>
                </c:pt>
                <c:pt idx="72">
                  <c:v>0.00197073398157954</c:v>
                </c:pt>
                <c:pt idx="73">
                  <c:v>0.00186743005178869</c:v>
                </c:pt>
                <c:pt idx="74">
                  <c:v>0.00184772838838398</c:v>
                </c:pt>
                <c:pt idx="75">
                  <c:v>0.00135797774419188</c:v>
                </c:pt>
                <c:pt idx="76">
                  <c:v>0.00161741068586707</c:v>
                </c:pt>
                <c:pt idx="77">
                  <c:v>0.00143927545286715</c:v>
                </c:pt>
                <c:pt idx="78">
                  <c:v>0.00153333297930658</c:v>
                </c:pt>
                <c:pt idx="79">
                  <c:v>0.00187871023081243</c:v>
                </c:pt>
                <c:pt idx="80">
                  <c:v>0.00144622847437859</c:v>
                </c:pt>
                <c:pt idx="81">
                  <c:v>0.00121635675895959</c:v>
                </c:pt>
                <c:pt idx="82">
                  <c:v>0.00152318831533194</c:v>
                </c:pt>
                <c:pt idx="83">
                  <c:v>0.00153174891602248</c:v>
                </c:pt>
                <c:pt idx="84">
                  <c:v>0.00118404137901962</c:v>
                </c:pt>
                <c:pt idx="85">
                  <c:v>0.00106380390934646</c:v>
                </c:pt>
                <c:pt idx="86">
                  <c:v>0.00104567978996783</c:v>
                </c:pt>
                <c:pt idx="87">
                  <c:v>0.0010430277325213</c:v>
                </c:pt>
                <c:pt idx="88">
                  <c:v>0.00116878701373935</c:v>
                </c:pt>
                <c:pt idx="89">
                  <c:v>0.0010996590135619</c:v>
                </c:pt>
                <c:pt idx="90">
                  <c:v>0.00161646562628448</c:v>
                </c:pt>
                <c:pt idx="91">
                  <c:v>0.00172005628701299</c:v>
                </c:pt>
                <c:pt idx="92">
                  <c:v>0.00092946516815573</c:v>
                </c:pt>
                <c:pt idx="93">
                  <c:v>0.00101551157422364</c:v>
                </c:pt>
                <c:pt idx="94">
                  <c:v>0.00104800215922296</c:v>
                </c:pt>
                <c:pt idx="95">
                  <c:v>0.00101848493795842</c:v>
                </c:pt>
                <c:pt idx="96">
                  <c:v>0.000903954729437828</c:v>
                </c:pt>
                <c:pt idx="97">
                  <c:v>0.000949203909840435</c:v>
                </c:pt>
                <c:pt idx="98">
                  <c:v>0.000674367125611752</c:v>
                </c:pt>
                <c:pt idx="99">
                  <c:v>0.000563088105991483</c:v>
                </c:pt>
                <c:pt idx="100">
                  <c:v>0.000820673885755241</c:v>
                </c:pt>
                <c:pt idx="101">
                  <c:v>0.000932893482968211</c:v>
                </c:pt>
                <c:pt idx="102">
                  <c:v>0.00126591580919921</c:v>
                </c:pt>
                <c:pt idx="103">
                  <c:v>0.000922858598642051</c:v>
                </c:pt>
                <c:pt idx="104">
                  <c:v>0.000636896234937012</c:v>
                </c:pt>
                <c:pt idx="105">
                  <c:v>0.00122731307055801</c:v>
                </c:pt>
                <c:pt idx="106">
                  <c:v>0.000495607382617891</c:v>
                </c:pt>
                <c:pt idx="107">
                  <c:v>0.000629666203167289</c:v>
                </c:pt>
                <c:pt idx="108">
                  <c:v>0.000716355862095952</c:v>
                </c:pt>
                <c:pt idx="109">
                  <c:v>0.000325796368997544</c:v>
                </c:pt>
                <c:pt idx="110">
                  <c:v>0.000600296480115503</c:v>
                </c:pt>
                <c:pt idx="111">
                  <c:v>0.000437554554082453</c:v>
                </c:pt>
                <c:pt idx="112">
                  <c:v>0.000253094563959166</c:v>
                </c:pt>
                <c:pt idx="113">
                  <c:v>0.00023625347239431</c:v>
                </c:pt>
                <c:pt idx="114">
                  <c:v>0.000133889247081243</c:v>
                </c:pt>
                <c:pt idx="115">
                  <c:v>0.000140157237183303</c:v>
                </c:pt>
                <c:pt idx="116">
                  <c:v>3.56594646291342E-05</c:v>
                </c:pt>
                <c:pt idx="117">
                  <c:v>3.35910626745317E-05</c:v>
                </c:pt>
                <c:pt idx="118">
                  <c:v>4.40016356151318E-06</c:v>
                </c:pt>
                <c:pt idx="119">
                  <c:v>4.85063855401591E-12</c:v>
                </c:pt>
              </c:numCache>
            </c:numRef>
          </c:yVal>
          <c:smooth val="0"/>
        </c:ser>
        <c:ser>
          <c:idx val="5"/>
          <c:order val="5"/>
          <c:tx>
            <c:v>Five-run mean</c:v>
          </c:tx>
          <c:spPr>
            <a:ln xmlns:a="http://schemas.openxmlformats.org/drawingml/2006/main" w="26670">
              <a:solidFill>
                <a:srgbClr val="137B73"/>
              </a:solidFill>
            </a:ln>
          </c:spPr>
          <c:marker>
            <c:symbol val="none"/>
          </c:marker>
          <c:xVal>
            <c:numRef>
              <c:f>'Chart Data'!$K$2:$K$121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Data'!$L$2:$L$121</c:f>
              <c:numCache>
                <c:formatCode>0.0000</c:formatCode>
                <c:ptCount val="120"/>
                <c:pt idx="0">
                  <c:v>0.00770701821893454</c:v>
                </c:pt>
                <c:pt idx="1">
                  <c:v>0.00727832885459065</c:v>
                </c:pt>
                <c:pt idx="2">
                  <c:v>0.00652899136766791</c:v>
                </c:pt>
                <c:pt idx="3">
                  <c:v>0.00630908170714974</c:v>
                </c:pt>
                <c:pt idx="4">
                  <c:v>0.00541474958881736</c:v>
                </c:pt>
                <c:pt idx="5">
                  <c:v>0.00571567034348845</c:v>
                </c:pt>
                <c:pt idx="6">
                  <c:v>0.00477984054014087</c:v>
                </c:pt>
                <c:pt idx="7">
                  <c:v>0.00488995513878763</c:v>
                </c:pt>
                <c:pt idx="8">
                  <c:v>0.00447578732855618</c:v>
                </c:pt>
                <c:pt idx="9">
                  <c:v>0.00371962580829859</c:v>
                </c:pt>
                <c:pt idx="10">
                  <c:v>0.0035656422842294</c:v>
                </c:pt>
                <c:pt idx="11">
                  <c:v>0.00342466277070343</c:v>
                </c:pt>
                <c:pt idx="12">
                  <c:v>0.0034959938377142</c:v>
                </c:pt>
                <c:pt idx="13">
                  <c:v>0.00356853748671711</c:v>
                </c:pt>
                <c:pt idx="14">
                  <c:v>0.0034710309933871</c:v>
                </c:pt>
                <c:pt idx="15">
                  <c:v>0.00371216484345496</c:v>
                </c:pt>
                <c:pt idx="16">
                  <c:v>0.00343747739680111</c:v>
                </c:pt>
                <c:pt idx="17">
                  <c:v>0.00356666590087116</c:v>
                </c:pt>
                <c:pt idx="18">
                  <c:v>0.00332545707933605</c:v>
                </c:pt>
                <c:pt idx="19">
                  <c:v>0.00314136864617467</c:v>
                </c:pt>
                <c:pt idx="20">
                  <c:v>0.00347608872689307</c:v>
                </c:pt>
                <c:pt idx="21">
                  <c:v>0.00333151472732425</c:v>
                </c:pt>
                <c:pt idx="22">
                  <c:v>0.00276900930330157</c:v>
                </c:pt>
                <c:pt idx="23">
                  <c:v>0.00274728434160352</c:v>
                </c:pt>
                <c:pt idx="24">
                  <c:v>0.00323523571714759</c:v>
                </c:pt>
                <c:pt idx="25">
                  <c:v>0.00309103028848767</c:v>
                </c:pt>
                <c:pt idx="26">
                  <c:v>0.00324261179193854</c:v>
                </c:pt>
                <c:pt idx="27">
                  <c:v>0.00289394152350724</c:v>
                </c:pt>
                <c:pt idx="28">
                  <c:v>0.00263457684777677</c:v>
                </c:pt>
                <c:pt idx="29">
                  <c:v>0.00258851675316691</c:v>
                </c:pt>
                <c:pt idx="30">
                  <c:v>0.00250913994386792</c:v>
                </c:pt>
                <c:pt idx="31">
                  <c:v>0.00285150627605617</c:v>
                </c:pt>
                <c:pt idx="32">
                  <c:v>0.00277597035747021</c:v>
                </c:pt>
                <c:pt idx="33">
                  <c:v>0.00257274205796421</c:v>
                </c:pt>
                <c:pt idx="34">
                  <c:v>0.00233844527974725</c:v>
                </c:pt>
                <c:pt idx="35">
                  <c:v>0.0026466425973922</c:v>
                </c:pt>
                <c:pt idx="36">
                  <c:v>0.00252755912952125</c:v>
                </c:pt>
                <c:pt idx="37">
                  <c:v>0.00267305087763816</c:v>
                </c:pt>
                <c:pt idx="38">
                  <c:v>0.0025822433643043</c:v>
                </c:pt>
                <c:pt idx="39">
                  <c:v>0.00260933884419501</c:v>
                </c:pt>
                <c:pt idx="40">
                  <c:v>0.00245719484519213</c:v>
                </c:pt>
                <c:pt idx="41">
                  <c:v>0.00245450313668698</c:v>
                </c:pt>
                <c:pt idx="42">
                  <c:v>0.00260094415862113</c:v>
                </c:pt>
                <c:pt idx="43">
                  <c:v>0.00260531571693718</c:v>
                </c:pt>
                <c:pt idx="44">
                  <c:v>0.00216474970802665</c:v>
                </c:pt>
                <c:pt idx="45">
                  <c:v>0.00235800072550774</c:v>
                </c:pt>
                <c:pt idx="46">
                  <c:v>0.00232857821974903</c:v>
                </c:pt>
                <c:pt idx="47">
                  <c:v>0.0022306052967906</c:v>
                </c:pt>
                <c:pt idx="48">
                  <c:v>0.00217745190020651</c:v>
                </c:pt>
                <c:pt idx="49">
                  <c:v>0.00217744500841945</c:v>
                </c:pt>
                <c:pt idx="50">
                  <c:v>0.00214400270488113</c:v>
                </c:pt>
                <c:pt idx="51">
                  <c:v>0.00216693836264312</c:v>
                </c:pt>
                <c:pt idx="52">
                  <c:v>0.00226383619010448</c:v>
                </c:pt>
                <c:pt idx="53">
                  <c:v>0.00213887311983854</c:v>
                </c:pt>
                <c:pt idx="54">
                  <c:v>0.00182028871495277</c:v>
                </c:pt>
                <c:pt idx="55">
                  <c:v>0.00226881797425449</c:v>
                </c:pt>
                <c:pt idx="56">
                  <c:v>0.00207545571029186</c:v>
                </c:pt>
                <c:pt idx="57">
                  <c:v>0.00176943016704172</c:v>
                </c:pt>
                <c:pt idx="58">
                  <c:v>0.00211393549107015</c:v>
                </c:pt>
                <c:pt idx="59">
                  <c:v>0.00194697964470834</c:v>
                </c:pt>
                <c:pt idx="60">
                  <c:v>0.00215743894223124</c:v>
                </c:pt>
                <c:pt idx="61">
                  <c:v>0.00193598116748035</c:v>
                </c:pt>
                <c:pt idx="62">
                  <c:v>0.0020984553033486</c:v>
                </c:pt>
                <c:pt idx="63">
                  <c:v>0.00188562632538378</c:v>
                </c:pt>
                <c:pt idx="64">
                  <c:v>0.00191623875871301</c:v>
                </c:pt>
                <c:pt idx="65">
                  <c:v>0.00179299796000123</c:v>
                </c:pt>
                <c:pt idx="66">
                  <c:v>0.0018998758867383</c:v>
                </c:pt>
                <c:pt idx="67">
                  <c:v>0.00189524372108281</c:v>
                </c:pt>
                <c:pt idx="68">
                  <c:v>0.00167778059840202</c:v>
                </c:pt>
                <c:pt idx="69">
                  <c:v>0.00163030108669773</c:v>
                </c:pt>
                <c:pt idx="70">
                  <c:v>0.00174953078385442</c:v>
                </c:pt>
                <c:pt idx="71">
                  <c:v>0.00183905537705868</c:v>
                </c:pt>
                <c:pt idx="72">
                  <c:v>0.00152173053938895</c:v>
                </c:pt>
                <c:pt idx="73">
                  <c:v>0.0015572925331071</c:v>
                </c:pt>
                <c:pt idx="74">
                  <c:v>0.00160864926874638</c:v>
                </c:pt>
                <c:pt idx="75">
                  <c:v>0.00136212216457352</c:v>
                </c:pt>
                <c:pt idx="76">
                  <c:v>0.0014144322136417</c:v>
                </c:pt>
                <c:pt idx="77">
                  <c:v>0.00160708425100893</c:v>
                </c:pt>
                <c:pt idx="78">
                  <c:v>0.00154586252756417</c:v>
                </c:pt>
                <c:pt idx="79">
                  <c:v>0.00152701039332896</c:v>
                </c:pt>
                <c:pt idx="80">
                  <c:v>0.00141951669938862</c:v>
                </c:pt>
                <c:pt idx="81">
                  <c:v>0.00145873739384115</c:v>
                </c:pt>
                <c:pt idx="82">
                  <c:v>0.00120347471674904</c:v>
                </c:pt>
                <c:pt idx="83">
                  <c:v>0.00119452048093081</c:v>
                </c:pt>
                <c:pt idx="84">
                  <c:v>0.0011984640150331</c:v>
                </c:pt>
                <c:pt idx="85">
                  <c:v>0.0012497216812335</c:v>
                </c:pt>
                <c:pt idx="86">
                  <c:v>0.000985714979469776</c:v>
                </c:pt>
                <c:pt idx="87">
                  <c:v>0.00111701081041247</c:v>
                </c:pt>
                <c:pt idx="88">
                  <c:v>0.00106576564721763</c:v>
                </c:pt>
                <c:pt idx="89">
                  <c:v>0.00123890971299261</c:v>
                </c:pt>
                <c:pt idx="90">
                  <c:v>0.00116908417548984</c:v>
                </c:pt>
                <c:pt idx="91">
                  <c:v>0.00109512190101668</c:v>
                </c:pt>
                <c:pt idx="92">
                  <c:v>0.000995020871050656</c:v>
                </c:pt>
                <c:pt idx="93">
                  <c:v>0.000939860893413424</c:v>
                </c:pt>
                <c:pt idx="94">
                  <c:v>0.00122185565996915</c:v>
                </c:pt>
                <c:pt idx="95">
                  <c:v>0.000983893510419875</c:v>
                </c:pt>
                <c:pt idx="96">
                  <c:v>0.000807066611014307</c:v>
                </c:pt>
                <c:pt idx="97">
                  <c:v>0.000899307453073561</c:v>
                </c:pt>
                <c:pt idx="98">
                  <c:v>0.000859276205301285</c:v>
                </c:pt>
                <c:pt idx="99">
                  <c:v>0.000889825576450676</c:v>
                </c:pt>
                <c:pt idx="100">
                  <c:v>0.000897504267049953</c:v>
                </c:pt>
                <c:pt idx="101">
                  <c:v>0.000713971914956346</c:v>
                </c:pt>
                <c:pt idx="102">
                  <c:v>0.000935845705680549</c:v>
                </c:pt>
                <c:pt idx="103">
                  <c:v>0.000848864356521517</c:v>
                </c:pt>
                <c:pt idx="104">
                  <c:v>0.00072885281406343</c:v>
                </c:pt>
                <c:pt idx="105">
                  <c:v>0.000846878002630547</c:v>
                </c:pt>
                <c:pt idx="106">
                  <c:v>0.000561396760167554</c:v>
                </c:pt>
                <c:pt idx="107">
                  <c:v>0.000563135766424239</c:v>
                </c:pt>
                <c:pt idx="108">
                  <c:v>0.000625658401986584</c:v>
                </c:pt>
                <c:pt idx="109">
                  <c:v>0.000434520942508243</c:v>
                </c:pt>
                <c:pt idx="110">
                  <c:v>0.000550824939273298</c:v>
                </c:pt>
                <c:pt idx="111">
                  <c:v>0.000342311643180437</c:v>
                </c:pt>
                <c:pt idx="112">
                  <c:v>0.000408064087969251</c:v>
                </c:pt>
                <c:pt idx="113">
                  <c:v>0.00036425331782084</c:v>
                </c:pt>
                <c:pt idx="114">
                  <c:v>0.00011780336353695</c:v>
                </c:pt>
                <c:pt idx="115">
                  <c:v>0.000188772367982892</c:v>
                </c:pt>
                <c:pt idx="116">
                  <c:v>3.80021538148867E-05</c:v>
                </c:pt>
                <c:pt idx="117">
                  <c:v>4.05895694711944E-05</c:v>
                </c:pt>
                <c:pt idx="118">
                  <c:v>6.34995003565564E-06</c:v>
                </c:pt>
                <c:pt idx="119">
                  <c:v>-4.72937322984479E-12</c:v>
                </c:pt>
              </c:numCache>
            </c:numRef>
          </c:yVal>
          <c:smooth val="0"/>
        </c:ser>
        <c:ser>
          <c:idx val="6"/>
          <c:order val="6"/>
          <c:tx>
            <c:v>Mean - sample SD</c:v>
          </c:tx>
          <c:spPr>
            <a:ln xmlns:a="http://schemas.openxmlformats.org/drawingml/2006/main" w="12383">
              <a:solidFill>
                <a:srgbClr val="69A49D"/>
              </a:solidFill>
              <a:prstDash val="dash"/>
            </a:ln>
          </c:spPr>
          <c:marker>
            <c:symbol val="none"/>
          </c:marker>
          <c:xVal>
            <c:numRef>
              <c:f>'Chart Data'!$M$2:$M$121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Data'!$N$2:$N$121</c:f>
              <c:numCache>
                <c:formatCode>0.0000</c:formatCode>
                <c:ptCount val="120"/>
                <c:pt idx="0">
                  <c:v>0.0063274417343841</c:v>
                </c:pt>
                <c:pt idx="1">
                  <c:v>0.00666919224767057</c:v>
                </c:pt>
                <c:pt idx="2">
                  <c:v>0.00612269384216574</c:v>
                </c:pt>
                <c:pt idx="3">
                  <c:v>0.00577841632437293</c:v>
                </c:pt>
                <c:pt idx="4">
                  <c:v>0.00488858479779694</c:v>
                </c:pt>
                <c:pt idx="5">
                  <c:v>0.00519191783202755</c:v>
                </c:pt>
                <c:pt idx="6">
                  <c:v>0.0045757438663228</c:v>
                </c:pt>
                <c:pt idx="7">
                  <c:v>0.00386610168670703</c:v>
                </c:pt>
                <c:pt idx="8">
                  <c:v>0.00360218186735477</c:v>
                </c:pt>
                <c:pt idx="9">
                  <c:v>0.00301783731403965</c:v>
                </c:pt>
                <c:pt idx="10">
                  <c:v>0.00327345484383535</c:v>
                </c:pt>
                <c:pt idx="11">
                  <c:v>0.00268763893888832</c:v>
                </c:pt>
                <c:pt idx="12">
                  <c:v>0.0028018541323218</c:v>
                </c:pt>
                <c:pt idx="13">
                  <c:v>0.00317365041427452</c:v>
                </c:pt>
                <c:pt idx="14">
                  <c:v>0.00321163191647027</c:v>
                </c:pt>
                <c:pt idx="15">
                  <c:v>0.00301873893918848</c:v>
                </c:pt>
                <c:pt idx="16">
                  <c:v>0.00265332903889494</c:v>
                </c:pt>
                <c:pt idx="17">
                  <c:v>0.00287099361984811</c:v>
                </c:pt>
                <c:pt idx="18">
                  <c:v>0.00268554750036784</c:v>
                </c:pt>
                <c:pt idx="19">
                  <c:v>0.00258690425447999</c:v>
                </c:pt>
                <c:pt idx="20">
                  <c:v>0.00274301274519298</c:v>
                </c:pt>
                <c:pt idx="21">
                  <c:v>0.00266757810028449</c:v>
                </c:pt>
                <c:pt idx="22">
                  <c:v>0.0024207866191485</c:v>
                </c:pt>
                <c:pt idx="23">
                  <c:v>0.00242302529563031</c:v>
                </c:pt>
                <c:pt idx="24">
                  <c:v>0.00254404831350853</c:v>
                </c:pt>
                <c:pt idx="25">
                  <c:v>0.00238885888685977</c:v>
                </c:pt>
                <c:pt idx="26">
                  <c:v>0.00225359413711758</c:v>
                </c:pt>
                <c:pt idx="27">
                  <c:v>0.00238803701726457</c:v>
                </c:pt>
                <c:pt idx="28">
                  <c:v>0.00191694564526543</c:v>
                </c:pt>
                <c:pt idx="29">
                  <c:v>0.00207518923124061</c:v>
                </c:pt>
                <c:pt idx="30">
                  <c:v>0.00170236276061634</c:v>
                </c:pt>
                <c:pt idx="31">
                  <c:v>0.00217162727772618</c:v>
                </c:pt>
                <c:pt idx="32">
                  <c:v>0.00213394255635637</c:v>
                </c:pt>
                <c:pt idx="33">
                  <c:v>0.00185879286573269</c:v>
                </c:pt>
                <c:pt idx="34">
                  <c:v>0.00190843055518647</c:v>
                </c:pt>
                <c:pt idx="35">
                  <c:v>0.00222234860466437</c:v>
                </c:pt>
                <c:pt idx="36">
                  <c:v>0.00207810343364904</c:v>
                </c:pt>
                <c:pt idx="37">
                  <c:v>0.00201219299093025</c:v>
                </c:pt>
                <c:pt idx="38">
                  <c:v>0.00189445538816676</c:v>
                </c:pt>
                <c:pt idx="39">
                  <c:v>0.00210808949898634</c:v>
                </c:pt>
                <c:pt idx="40">
                  <c:v>0.00192377903135521</c:v>
                </c:pt>
                <c:pt idx="41">
                  <c:v>0.00182611819849531</c:v>
                </c:pt>
                <c:pt idx="42">
                  <c:v>0.00175401040310937</c:v>
                </c:pt>
                <c:pt idx="43">
                  <c:v>0.0021963063689388</c:v>
                </c:pt>
                <c:pt idx="44">
                  <c:v>0.00153557233628276</c:v>
                </c:pt>
                <c:pt idx="45">
                  <c:v>0.00177152690447216</c:v>
                </c:pt>
                <c:pt idx="46">
                  <c:v>0.00164799714875193</c:v>
                </c:pt>
                <c:pt idx="47">
                  <c:v>0.00158982332689132</c:v>
                </c:pt>
                <c:pt idx="48">
                  <c:v>0.00153854401204266</c:v>
                </c:pt>
                <c:pt idx="49">
                  <c:v>0.00150314862677211</c:v>
                </c:pt>
                <c:pt idx="50">
                  <c:v>0.00155160598459415</c:v>
                </c:pt>
                <c:pt idx="51">
                  <c:v>0.00162849409794478</c:v>
                </c:pt>
                <c:pt idx="52">
                  <c:v>0.0015661005245712</c:v>
                </c:pt>
                <c:pt idx="53">
                  <c:v>0.00146858864753957</c:v>
                </c:pt>
                <c:pt idx="54">
                  <c:v>0.00138295812260087</c:v>
                </c:pt>
                <c:pt idx="55">
                  <c:v>0.00168429108751065</c:v>
                </c:pt>
                <c:pt idx="56">
                  <c:v>0.00144701545309079</c:v>
                </c:pt>
                <c:pt idx="57">
                  <c:v>0.00141627375439255</c:v>
                </c:pt>
                <c:pt idx="58">
                  <c:v>0.00147510341098369</c:v>
                </c:pt>
                <c:pt idx="59">
                  <c:v>0.00163718020747194</c:v>
                </c:pt>
                <c:pt idx="60">
                  <c:v>0.00187532325272003</c:v>
                </c:pt>
                <c:pt idx="61">
                  <c:v>0.00162723630592037</c:v>
                </c:pt>
                <c:pt idx="62">
                  <c:v>0.00156577542138372</c:v>
                </c:pt>
                <c:pt idx="63">
                  <c:v>0.00151395180171347</c:v>
                </c:pt>
                <c:pt idx="64">
                  <c:v>0.00159198317730602</c:v>
                </c:pt>
                <c:pt idx="65">
                  <c:v>0.00151636994684716</c:v>
                </c:pt>
                <c:pt idx="66">
                  <c:v>0.00124799365813536</c:v>
                </c:pt>
                <c:pt idx="67">
                  <c:v>0.00118679657936228</c:v>
                </c:pt>
                <c:pt idx="68">
                  <c:v>0.0010409436487294</c:v>
                </c:pt>
                <c:pt idx="69">
                  <c:v>0.00119227849657683</c:v>
                </c:pt>
                <c:pt idx="70">
                  <c:v>0.00150891600317591</c:v>
                </c:pt>
                <c:pt idx="71">
                  <c:v>0.00132485759949424</c:v>
                </c:pt>
                <c:pt idx="72">
                  <c:v>0.0011470742903734</c:v>
                </c:pt>
                <c:pt idx="73">
                  <c:v>0.000956743835457547</c:v>
                </c:pt>
                <c:pt idx="74">
                  <c:v>0.00120057690567794</c:v>
                </c:pt>
                <c:pt idx="75">
                  <c:v>0.00108260328753322</c:v>
                </c:pt>
                <c:pt idx="76">
                  <c:v>0.00111225224398675</c:v>
                </c:pt>
                <c:pt idx="77">
                  <c:v>0.00118662170785064</c:v>
                </c:pt>
                <c:pt idx="78">
                  <c:v>0.00125573315539584</c:v>
                </c:pt>
                <c:pt idx="79">
                  <c:v>0.00111664168974751</c:v>
                </c:pt>
                <c:pt idx="80">
                  <c:v>0.00135130855071118</c:v>
                </c:pt>
                <c:pt idx="81">
                  <c:v>0.000991358836928797</c:v>
                </c:pt>
                <c:pt idx="82">
                  <c:v>0.000937157363009035</c:v>
                </c:pt>
                <c:pt idx="83">
                  <c:v>0.000938876791420246</c:v>
                </c:pt>
                <c:pt idx="84">
                  <c:v>0.00104329712565384</c:v>
                </c:pt>
                <c:pt idx="85">
                  <c:v>0.000858620738810162</c:v>
                </c:pt>
                <c:pt idx="86">
                  <c:v>0.000677423002156555</c:v>
                </c:pt>
                <c:pt idx="87">
                  <c:v>0.000590556840826624</c:v>
                </c:pt>
                <c:pt idx="88">
                  <c:v>0.000724666256475301</c:v>
                </c:pt>
                <c:pt idx="89">
                  <c:v>0.000861439052165466</c:v>
                </c:pt>
                <c:pt idx="90">
                  <c:v>0.000870316674608416</c:v>
                </c:pt>
                <c:pt idx="91">
                  <c:v>0.000677239427752215</c:v>
                </c:pt>
                <c:pt idx="92">
                  <c:v>0.000826555141980295</c:v>
                </c:pt>
                <c:pt idx="93">
                  <c:v>0.000830054448669473</c:v>
                </c:pt>
                <c:pt idx="94">
                  <c:v>0.000959026048407057</c:v>
                </c:pt>
                <c:pt idx="95">
                  <c:v>0.000803570498065086</c:v>
                </c:pt>
                <c:pt idx="96">
                  <c:v>0.000551889602789752</c:v>
                </c:pt>
                <c:pt idx="97">
                  <c:v>0.000637076632171178</c:v>
                </c:pt>
                <c:pt idx="98">
                  <c:v>0.00058944014231213</c:v>
                </c:pt>
                <c:pt idx="99">
                  <c:v>0.000430972354082792</c:v>
                </c:pt>
                <c:pt idx="100">
                  <c:v>0.000580016018921066</c:v>
                </c:pt>
                <c:pt idx="101">
                  <c:v>0.000452682391465331</c:v>
                </c:pt>
                <c:pt idx="102">
                  <c:v>0.000454380373593673</c:v>
                </c:pt>
                <c:pt idx="103">
                  <c:v>0.00052960318610662</c:v>
                </c:pt>
                <c:pt idx="104">
                  <c:v>0.000473812368298079</c:v>
                </c:pt>
                <c:pt idx="105">
                  <c:v>0.000557522030590813</c:v>
                </c:pt>
                <c:pt idx="106">
                  <c:v>0.000329645845166973</c:v>
                </c:pt>
                <c:pt idx="107">
                  <c:v>0.000202156826415016</c:v>
                </c:pt>
                <c:pt idx="108">
                  <c:v>0.00035301227080671</c:v>
                </c:pt>
                <c:pt idx="109">
                  <c:v>0.000190905689381911</c:v>
                </c:pt>
                <c:pt idx="110">
                  <c:v>0.000396230035950758</c:v>
                </c:pt>
                <c:pt idx="111">
                  <c:v>0.000202846424471644</c:v>
                </c:pt>
                <c:pt idx="112">
                  <c:v>0.000216819442421184</c:v>
                </c:pt>
                <c:pt idx="113">
                  <c:v>6.43480441968278E-05</c:v>
                </c:pt>
                <c:pt idx="114">
                  <c:v>7.18248722100687E-05</c:v>
                </c:pt>
                <c:pt idx="115">
                  <c:v>6.95243486217643E-05</c:v>
                </c:pt>
                <c:pt idx="116">
                  <c:v>9.19563973211038E-06</c:v>
                </c:pt>
                <c:pt idx="117">
                  <c:v>1.20103987686135E-05</c:v>
                </c:pt>
                <c:pt idx="118">
                  <c:v>2.64967169386537E-06</c:v>
                </c:pt>
                <c:pt idx="119">
                  <c:v>-4.86127435278583E-11</c:v>
                </c:pt>
              </c:numCache>
            </c:numRef>
          </c:yVal>
          <c:smooth val="0"/>
        </c:ser>
        <c:ser>
          <c:idx val="7"/>
          <c:order val="7"/>
          <c:tx>
            <c:v>Mean + sample SD</c:v>
          </c:tx>
          <c:spPr>
            <a:ln xmlns:a="http://schemas.openxmlformats.org/drawingml/2006/main" w="12383">
              <a:solidFill>
                <a:srgbClr val="69A49D"/>
              </a:solidFill>
              <a:prstDash val="dash"/>
            </a:ln>
          </c:spPr>
          <c:marker>
            <c:symbol val="none"/>
          </c:marker>
          <c:xVal>
            <c:numRef>
              <c:f>'Chart Data'!$O$2:$O$121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Data'!$P$2:$P$121</c:f>
              <c:numCache>
                <c:formatCode>0.0000</c:formatCode>
                <c:ptCount val="120"/>
                <c:pt idx="0">
                  <c:v>0.00908659470348498</c:v>
                </c:pt>
                <c:pt idx="1">
                  <c:v>0.00788746546151074</c:v>
                </c:pt>
                <c:pt idx="2">
                  <c:v>0.00693528889317009</c:v>
                </c:pt>
                <c:pt idx="3">
                  <c:v>0.00683974708992656</c:v>
                </c:pt>
                <c:pt idx="4">
                  <c:v>0.00594091437983778</c:v>
                </c:pt>
                <c:pt idx="5">
                  <c:v>0.00623942285494936</c:v>
                </c:pt>
                <c:pt idx="6">
                  <c:v>0.00498393721395893</c:v>
                </c:pt>
                <c:pt idx="7">
                  <c:v>0.00591380859086822</c:v>
                </c:pt>
                <c:pt idx="8">
                  <c:v>0.00534939278975759</c:v>
                </c:pt>
                <c:pt idx="9">
                  <c:v>0.00442141430255752</c:v>
                </c:pt>
                <c:pt idx="10">
                  <c:v>0.00385782972462344</c:v>
                </c:pt>
                <c:pt idx="11">
                  <c:v>0.00416168660251855</c:v>
                </c:pt>
                <c:pt idx="12">
                  <c:v>0.00419013354310659</c:v>
                </c:pt>
                <c:pt idx="13">
                  <c:v>0.00396342455915969</c:v>
                </c:pt>
                <c:pt idx="14">
                  <c:v>0.00373043007030394</c:v>
                </c:pt>
                <c:pt idx="15">
                  <c:v>0.00440559074772143</c:v>
                </c:pt>
                <c:pt idx="16">
                  <c:v>0.00422162575470729</c:v>
                </c:pt>
                <c:pt idx="17">
                  <c:v>0.0042623381818942</c:v>
                </c:pt>
                <c:pt idx="18">
                  <c:v>0.00396536665830425</c:v>
                </c:pt>
                <c:pt idx="19">
                  <c:v>0.00369583303786935</c:v>
                </c:pt>
                <c:pt idx="20">
                  <c:v>0.00420916470859315</c:v>
                </c:pt>
                <c:pt idx="21">
                  <c:v>0.00399545135436401</c:v>
                </c:pt>
                <c:pt idx="22">
                  <c:v>0.00311723198745464</c:v>
                </c:pt>
                <c:pt idx="23">
                  <c:v>0.00307154338757673</c:v>
                </c:pt>
                <c:pt idx="24">
                  <c:v>0.00392642312078664</c:v>
                </c:pt>
                <c:pt idx="25">
                  <c:v>0.00379320169011558</c:v>
                </c:pt>
                <c:pt idx="26">
                  <c:v>0.00423162944675951</c:v>
                </c:pt>
                <c:pt idx="27">
                  <c:v>0.0033998460297499</c:v>
                </c:pt>
                <c:pt idx="28">
                  <c:v>0.00335220805028811</c:v>
                </c:pt>
                <c:pt idx="29">
                  <c:v>0.00310184427509322</c:v>
                </c:pt>
                <c:pt idx="30">
                  <c:v>0.00331591712711951</c:v>
                </c:pt>
                <c:pt idx="31">
                  <c:v>0.00353138527438616</c:v>
                </c:pt>
                <c:pt idx="32">
                  <c:v>0.00341799815858406</c:v>
                </c:pt>
                <c:pt idx="33">
                  <c:v>0.00328669125019572</c:v>
                </c:pt>
                <c:pt idx="34">
                  <c:v>0.00276846000430802</c:v>
                </c:pt>
                <c:pt idx="35">
                  <c:v>0.00307093659012004</c:v>
                </c:pt>
                <c:pt idx="36">
                  <c:v>0.00297701482539346</c:v>
                </c:pt>
                <c:pt idx="37">
                  <c:v>0.00333390876434607</c:v>
                </c:pt>
                <c:pt idx="38">
                  <c:v>0.00327003134044184</c:v>
                </c:pt>
                <c:pt idx="39">
                  <c:v>0.00311058818940368</c:v>
                </c:pt>
                <c:pt idx="40">
                  <c:v>0.00299061065902905</c:v>
                </c:pt>
                <c:pt idx="41">
                  <c:v>0.00308288807487865</c:v>
                </c:pt>
                <c:pt idx="42">
                  <c:v>0.0034478779141329</c:v>
                </c:pt>
                <c:pt idx="43">
                  <c:v>0.00301432506493557</c:v>
                </c:pt>
                <c:pt idx="44">
                  <c:v>0.00279392707977053</c:v>
                </c:pt>
                <c:pt idx="45">
                  <c:v>0.00294447454654331</c:v>
                </c:pt>
                <c:pt idx="46">
                  <c:v>0.00300915929074613</c:v>
                </c:pt>
                <c:pt idx="47">
                  <c:v>0.00287138726668988</c:v>
                </c:pt>
                <c:pt idx="48">
                  <c:v>0.00281635978837035</c:v>
                </c:pt>
                <c:pt idx="49">
                  <c:v>0.0028517413900668</c:v>
                </c:pt>
                <c:pt idx="50">
                  <c:v>0.00273639942516812</c:v>
                </c:pt>
                <c:pt idx="51">
                  <c:v>0.00270538262734147</c:v>
                </c:pt>
                <c:pt idx="52">
                  <c:v>0.00296157185563777</c:v>
                </c:pt>
                <c:pt idx="53">
                  <c:v>0.0028091575921375</c:v>
                </c:pt>
                <c:pt idx="54">
                  <c:v>0.00225761930730466</c:v>
                </c:pt>
                <c:pt idx="55">
                  <c:v>0.00285334486099833</c:v>
                </c:pt>
                <c:pt idx="56">
                  <c:v>0.00270389596749293</c:v>
                </c:pt>
                <c:pt idx="57">
                  <c:v>0.00212258657969089</c:v>
                </c:pt>
                <c:pt idx="58">
                  <c:v>0.00275276757115662</c:v>
                </c:pt>
                <c:pt idx="59">
                  <c:v>0.00225677908194473</c:v>
                </c:pt>
                <c:pt idx="60">
                  <c:v>0.00243955463174244</c:v>
                </c:pt>
                <c:pt idx="61">
                  <c:v>0.00224472602904033</c:v>
                </c:pt>
                <c:pt idx="62">
                  <c:v>0.00263113518531348</c:v>
                </c:pt>
                <c:pt idx="63">
                  <c:v>0.0022573008490541</c:v>
                </c:pt>
                <c:pt idx="64">
                  <c:v>0.00224049434011999</c:v>
                </c:pt>
                <c:pt idx="65">
                  <c:v>0.0020696259731553</c:v>
                </c:pt>
                <c:pt idx="66">
                  <c:v>0.00255175811534124</c:v>
                </c:pt>
                <c:pt idx="67">
                  <c:v>0.00260369086280334</c:v>
                </c:pt>
                <c:pt idx="68">
                  <c:v>0.00231461754807464</c:v>
                </c:pt>
                <c:pt idx="69">
                  <c:v>0.00206832367681862</c:v>
                </c:pt>
                <c:pt idx="70">
                  <c:v>0.00199014556453293</c:v>
                </c:pt>
                <c:pt idx="71">
                  <c:v>0.00235325315462313</c:v>
                </c:pt>
                <c:pt idx="72">
                  <c:v>0.00189638678840451</c:v>
                </c:pt>
                <c:pt idx="73">
                  <c:v>0.00215784123075666</c:v>
                </c:pt>
                <c:pt idx="74">
                  <c:v>0.00201672163181481</c:v>
                </c:pt>
                <c:pt idx="75">
                  <c:v>0.00164164104161382</c:v>
                </c:pt>
                <c:pt idx="76">
                  <c:v>0.00171661218329665</c:v>
                </c:pt>
                <c:pt idx="77">
                  <c:v>0.00202754679416722</c:v>
                </c:pt>
                <c:pt idx="78">
                  <c:v>0.0018359918997325</c:v>
                </c:pt>
                <c:pt idx="79">
                  <c:v>0.00193737909691042</c:v>
                </c:pt>
                <c:pt idx="80">
                  <c:v>0.00148772484806607</c:v>
                </c:pt>
                <c:pt idx="81">
                  <c:v>0.0019261159507535</c:v>
                </c:pt>
                <c:pt idx="82">
                  <c:v>0.00146979207048905</c:v>
                </c:pt>
                <c:pt idx="83">
                  <c:v>0.00145016417044136</c:v>
                </c:pt>
                <c:pt idx="84">
                  <c:v>0.00135363090441236</c:v>
                </c:pt>
                <c:pt idx="85">
                  <c:v>0.00164082262365683</c:v>
                </c:pt>
                <c:pt idx="86">
                  <c:v>0.001294006956783</c:v>
                </c:pt>
                <c:pt idx="87">
                  <c:v>0.00164346477999831</c:v>
                </c:pt>
                <c:pt idx="88">
                  <c:v>0.00140686503795996</c:v>
                </c:pt>
                <c:pt idx="89">
                  <c:v>0.00161638037381975</c:v>
                </c:pt>
                <c:pt idx="90">
                  <c:v>0.00146785167637127</c:v>
                </c:pt>
                <c:pt idx="91">
                  <c:v>0.00151300437428115</c:v>
                </c:pt>
                <c:pt idx="92">
                  <c:v>0.00116348660012102</c:v>
                </c:pt>
                <c:pt idx="93">
                  <c:v>0.00104966733815738</c:v>
                </c:pt>
                <c:pt idx="94">
                  <c:v>0.00148468527153125</c:v>
                </c:pt>
                <c:pt idx="95">
                  <c:v>0.00116421652277466</c:v>
                </c:pt>
                <c:pt idx="96">
                  <c:v>0.00106224361923886</c:v>
                </c:pt>
                <c:pt idx="97">
                  <c:v>0.00116153827397594</c:v>
                </c:pt>
                <c:pt idx="98">
                  <c:v>0.00112911226829044</c:v>
                </c:pt>
                <c:pt idx="99">
                  <c:v>0.00134867879881856</c:v>
                </c:pt>
                <c:pt idx="100">
                  <c:v>0.00121499251517884</c:v>
                </c:pt>
                <c:pt idx="101">
                  <c:v>0.000975261438447361</c:v>
                </c:pt>
                <c:pt idx="102">
                  <c:v>0.00141731103776743</c:v>
                </c:pt>
                <c:pt idx="103">
                  <c:v>0.00116812552693641</c:v>
                </c:pt>
                <c:pt idx="104">
                  <c:v>0.00098389325982878</c:v>
                </c:pt>
                <c:pt idx="105">
                  <c:v>0.00113623397467028</c:v>
                </c:pt>
                <c:pt idx="106">
                  <c:v>0.000793147675168135</c:v>
                </c:pt>
                <c:pt idx="107">
                  <c:v>0.000924114706433462</c:v>
                </c:pt>
                <c:pt idx="108">
                  <c:v>0.000898304533166458</c:v>
                </c:pt>
                <c:pt idx="109">
                  <c:v>0.000678136195634575</c:v>
                </c:pt>
                <c:pt idx="110">
                  <c:v>0.000705419842595838</c:v>
                </c:pt>
                <c:pt idx="111">
                  <c:v>0.000481776861889231</c:v>
                </c:pt>
                <c:pt idx="112">
                  <c:v>0.000599308733517318</c:v>
                </c:pt>
                <c:pt idx="113">
                  <c:v>0.000664158591444851</c:v>
                </c:pt>
                <c:pt idx="114">
                  <c:v>0.000163781854863832</c:v>
                </c:pt>
                <c:pt idx="115">
                  <c:v>0.00030802038734402</c:v>
                </c:pt>
                <c:pt idx="116">
                  <c:v>6.6808667897663E-05</c:v>
                </c:pt>
                <c:pt idx="117">
                  <c:v>6.91687401737754E-05</c:v>
                </c:pt>
                <c:pt idx="118">
                  <c:v>1.00502283774459E-05</c:v>
                </c:pt>
                <c:pt idx="119">
                  <c:v>3.91539970681687E-11</c:v>
                </c:pt>
              </c:numCache>
            </c:numRef>
          </c:yVal>
          <c:smooth val="0"/>
        </c:ser>
        <c:dLbls>
          <c:txPr>
            <a:bodyPr xmlns:a="http://schemas.openxmlformats.org/drawingml/2006/main" anchorCtr="1"/>
            <a:lstStyle xmlns:a="http://schemas.openxmlformats.org/drawingml/2006/main"/>
            <a:p xmlns:a="http://schemas.openxmlformats.org/drawingml/2006/main">
              <a:pPr>
                <a:defRPr>
                  <a:latin typeface="Atkinson Hyperlegible"/>
                  <a:ea typeface="Atkinson Hyperlegible"/>
                  <a:cs typeface="Atkinson Hyperlegible"/>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6668">
              <a:solidFill>
                <a:srgbClr val="D8E5DF"/>
              </a:solidFill>
            </a:ln>
          </c:spPr>
        </c:majorGridlines>
        <c:numFmt formatCode="0.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crossAx val="48650112"/>
      </c:valAx>
      <c:valAx>
        <c:axId val="48650112"/>
        <c:scaling>
          <c:orientation val="minMax"/>
          <c:max val="3000"/>
          <c:min val="0"/>
        </c:scaling>
        <c:delete val="0"/>
        <c:axPos val="b"/>
        <c:title>
          <c:tx>
            <c:rich>
              <a:bodyPr xmlns:a="http://schemas.openxmlformats.org/drawingml/2006/main"/>
              <a:lstStyle xmlns:a="http://schemas.openxmlformats.org/drawingml/2006/main"/>
              <a:p xmlns:a="http://schemas.openxmlformats.org/drawingml/2006/main">
                <a:r>
                  <a:rPr sz="1200">
                    <a:solidFill>
                      <a:srgbClr val="58787A"/>
                    </a:solidFill>
                    <a:latin typeface="Atkinson Hyperlegible"/>
                    <a:ea typeface="Atkinson Hyperlegible"/>
                    <a:cs typeface="Atkinson Hyperlegible"/>
                  </a:rPr>
                  <a:t>PPO iteration</a:t>
                </a:r>
              </a:p>
            </c:rich>
          </c:tx>
          <c:overlay val="0"/>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title>
        <c:numFmt formatCode="0"/>
        <c:majorTickMark val="none"/>
        <c:minorTickMark val="none"/>
        <c:tickLblPos val="low"/>
        <c:spPr>
          <a:ln xmlns:a="http://schemas.openxmlformats.org/drawingml/2006/main" w="9525">
            <a:solidFill>
              <a:srgbClr val="D8E5DF"/>
            </a:solidFill>
          </a:ln>
        </c:spPr>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crossAx val="48672768"/>
        <c:majorUnit val="1000"/>
      </c:valAx>
      <c:spPr>
        <a:solidFill xmlns:a="http://schemas.openxmlformats.org/drawingml/2006/main">
          <a:srgbClr val="F5F8F5"/>
        </a:solidFill>
        <a:ln xmlns:a="http://schemas.openxmlformats.org/drawingml/2006/main" w="0">
          <a:noFill/>
        </a:ln>
      </c:spPr>
    </c:plotArea>
    <c:plotVisOnly val="1"/>
  </c:chart>
  <c:spPr>
    <a:solidFill xmlns:a="http://schemas.openxmlformats.org/drawingml/2006/main">
      <a:srgbClr val="F5F8F5"/>
    </a:solidFill>
    <a:ln xmlns:a="http://schemas.openxmlformats.org/drawingml/2006/main" w="0">
      <a:noFill/>
    </a:ln>
  </c:spPr>
  <c:externalData r:id="rIdChartSnapshot1">
    <c:autoUpdate val="0"/>
  </c:externalData>
</c:chartSpace>
</file>

<file path=ppt/slides/charts/chart1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73F43"/>
                </a:solidFill>
                <a:latin typeface="Atkinson Hyperlegible"/>
                <a:ea typeface="Atkinson Hyperlegible"/>
                <a:cs typeface="Atkinson Hyperlegible"/>
              </a:rPr>
              <a:t>Clipped fraction</a:t>
            </a:r>
          </a:p>
        </c:rich>
      </c:tx>
      <c:overlay val="0"/>
      <c:txPr>
        <a:bodyPr xmlns:a="http://schemas.openxmlformats.org/drawingml/2006/main" anchorCtr="1"/>
        <a:lstStyle xmlns:a="http://schemas.openxmlformats.org/drawingml/2006/main"/>
        <a:p xmlns:a="http://schemas.openxmlformats.org/drawingml/2006/main">
          <a:pPr>
            <a:defRPr sz="1650" b="1">
              <a:solidFill>
                <a:srgbClr val="173F43"/>
              </a:solidFill>
              <a:latin typeface="Atkinson Hyperlegible"/>
              <a:ea typeface="Atkinson Hyperlegible"/>
              <a:cs typeface="Atkinson Hyperlegible"/>
            </a:defRPr>
          </a:pPr>
        </a:p>
      </c:txPr>
    </c:title>
    <c:plotArea>
      <c:scatterChart>
        <c:scatterStyle val="line"/>
        <c:varyColors val="0"/>
        <c:ser>
          <c:idx val="0"/>
          <c:order val="0"/>
          <c:tx>
            <c:v>1729</c:v>
          </c:tx>
          <c:spPr>
            <a:ln xmlns:a="http://schemas.openxmlformats.org/drawingml/2006/main" w="7620">
              <a:solidFill>
                <a:srgbClr val="7DB8B2"/>
              </a:solidFill>
            </a:ln>
          </c:spPr>
          <c:marker>
            <c:symbol val="none"/>
          </c:marker>
          <c:xVal>
            <c:numRef>
              <c:f>'Chart Data'!$A$2:$A$121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Data'!$B$2:$B$121</c:f>
              <c:numCache>
                <c:formatCode>0.00</c:formatCode>
                <c:ptCount val="120"/>
                <c:pt idx="0">
                  <c:v>0.1580810546875</c:v>
                </c:pt>
                <c:pt idx="1">
                  <c:v>0.0953369140625</c:v>
                </c:pt>
                <c:pt idx="2">
                  <c:v>0.0946044921875</c:v>
                </c:pt>
                <c:pt idx="3">
                  <c:v>0.10380046069622</c:v>
                </c:pt>
                <c:pt idx="4">
                  <c:v>0.081787109375</c:v>
                </c:pt>
                <c:pt idx="5">
                  <c:v>0.0874837264418602</c:v>
                </c:pt>
                <c:pt idx="6">
                  <c:v>0.0797119140625</c:v>
                </c:pt>
                <c:pt idx="7">
                  <c:v>0.0732828825712204</c:v>
                </c:pt>
                <c:pt idx="8">
                  <c:v>0.0639241561293602</c:v>
                </c:pt>
                <c:pt idx="9">
                  <c:v>0.0460611991584301</c:v>
                </c:pt>
                <c:pt idx="10">
                  <c:v>0.044677734375</c:v>
                </c:pt>
                <c:pt idx="11">
                  <c:v>0.036865234375</c:v>
                </c:pt>
                <c:pt idx="12">
                  <c:v>0.0336507186293602</c:v>
                </c:pt>
                <c:pt idx="13">
                  <c:v>0.0379231795668602</c:v>
                </c:pt>
                <c:pt idx="14">
                  <c:v>0.0499674491584301</c:v>
                </c:pt>
                <c:pt idx="15">
                  <c:v>0.0398763045668602</c:v>
                </c:pt>
                <c:pt idx="16">
                  <c:v>0.0357259139418602</c:v>
                </c:pt>
                <c:pt idx="17">
                  <c:v>0.0358072929084301</c:v>
                </c:pt>
                <c:pt idx="18">
                  <c:v>0.0460205078125</c:v>
                </c:pt>
                <c:pt idx="19">
                  <c:v>0.0367024764418602</c:v>
                </c:pt>
                <c:pt idx="20">
                  <c:v>0.0397542342543602</c:v>
                </c:pt>
                <c:pt idx="21">
                  <c:v>0.032470703125</c:v>
                </c:pt>
                <c:pt idx="22">
                  <c:v>0.032470703125</c:v>
                </c:pt>
                <c:pt idx="23">
                  <c:v>0.0350341796875</c:v>
                </c:pt>
                <c:pt idx="24">
                  <c:v>0.028279623016715</c:v>
                </c:pt>
                <c:pt idx="25">
                  <c:v>0.0360107421875</c:v>
                </c:pt>
                <c:pt idx="26">
                  <c:v>0.0294596366584301</c:v>
                </c:pt>
                <c:pt idx="27">
                  <c:v>0.0277506522834301</c:v>
                </c:pt>
                <c:pt idx="28">
                  <c:v>0.0262858085334301</c:v>
                </c:pt>
                <c:pt idx="29">
                  <c:v>0.0227457694709301</c:v>
                </c:pt>
                <c:pt idx="30">
                  <c:v>0.014973958954215</c:v>
                </c:pt>
                <c:pt idx="31">
                  <c:v>0.0229899100959301</c:v>
                </c:pt>
                <c:pt idx="32">
                  <c:v>0.0243326835334301</c:v>
                </c:pt>
                <c:pt idx="33">
                  <c:v>0.0237223319709301</c:v>
                </c:pt>
                <c:pt idx="34">
                  <c:v>0.023030599579215</c:v>
                </c:pt>
                <c:pt idx="35">
                  <c:v>0.026082357391715</c:v>
                </c:pt>
                <c:pt idx="36">
                  <c:v>0.0260009765625</c:v>
                </c:pt>
                <c:pt idx="37">
                  <c:v>0.0283203125</c:v>
                </c:pt>
                <c:pt idx="38">
                  <c:v>0.020263671875</c:v>
                </c:pt>
                <c:pt idx="39">
                  <c:v>0.026936849579215</c:v>
                </c:pt>
                <c:pt idx="40">
                  <c:v>0.0218505859375</c:v>
                </c:pt>
                <c:pt idx="41">
                  <c:v>0.024861654266715</c:v>
                </c:pt>
                <c:pt idx="42">
                  <c:v>0.02099609375</c:v>
                </c:pt>
                <c:pt idx="43">
                  <c:v>0.026326498016715</c:v>
                </c:pt>
                <c:pt idx="44">
                  <c:v>0.015828451141715</c:v>
                </c:pt>
                <c:pt idx="45">
                  <c:v>0.020955404266715</c:v>
                </c:pt>
                <c:pt idx="46">
                  <c:v>0.0210367850959301</c:v>
                </c:pt>
                <c:pt idx="47">
                  <c:v>0.0192057304084301</c:v>
                </c:pt>
                <c:pt idx="48">
                  <c:v>0.01611328125</c:v>
                </c:pt>
                <c:pt idx="49">
                  <c:v>0.0208740234375</c:v>
                </c:pt>
                <c:pt idx="50">
                  <c:v>0.019287109375</c:v>
                </c:pt>
                <c:pt idx="51">
                  <c:v>0.015869140625</c:v>
                </c:pt>
                <c:pt idx="52">
                  <c:v>0.0259195975959301</c:v>
                </c:pt>
                <c:pt idx="53">
                  <c:v>0.016845703125</c:v>
                </c:pt>
                <c:pt idx="54">
                  <c:v>0.0162760429084301</c:v>
                </c:pt>
                <c:pt idx="55">
                  <c:v>0.016194662079215</c:v>
                </c:pt>
                <c:pt idx="56">
                  <c:v>0.0170084647834301</c:v>
                </c:pt>
                <c:pt idx="57">
                  <c:v>0.018269857391715</c:v>
                </c:pt>
                <c:pt idx="58">
                  <c:v>0.0218505859375</c:v>
                </c:pt>
                <c:pt idx="59">
                  <c:v>0.0222574882209301</c:v>
                </c:pt>
                <c:pt idx="60">
                  <c:v>0.0260416679084301</c:v>
                </c:pt>
                <c:pt idx="61">
                  <c:v>0.018269857391715</c:v>
                </c:pt>
                <c:pt idx="62">
                  <c:v>0.0178629569709301</c:v>
                </c:pt>
                <c:pt idx="63">
                  <c:v>0.0174967460334301</c:v>
                </c:pt>
                <c:pt idx="64">
                  <c:v>0.017822265625</c:v>
                </c:pt>
                <c:pt idx="65">
                  <c:v>0.0198974609375</c:v>
                </c:pt>
                <c:pt idx="66">
                  <c:v>0.018269857391715</c:v>
                </c:pt>
                <c:pt idx="67">
                  <c:v>0.012532552704215</c:v>
                </c:pt>
                <c:pt idx="68">
                  <c:v>0.0117594404146075</c:v>
                </c:pt>
                <c:pt idx="69">
                  <c:v>0.0120035810396075</c:v>
                </c:pt>
                <c:pt idx="70">
                  <c:v>0.017903646454215</c:v>
                </c:pt>
                <c:pt idx="71">
                  <c:v>0.0205485038459301</c:v>
                </c:pt>
                <c:pt idx="72">
                  <c:v>0.0121256513521075</c:v>
                </c:pt>
                <c:pt idx="73">
                  <c:v>0.00984700582921505</c:v>
                </c:pt>
                <c:pt idx="74">
                  <c:v>0.013142904266715</c:v>
                </c:pt>
                <c:pt idx="75">
                  <c:v>0.0123697919771075</c:v>
                </c:pt>
                <c:pt idx="76">
                  <c:v>0.01220703125</c:v>
                </c:pt>
                <c:pt idx="77">
                  <c:v>0.0147705078125</c:v>
                </c:pt>
                <c:pt idx="78">
                  <c:v>0.0163981132209301</c:v>
                </c:pt>
                <c:pt idx="79">
                  <c:v>0.0113525390625</c:v>
                </c:pt>
                <c:pt idx="80">
                  <c:v>0.017578125</c:v>
                </c:pt>
                <c:pt idx="81">
                  <c:v>0.010579427704215</c:v>
                </c:pt>
                <c:pt idx="82">
                  <c:v>0.0133056640625</c:v>
                </c:pt>
                <c:pt idx="83">
                  <c:v>0.0112711591646075</c:v>
                </c:pt>
                <c:pt idx="84">
                  <c:v>0.012898763641715</c:v>
                </c:pt>
                <c:pt idx="85">
                  <c:v>0.009033203125</c:v>
                </c:pt>
                <c:pt idx="86">
                  <c:v>0.005615234375</c:v>
                </c:pt>
                <c:pt idx="87">
                  <c:v>0.00642903661355376</c:v>
                </c:pt>
                <c:pt idx="88">
                  <c:v>0.00541178416460752</c:v>
                </c:pt>
                <c:pt idx="89">
                  <c:v>0.0098876953125</c:v>
                </c:pt>
                <c:pt idx="90">
                  <c:v>0.011433919891715</c:v>
                </c:pt>
                <c:pt idx="91">
                  <c:v>0.00760904978960752</c:v>
                </c:pt>
                <c:pt idx="92">
                  <c:v>0.009521484375</c:v>
                </c:pt>
                <c:pt idx="93">
                  <c:v>0.00882975291460752</c:v>
                </c:pt>
                <c:pt idx="94">
                  <c:v>0.0140380859375</c:v>
                </c:pt>
                <c:pt idx="95">
                  <c:v>0.014892578125</c:v>
                </c:pt>
                <c:pt idx="96">
                  <c:v>0.00341796875</c:v>
                </c:pt>
                <c:pt idx="97">
                  <c:v>0.00484212255105376</c:v>
                </c:pt>
                <c:pt idx="98">
                  <c:v>0.012410482391715</c:v>
                </c:pt>
                <c:pt idx="99">
                  <c:v>0.0137125654146075</c:v>
                </c:pt>
                <c:pt idx="100">
                  <c:v>0.00297037768177688</c:v>
                </c:pt>
                <c:pt idx="101">
                  <c:v>0.00691731786355376</c:v>
                </c:pt>
                <c:pt idx="102">
                  <c:v>0.00773112010210752</c:v>
                </c:pt>
                <c:pt idx="103">
                  <c:v>0.0068359375</c:v>
                </c:pt>
                <c:pt idx="104">
                  <c:v>0.005126953125</c:v>
                </c:pt>
                <c:pt idx="105">
                  <c:v>0.00789388082921505</c:v>
                </c:pt>
                <c:pt idx="106">
                  <c:v>0.00374348973855376</c:v>
                </c:pt>
                <c:pt idx="107">
                  <c:v>0.00227864598855376</c:v>
                </c:pt>
                <c:pt idx="108">
                  <c:v>0.00447591161355376</c:v>
                </c:pt>
                <c:pt idx="109">
                  <c:v>0.00113932299427688</c:v>
                </c:pt>
                <c:pt idx="110">
                  <c:v>0.0067138671875</c:v>
                </c:pt>
                <c:pt idx="111">
                  <c:v>0.00439453125</c:v>
                </c:pt>
                <c:pt idx="112">
                  <c:v>0.00146484375</c:v>
                </c:pt>
                <c:pt idx="113">
                  <c:v>0.000732421875</c:v>
                </c:pt>
                <c:pt idx="114">
                  <c:v>0.0003662109375</c:v>
                </c:pt>
                <c:pt idx="115">
                  <c:v>0.00215657567605376</c:v>
                </c:pt>
                <c:pt idx="116">
                  <c:v>0</c:v>
                </c:pt>
                <c:pt idx="117">
                  <c:v>0.000162760421517305</c:v>
                </c:pt>
                <c:pt idx="118">
                  <c:v>0</c:v>
                </c:pt>
                <c:pt idx="119">
                  <c:v>0</c:v>
                </c:pt>
              </c:numCache>
            </c:numRef>
          </c:yVal>
          <c:smooth val="0"/>
        </c:ser>
        <c:ser>
          <c:idx val="1"/>
          <c:order val="1"/>
          <c:tx>
            <c:v>2718</c:v>
          </c:tx>
          <c:spPr>
            <a:ln xmlns:a="http://schemas.openxmlformats.org/drawingml/2006/main" w="7620">
              <a:solidFill>
                <a:srgbClr val="E9B7A9"/>
              </a:solidFill>
            </a:ln>
          </c:spPr>
          <c:marker>
            <c:symbol val="none"/>
          </c:marker>
          <c:xVal>
            <c:numRef>
              <c:f>'Chart Data'!$C$2:$C$121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Data'!$D$2:$D$121</c:f>
              <c:numCache>
                <c:formatCode>0.00</c:formatCode>
                <c:ptCount val="120"/>
                <c:pt idx="0">
                  <c:v>0.10062663257122</c:v>
                </c:pt>
                <c:pt idx="1">
                  <c:v>0.1151123046875</c:v>
                </c:pt>
                <c:pt idx="2">
                  <c:v>0.0853678435087204</c:v>
                </c:pt>
                <c:pt idx="3">
                  <c:v>0.07421875</c:v>
                </c:pt>
                <c:pt idx="4">
                  <c:v>0.0699462890625</c:v>
                </c:pt>
                <c:pt idx="5">
                  <c:v>0.0877278670668602</c:v>
                </c:pt>
                <c:pt idx="6">
                  <c:v>0.0713297575712204</c:v>
                </c:pt>
                <c:pt idx="7">
                  <c:v>0.0888671875</c:v>
                </c:pt>
                <c:pt idx="8">
                  <c:v>0.0759684294462204</c:v>
                </c:pt>
                <c:pt idx="9">
                  <c:v>0.0626627653837204</c:v>
                </c:pt>
                <c:pt idx="10">
                  <c:v>0.0478515625</c:v>
                </c:pt>
                <c:pt idx="11">
                  <c:v>0.0598551444709301</c:v>
                </c:pt>
                <c:pt idx="12">
                  <c:v>0.0550537109375</c:v>
                </c:pt>
                <c:pt idx="13">
                  <c:v>0.0471598319709301</c:v>
                </c:pt>
                <c:pt idx="14">
                  <c:v>0.0452473983168602</c:v>
                </c:pt>
                <c:pt idx="15">
                  <c:v>0.0483805350959301</c:v>
                </c:pt>
                <c:pt idx="16">
                  <c:v>0.0612386092543602</c:v>
                </c:pt>
                <c:pt idx="17">
                  <c:v>0.0526936873793602</c:v>
                </c:pt>
                <c:pt idx="18">
                  <c:v>0.0494384765625</c:v>
                </c:pt>
                <c:pt idx="19">
                  <c:v>0.0557454451918602</c:v>
                </c:pt>
                <c:pt idx="20">
                  <c:v>0.0568440780043602</c:v>
                </c:pt>
                <c:pt idx="21">
                  <c:v>0.0555419921875</c:v>
                </c:pt>
                <c:pt idx="22">
                  <c:v>0.0382080078125</c:v>
                </c:pt>
                <c:pt idx="23">
                  <c:v>0.031982421875</c:v>
                </c:pt>
                <c:pt idx="24">
                  <c:v>0.0445556640625</c:v>
                </c:pt>
                <c:pt idx="25">
                  <c:v>0.0442301444709301</c:v>
                </c:pt>
                <c:pt idx="26">
                  <c:v>0.0349528007209301</c:v>
                </c:pt>
                <c:pt idx="27">
                  <c:v>0.0378824882209301</c:v>
                </c:pt>
                <c:pt idx="28">
                  <c:v>0.0380859375</c:v>
                </c:pt>
                <c:pt idx="29">
                  <c:v>0.0378011092543602</c:v>
                </c:pt>
                <c:pt idx="30">
                  <c:v>0.0380452498793602</c:v>
                </c:pt>
                <c:pt idx="31">
                  <c:v>0.0350748710334301</c:v>
                </c:pt>
                <c:pt idx="32">
                  <c:v>0.0498046875</c:v>
                </c:pt>
                <c:pt idx="33">
                  <c:v>0.031005859375</c:v>
                </c:pt>
                <c:pt idx="34">
                  <c:v>0.0302734375</c:v>
                </c:pt>
                <c:pt idx="35">
                  <c:v>0.0389811210334301</c:v>
                </c:pt>
                <c:pt idx="36">
                  <c:v>0.0287272147834301</c:v>
                </c:pt>
                <c:pt idx="37">
                  <c:v>0.038818359375</c:v>
                </c:pt>
                <c:pt idx="38">
                  <c:v>0.0340576171875</c:v>
                </c:pt>
                <c:pt idx="39">
                  <c:v>0.0319010429084301</c:v>
                </c:pt>
                <c:pt idx="40">
                  <c:v>0.0369466170668602</c:v>
                </c:pt>
                <c:pt idx="41">
                  <c:v>0.039306640625</c:v>
                </c:pt>
                <c:pt idx="42">
                  <c:v>0.0358072929084301</c:v>
                </c:pt>
                <c:pt idx="43">
                  <c:v>0.0423583984375</c:v>
                </c:pt>
                <c:pt idx="44">
                  <c:v>0.0243326835334301</c:v>
                </c:pt>
                <c:pt idx="45">
                  <c:v>0.029744466766715</c:v>
                </c:pt>
                <c:pt idx="46">
                  <c:v>0.0259195975959301</c:v>
                </c:pt>
                <c:pt idx="47">
                  <c:v>0.0386149100959301</c:v>
                </c:pt>
                <c:pt idx="48">
                  <c:v>0.022542318329215</c:v>
                </c:pt>
                <c:pt idx="49">
                  <c:v>0.0267740897834301</c:v>
                </c:pt>
                <c:pt idx="50">
                  <c:v>0.021321615204215</c:v>
                </c:pt>
                <c:pt idx="51">
                  <c:v>0.0331217460334301</c:v>
                </c:pt>
                <c:pt idx="52">
                  <c:v>0.029866537079215</c:v>
                </c:pt>
                <c:pt idx="53">
                  <c:v>0.037353515625</c:v>
                </c:pt>
                <c:pt idx="54">
                  <c:v>0.0211181640625</c:v>
                </c:pt>
                <c:pt idx="55">
                  <c:v>0.03564453125</c:v>
                </c:pt>
                <c:pt idx="56">
                  <c:v>0.0262451171875</c:v>
                </c:pt>
                <c:pt idx="57">
                  <c:v>0.0294596366584301</c:v>
                </c:pt>
                <c:pt idx="58">
                  <c:v>0.0252685546875</c:v>
                </c:pt>
                <c:pt idx="59">
                  <c:v>0.0251871757209301</c:v>
                </c:pt>
                <c:pt idx="60">
                  <c:v>0.0237223319709301</c:v>
                </c:pt>
                <c:pt idx="61">
                  <c:v>0.031982421875</c:v>
                </c:pt>
                <c:pt idx="62">
                  <c:v>0.0333251953125</c:v>
                </c:pt>
                <c:pt idx="63">
                  <c:v>0.0279541015625</c:v>
                </c:pt>
                <c:pt idx="64">
                  <c:v>0.026814779266715</c:v>
                </c:pt>
                <c:pt idx="65">
                  <c:v>0.0216064453125</c:v>
                </c:pt>
                <c:pt idx="66">
                  <c:v>0.0224609375</c:v>
                </c:pt>
                <c:pt idx="67">
                  <c:v>0.0152587890625</c:v>
                </c:pt>
                <c:pt idx="68">
                  <c:v>0.0205485038459301</c:v>
                </c:pt>
                <c:pt idx="69">
                  <c:v>0.0191650390625</c:v>
                </c:pt>
                <c:pt idx="70">
                  <c:v>0.018880208954215</c:v>
                </c:pt>
                <c:pt idx="71">
                  <c:v>0.0265299491584301</c:v>
                </c:pt>
                <c:pt idx="72">
                  <c:v>0.020222982391715</c:v>
                </c:pt>
                <c:pt idx="73">
                  <c:v>0.0138346357271075</c:v>
                </c:pt>
                <c:pt idx="74">
                  <c:v>0.022908529266715</c:v>
                </c:pt>
                <c:pt idx="75">
                  <c:v>0.021199544891715</c:v>
                </c:pt>
                <c:pt idx="76">
                  <c:v>0.013997396454215</c:v>
                </c:pt>
                <c:pt idx="77">
                  <c:v>0.026082357391715</c:v>
                </c:pt>
                <c:pt idx="78">
                  <c:v>0.0172526054084301</c:v>
                </c:pt>
                <c:pt idx="79">
                  <c:v>0.016316732391715</c:v>
                </c:pt>
                <c:pt idx="80">
                  <c:v>0.0169677734375</c:v>
                </c:pt>
                <c:pt idx="81">
                  <c:v>0.01904296875</c:v>
                </c:pt>
                <c:pt idx="82">
                  <c:v>0.0174967460334301</c:v>
                </c:pt>
                <c:pt idx="83">
                  <c:v>0.0174967460334301</c:v>
                </c:pt>
                <c:pt idx="84">
                  <c:v>0.013671875</c:v>
                </c:pt>
                <c:pt idx="85">
                  <c:v>0.0151774091646075</c:v>
                </c:pt>
                <c:pt idx="86">
                  <c:v>0.009521484375</c:v>
                </c:pt>
                <c:pt idx="87">
                  <c:v>0.00826009176671505</c:v>
                </c:pt>
                <c:pt idx="88">
                  <c:v>0.0131022138521075</c:v>
                </c:pt>
                <c:pt idx="89">
                  <c:v>0.0227457694709301</c:v>
                </c:pt>
                <c:pt idx="90">
                  <c:v>0.014485677704215</c:v>
                </c:pt>
                <c:pt idx="91">
                  <c:v>0.01513671875</c:v>
                </c:pt>
                <c:pt idx="92">
                  <c:v>0.0098876953125</c:v>
                </c:pt>
                <c:pt idx="93">
                  <c:v>0.0120035810396075</c:v>
                </c:pt>
                <c:pt idx="94">
                  <c:v>0.011678060516715</c:v>
                </c:pt>
                <c:pt idx="95">
                  <c:v>0.00882975291460752</c:v>
                </c:pt>
                <c:pt idx="96">
                  <c:v>0.00931803416460752</c:v>
                </c:pt>
                <c:pt idx="97">
                  <c:v>0.012898763641715</c:v>
                </c:pt>
                <c:pt idx="98">
                  <c:v>0.0130615234375</c:v>
                </c:pt>
                <c:pt idx="99">
                  <c:v>0.00394694041460752</c:v>
                </c:pt>
                <c:pt idx="100">
                  <c:v>0.00980631541460752</c:v>
                </c:pt>
                <c:pt idx="101">
                  <c:v>0.00203450536355376</c:v>
                </c:pt>
                <c:pt idx="102">
                  <c:v>0.00651041697710752</c:v>
                </c:pt>
                <c:pt idx="103">
                  <c:v>0.00675455760210752</c:v>
                </c:pt>
                <c:pt idx="104">
                  <c:v>0.00626627635210752</c:v>
                </c:pt>
                <c:pt idx="105">
                  <c:v>0.0107421875</c:v>
                </c:pt>
                <c:pt idx="106">
                  <c:v>0.010498046875</c:v>
                </c:pt>
                <c:pt idx="107">
                  <c:v>0.000813802122138441</c:v>
                </c:pt>
                <c:pt idx="108">
                  <c:v>0.003173828125</c:v>
                </c:pt>
                <c:pt idx="109">
                  <c:v>0.00838216207921505</c:v>
                </c:pt>
                <c:pt idx="110">
                  <c:v>0.00882975291460752</c:v>
                </c:pt>
                <c:pt idx="111">
                  <c:v>8.13802107586525E-05</c:v>
                </c:pt>
                <c:pt idx="112">
                  <c:v>0.00626627635210752</c:v>
                </c:pt>
                <c:pt idx="113">
                  <c:v>0.0001220703125</c:v>
                </c:pt>
                <c:pt idx="114">
                  <c:v>4.06901053793263E-05</c:v>
                </c:pt>
                <c:pt idx="115">
                  <c:v>0.002197265625</c:v>
                </c:pt>
                <c:pt idx="116">
                  <c:v>0</c:v>
                </c:pt>
                <c:pt idx="117">
                  <c:v>4.06901053793263E-05</c:v>
                </c:pt>
                <c:pt idx="118">
                  <c:v>0</c:v>
                </c:pt>
                <c:pt idx="119">
                  <c:v>0</c:v>
                </c:pt>
              </c:numCache>
            </c:numRef>
          </c:yVal>
          <c:smooth val="0"/>
        </c:ser>
        <c:ser>
          <c:idx val="2"/>
          <c:order val="2"/>
          <c:tx>
            <c:v>3141</c:v>
          </c:tx>
          <c:spPr>
            <a:ln xmlns:a="http://schemas.openxmlformats.org/drawingml/2006/main" w="7620">
              <a:solidFill>
                <a:srgbClr val="A5B4D1"/>
              </a:solidFill>
            </a:ln>
          </c:spPr>
          <c:marker>
            <c:symbol val="none"/>
          </c:marker>
          <c:xVal>
            <c:numRef>
              <c:f>'Chart Data'!$E$2:$E$121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Data'!$F$2:$F$121</c:f>
              <c:numCache>
                <c:formatCode>0.00</c:formatCode>
                <c:ptCount val="120"/>
                <c:pt idx="0">
                  <c:v>0.1075439453125</c:v>
                </c:pt>
                <c:pt idx="1">
                  <c:v>0.0964762419462204</c:v>
                </c:pt>
                <c:pt idx="2">
                  <c:v>0.10929362475872</c:v>
                </c:pt>
                <c:pt idx="3">
                  <c:v>0.0925699919462204</c:v>
                </c:pt>
                <c:pt idx="4">
                  <c:v>0.0965983122587204</c:v>
                </c:pt>
                <c:pt idx="5">
                  <c:v>0.0732828825712204</c:v>
                </c:pt>
                <c:pt idx="6">
                  <c:v>0.0652262419462204</c:v>
                </c:pt>
                <c:pt idx="7">
                  <c:v>0.0447591170668602</c:v>
                </c:pt>
                <c:pt idx="8">
                  <c:v>0.0602620467543602</c:v>
                </c:pt>
                <c:pt idx="9">
                  <c:v>0.0389404296875</c:v>
                </c:pt>
                <c:pt idx="10">
                  <c:v>0.040771484375</c:v>
                </c:pt>
                <c:pt idx="11">
                  <c:v>0.0421142578125</c:v>
                </c:pt>
                <c:pt idx="12">
                  <c:v>0.0391438826918602</c:v>
                </c:pt>
                <c:pt idx="13">
                  <c:v>0.0525309257209301</c:v>
                </c:pt>
                <c:pt idx="14">
                  <c:v>0.0433756522834301</c:v>
                </c:pt>
                <c:pt idx="15">
                  <c:v>0.0496012382209301</c:v>
                </c:pt>
                <c:pt idx="16">
                  <c:v>0.0543619804084301</c:v>
                </c:pt>
                <c:pt idx="17">
                  <c:v>0.0458984375</c:v>
                </c:pt>
                <c:pt idx="18">
                  <c:v>0.0325927734375</c:v>
                </c:pt>
                <c:pt idx="19">
                  <c:v>0.0370686873793602</c:v>
                </c:pt>
                <c:pt idx="20">
                  <c:v>0.0377197265625</c:v>
                </c:pt>
                <c:pt idx="21">
                  <c:v>0.0462239608168602</c:v>
                </c:pt>
                <c:pt idx="22">
                  <c:v>0.0411783866584301</c:v>
                </c:pt>
                <c:pt idx="23">
                  <c:v>0.0400797538459301</c:v>
                </c:pt>
                <c:pt idx="24">
                  <c:v>0.0472412109375</c:v>
                </c:pt>
                <c:pt idx="25">
                  <c:v>0.0548095703125</c:v>
                </c:pt>
                <c:pt idx="26">
                  <c:v>0.0546061210334301</c:v>
                </c:pt>
                <c:pt idx="27">
                  <c:v>0.0372314453125</c:v>
                </c:pt>
                <c:pt idx="28">
                  <c:v>0.0506998710334301</c:v>
                </c:pt>
                <c:pt idx="29">
                  <c:v>0.0374348983168602</c:v>
                </c:pt>
                <c:pt idx="30">
                  <c:v>0.0401204451918602</c:v>
                </c:pt>
                <c:pt idx="31">
                  <c:v>0.0472819022834301</c:v>
                </c:pt>
                <c:pt idx="32">
                  <c:v>0.039794921875</c:v>
                </c:pt>
                <c:pt idx="33">
                  <c:v>0.0424397811293602</c:v>
                </c:pt>
                <c:pt idx="34">
                  <c:v>0.0284423828125</c:v>
                </c:pt>
                <c:pt idx="35">
                  <c:v>0.0308837890625</c:v>
                </c:pt>
                <c:pt idx="36">
                  <c:v>0.0351969413459301</c:v>
                </c:pt>
                <c:pt idx="37">
                  <c:v>0.024373373016715</c:v>
                </c:pt>
                <c:pt idx="38">
                  <c:v>0.0320231132209301</c:v>
                </c:pt>
                <c:pt idx="39">
                  <c:v>0.0386556014418602</c:v>
                </c:pt>
                <c:pt idx="40">
                  <c:v>0.0247802734375</c:v>
                </c:pt>
                <c:pt idx="41">
                  <c:v>0.0387776717543602</c:v>
                </c:pt>
                <c:pt idx="42">
                  <c:v>0.0231119804084301</c:v>
                </c:pt>
                <c:pt idx="43">
                  <c:v>0.0323486328125</c:v>
                </c:pt>
                <c:pt idx="44">
                  <c:v>0.0294189453125</c:v>
                </c:pt>
                <c:pt idx="45">
                  <c:v>0.0411376953125</c:v>
                </c:pt>
                <c:pt idx="46">
                  <c:v>0.0457763671875</c:v>
                </c:pt>
                <c:pt idx="47">
                  <c:v>0.019287109375</c:v>
                </c:pt>
                <c:pt idx="48">
                  <c:v>0.025634765625</c:v>
                </c:pt>
                <c:pt idx="49">
                  <c:v>0.0208740234375</c:v>
                </c:pt>
                <c:pt idx="50">
                  <c:v>0.0299072265625</c:v>
                </c:pt>
                <c:pt idx="51">
                  <c:v>0.028889974579215</c:v>
                </c:pt>
                <c:pt idx="52">
                  <c:v>0.0243326835334301</c:v>
                </c:pt>
                <c:pt idx="53">
                  <c:v>0.022298177704215</c:v>
                </c:pt>
                <c:pt idx="54">
                  <c:v>0.0286865234375</c:v>
                </c:pt>
                <c:pt idx="55">
                  <c:v>0.0329996757209301</c:v>
                </c:pt>
                <c:pt idx="56">
                  <c:v>0.0380859375</c:v>
                </c:pt>
                <c:pt idx="57">
                  <c:v>0.0218912772834301</c:v>
                </c:pt>
                <c:pt idx="58">
                  <c:v>0.0430094413459301</c:v>
                </c:pt>
                <c:pt idx="59">
                  <c:v>0.026448568329215</c:v>
                </c:pt>
                <c:pt idx="60">
                  <c:v>0.0325113944709301</c:v>
                </c:pt>
                <c:pt idx="61">
                  <c:v>0.0250244140625</c:v>
                </c:pt>
                <c:pt idx="62">
                  <c:v>0.03076171875</c:v>
                </c:pt>
                <c:pt idx="63">
                  <c:v>0.0290934257209301</c:v>
                </c:pt>
                <c:pt idx="64">
                  <c:v>0.025227865204215</c:v>
                </c:pt>
                <c:pt idx="65">
                  <c:v>0.0230712890625</c:v>
                </c:pt>
                <c:pt idx="66">
                  <c:v>0.0250651054084301</c:v>
                </c:pt>
                <c:pt idx="67">
                  <c:v>0.029866537079215</c:v>
                </c:pt>
                <c:pt idx="68">
                  <c:v>0.028889974579215</c:v>
                </c:pt>
                <c:pt idx="69">
                  <c:v>0.025716146454215</c:v>
                </c:pt>
                <c:pt idx="70">
                  <c:v>0.0259195975959301</c:v>
                </c:pt>
                <c:pt idx="71">
                  <c:v>0.0336100272834301</c:v>
                </c:pt>
                <c:pt idx="72">
                  <c:v>0.0211181640625</c:v>
                </c:pt>
                <c:pt idx="73">
                  <c:v>0.0203043632209301</c:v>
                </c:pt>
                <c:pt idx="74">
                  <c:v>0.026204427704215</c:v>
                </c:pt>
                <c:pt idx="75">
                  <c:v>0.0194498710334301</c:v>
                </c:pt>
                <c:pt idx="76">
                  <c:v>0.0190836600959301</c:v>
                </c:pt>
                <c:pt idx="77">
                  <c:v>0.023640951141715</c:v>
                </c:pt>
                <c:pt idx="78">
                  <c:v>0.0203857421875</c:v>
                </c:pt>
                <c:pt idx="79">
                  <c:v>0.0152994794771075</c:v>
                </c:pt>
                <c:pt idx="80">
                  <c:v>0.0181070975959301</c:v>
                </c:pt>
                <c:pt idx="81">
                  <c:v>0.0262858085334301</c:v>
                </c:pt>
                <c:pt idx="82">
                  <c:v>0.0107421875</c:v>
                </c:pt>
                <c:pt idx="83">
                  <c:v>0.012410482391715</c:v>
                </c:pt>
                <c:pt idx="84">
                  <c:v>0.014363607391715</c:v>
                </c:pt>
                <c:pt idx="85">
                  <c:v>0.0145670576021075</c:v>
                </c:pt>
                <c:pt idx="86">
                  <c:v>0.016560873016715</c:v>
                </c:pt>
                <c:pt idx="87">
                  <c:v>0.0245768241584301</c:v>
                </c:pt>
                <c:pt idx="88">
                  <c:v>0.0170084647834301</c:v>
                </c:pt>
                <c:pt idx="89">
                  <c:v>0.017822265625</c:v>
                </c:pt>
                <c:pt idx="90">
                  <c:v>0.0142822265625</c:v>
                </c:pt>
                <c:pt idx="91">
                  <c:v>0.013671875</c:v>
                </c:pt>
                <c:pt idx="92">
                  <c:v>0.0130615234375</c:v>
                </c:pt>
                <c:pt idx="93">
                  <c:v>0.010823568329215</c:v>
                </c:pt>
                <c:pt idx="94">
                  <c:v>0.0211181640625</c:v>
                </c:pt>
                <c:pt idx="95">
                  <c:v>0.013875326141715</c:v>
                </c:pt>
                <c:pt idx="96">
                  <c:v>0.00948079489171505</c:v>
                </c:pt>
                <c:pt idx="97">
                  <c:v>0.013264974579215</c:v>
                </c:pt>
                <c:pt idx="98">
                  <c:v>0.010335287079215</c:v>
                </c:pt>
                <c:pt idx="99">
                  <c:v>0.00826009176671505</c:v>
                </c:pt>
                <c:pt idx="100">
                  <c:v>0.0120849609375</c:v>
                </c:pt>
                <c:pt idx="101">
                  <c:v>0.011555990204215</c:v>
                </c:pt>
                <c:pt idx="102">
                  <c:v>0.00260416674427688</c:v>
                </c:pt>
                <c:pt idx="103">
                  <c:v>0.0174967460334301</c:v>
                </c:pt>
                <c:pt idx="104">
                  <c:v>0.014851888641715</c:v>
                </c:pt>
                <c:pt idx="105">
                  <c:v>0.010457357391715</c:v>
                </c:pt>
                <c:pt idx="106">
                  <c:v>0.00492350291460752</c:v>
                </c:pt>
                <c:pt idx="107">
                  <c:v>0.00459798192605376</c:v>
                </c:pt>
                <c:pt idx="108">
                  <c:v>0.00492350291460752</c:v>
                </c:pt>
                <c:pt idx="109">
                  <c:v>0.005126953125</c:v>
                </c:pt>
                <c:pt idx="110">
                  <c:v>0.00390625</c:v>
                </c:pt>
                <c:pt idx="111">
                  <c:v>0.00288899755105376</c:v>
                </c:pt>
                <c:pt idx="112">
                  <c:v>0.00358072924427688</c:v>
                </c:pt>
                <c:pt idx="113">
                  <c:v>0.00882975291460752</c:v>
                </c:pt>
                <c:pt idx="114">
                  <c:v>0.0003662109375</c:v>
                </c:pt>
                <c:pt idx="115">
                  <c:v>0</c:v>
                </c:pt>
                <c:pt idx="116">
                  <c:v>0</c:v>
                </c:pt>
                <c:pt idx="117">
                  <c:v>0</c:v>
                </c:pt>
                <c:pt idx="118">
                  <c:v>0</c:v>
                </c:pt>
                <c:pt idx="119">
                  <c:v>0</c:v>
                </c:pt>
              </c:numCache>
            </c:numRef>
          </c:yVal>
          <c:smooth val="0"/>
        </c:ser>
        <c:ser>
          <c:idx val="3"/>
          <c:order val="3"/>
          <c:tx>
            <c:v>5772</c:v>
          </c:tx>
          <c:spPr>
            <a:ln xmlns:a="http://schemas.openxmlformats.org/drawingml/2006/main" w="7620">
              <a:solidFill>
                <a:srgbClr val="BEB0C9"/>
              </a:solidFill>
            </a:ln>
          </c:spPr>
          <c:marker>
            <c:symbol val="none"/>
          </c:marker>
          <c:xVal>
            <c:numRef>
              <c:f>'Chart Data'!$G$2:$G$121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Data'!$H$2:$H$121</c:f>
              <c:numCache>
                <c:formatCode>0.00</c:formatCode>
                <c:ptCount val="120"/>
                <c:pt idx="0">
                  <c:v>0.10062663257122</c:v>
                </c:pt>
                <c:pt idx="1">
                  <c:v>0.1199951171875</c:v>
                </c:pt>
                <c:pt idx="2">
                  <c:v>0.10526530444622</c:v>
                </c:pt>
                <c:pt idx="3">
                  <c:v>0.0836588591337204</c:v>
                </c:pt>
                <c:pt idx="4">
                  <c:v>0.0932210311293602</c:v>
                </c:pt>
                <c:pt idx="5">
                  <c:v>0.0836995467543602</c:v>
                </c:pt>
                <c:pt idx="6">
                  <c:v>0.0704752653837204</c:v>
                </c:pt>
                <c:pt idx="7">
                  <c:v>0.0946451872587204</c:v>
                </c:pt>
                <c:pt idx="8">
                  <c:v>0.0652262419462204</c:v>
                </c:pt>
                <c:pt idx="9">
                  <c:v>0.044921875</c:v>
                </c:pt>
                <c:pt idx="10">
                  <c:v>0.0531819686293602</c:v>
                </c:pt>
                <c:pt idx="11">
                  <c:v>0.0460205078125</c:v>
                </c:pt>
                <c:pt idx="12">
                  <c:v>0.0583903007209301</c:v>
                </c:pt>
                <c:pt idx="13">
                  <c:v>0.0497233085334301</c:v>
                </c:pt>
                <c:pt idx="14">
                  <c:v>0.0478108748793602</c:v>
                </c:pt>
                <c:pt idx="15">
                  <c:v>0.06005859375</c:v>
                </c:pt>
                <c:pt idx="16">
                  <c:v>0.0424397811293602</c:v>
                </c:pt>
                <c:pt idx="17">
                  <c:v>0.0502115897834301</c:v>
                </c:pt>
                <c:pt idx="18">
                  <c:v>0.0471598319709301</c:v>
                </c:pt>
                <c:pt idx="19">
                  <c:v>0.0432942733168602</c:v>
                </c:pt>
                <c:pt idx="20">
                  <c:v>0.0530192069709301</c:v>
                </c:pt>
                <c:pt idx="21">
                  <c:v>0.0494791679084301</c:v>
                </c:pt>
                <c:pt idx="22">
                  <c:v>0.0368245467543602</c:v>
                </c:pt>
                <c:pt idx="23">
                  <c:v>0.0384114608168602</c:v>
                </c:pt>
                <c:pt idx="24">
                  <c:v>0.0469156913459301</c:v>
                </c:pt>
                <c:pt idx="25">
                  <c:v>0.046875</c:v>
                </c:pt>
                <c:pt idx="26">
                  <c:v>0.0475260429084301</c:v>
                </c:pt>
                <c:pt idx="27">
                  <c:v>0.0469970703125</c:v>
                </c:pt>
                <c:pt idx="28">
                  <c:v>0.0340576171875</c:v>
                </c:pt>
                <c:pt idx="29">
                  <c:v>0.0321451835334301</c:v>
                </c:pt>
                <c:pt idx="30">
                  <c:v>0.033935546875</c:v>
                </c:pt>
                <c:pt idx="31">
                  <c:v>0.0397542342543602</c:v>
                </c:pt>
                <c:pt idx="32">
                  <c:v>0.0364990234375</c:v>
                </c:pt>
                <c:pt idx="33">
                  <c:v>0.0408528670668602</c:v>
                </c:pt>
                <c:pt idx="34">
                  <c:v>0.0376790389418602</c:v>
                </c:pt>
                <c:pt idx="35">
                  <c:v>0.040771484375</c:v>
                </c:pt>
                <c:pt idx="36">
                  <c:v>0.0368245467543602</c:v>
                </c:pt>
                <c:pt idx="37">
                  <c:v>0.0456949882209301</c:v>
                </c:pt>
                <c:pt idx="38">
                  <c:v>0.0423990897834301</c:v>
                </c:pt>
                <c:pt idx="39">
                  <c:v>0.030110677704215</c:v>
                </c:pt>
                <c:pt idx="40">
                  <c:v>0.0398763045668602</c:v>
                </c:pt>
                <c:pt idx="41">
                  <c:v>0.0378011092543602</c:v>
                </c:pt>
                <c:pt idx="42">
                  <c:v>0.0466715507209301</c:v>
                </c:pt>
                <c:pt idx="43">
                  <c:v>0.0364176444709301</c:v>
                </c:pt>
                <c:pt idx="44">
                  <c:v>0.0390218123793602</c:v>
                </c:pt>
                <c:pt idx="45">
                  <c:v>0.0400797538459301</c:v>
                </c:pt>
                <c:pt idx="46">
                  <c:v>0.0326334647834301</c:v>
                </c:pt>
                <c:pt idx="47">
                  <c:v>0.0350748710334301</c:v>
                </c:pt>
                <c:pt idx="48">
                  <c:v>0.0417073592543602</c:v>
                </c:pt>
                <c:pt idx="49">
                  <c:v>0.0447998046875</c:v>
                </c:pt>
                <c:pt idx="50">
                  <c:v>0.0411783866584301</c:v>
                </c:pt>
                <c:pt idx="51">
                  <c:v>0.0345458984375</c:v>
                </c:pt>
                <c:pt idx="52">
                  <c:v>0.0240478515625</c:v>
                </c:pt>
                <c:pt idx="53">
                  <c:v>0.0255126953125</c:v>
                </c:pt>
                <c:pt idx="54">
                  <c:v>0.0292154960334301</c:v>
                </c:pt>
                <c:pt idx="55">
                  <c:v>0.0250244140625</c:v>
                </c:pt>
                <c:pt idx="56">
                  <c:v>0.023640951141715</c:v>
                </c:pt>
                <c:pt idx="57">
                  <c:v>0.0223388671875</c:v>
                </c:pt>
                <c:pt idx="58">
                  <c:v>0.0198160819709301</c:v>
                </c:pt>
                <c:pt idx="59">
                  <c:v>0.0301920585334301</c:v>
                </c:pt>
                <c:pt idx="60">
                  <c:v>0.0281982421875</c:v>
                </c:pt>
                <c:pt idx="61">
                  <c:v>0.0250651054084301</c:v>
                </c:pt>
                <c:pt idx="62">
                  <c:v>0.023030599579215</c:v>
                </c:pt>
                <c:pt idx="63">
                  <c:v>0.023396810516715</c:v>
                </c:pt>
                <c:pt idx="64">
                  <c:v>0.028157552704215</c:v>
                </c:pt>
                <c:pt idx="65">
                  <c:v>0.0289306640625</c:v>
                </c:pt>
                <c:pt idx="66">
                  <c:v>0.035888671875</c:v>
                </c:pt>
                <c:pt idx="67">
                  <c:v>0.0354817733168602</c:v>
                </c:pt>
                <c:pt idx="68">
                  <c:v>0.0322265625</c:v>
                </c:pt>
                <c:pt idx="69">
                  <c:v>0.025349935516715</c:v>
                </c:pt>
                <c:pt idx="70">
                  <c:v>0.0214029960334301</c:v>
                </c:pt>
                <c:pt idx="71">
                  <c:v>0.0185546875</c:v>
                </c:pt>
                <c:pt idx="72">
                  <c:v>0.018310546875</c:v>
                </c:pt>
                <c:pt idx="73">
                  <c:v>0.0283610038459301</c:v>
                </c:pt>
                <c:pt idx="74">
                  <c:v>0.018025716766715</c:v>
                </c:pt>
                <c:pt idx="75">
                  <c:v>0.0157470703125</c:v>
                </c:pt>
                <c:pt idx="76">
                  <c:v>0.0220947265625</c:v>
                </c:pt>
                <c:pt idx="77">
                  <c:v>0.017171224579215</c:v>
                </c:pt>
                <c:pt idx="78">
                  <c:v>0.025146484375</c:v>
                </c:pt>
                <c:pt idx="79">
                  <c:v>0.026814779266715</c:v>
                </c:pt>
                <c:pt idx="80">
                  <c:v>0.015380859375</c:v>
                </c:pt>
                <c:pt idx="81">
                  <c:v>0.019490560516715</c:v>
                </c:pt>
                <c:pt idx="82">
                  <c:v>0.013020833954215</c:v>
                </c:pt>
                <c:pt idx="83">
                  <c:v>0.0131022138521075</c:v>
                </c:pt>
                <c:pt idx="84">
                  <c:v>0.0177001953125</c:v>
                </c:pt>
                <c:pt idx="85">
                  <c:v>0.0218505859375</c:v>
                </c:pt>
                <c:pt idx="86">
                  <c:v>0.0116373701021075</c:v>
                </c:pt>
                <c:pt idx="87">
                  <c:v>0.011678060516715</c:v>
                </c:pt>
                <c:pt idx="88">
                  <c:v>0.0123291015625</c:v>
                </c:pt>
                <c:pt idx="89">
                  <c:v>0.012654623016715</c:v>
                </c:pt>
                <c:pt idx="90">
                  <c:v>0.00944010447710752</c:v>
                </c:pt>
                <c:pt idx="91">
                  <c:v>0.00838216207921505</c:v>
                </c:pt>
                <c:pt idx="92">
                  <c:v>0.01220703125</c:v>
                </c:pt>
                <c:pt idx="93">
                  <c:v>0.009521484375</c:v>
                </c:pt>
                <c:pt idx="94">
                  <c:v>0.0118408203125</c:v>
                </c:pt>
                <c:pt idx="95">
                  <c:v>0.0081787109375</c:v>
                </c:pt>
                <c:pt idx="96">
                  <c:v>0.012044271454215</c:v>
                </c:pt>
                <c:pt idx="97">
                  <c:v>0.00927734375</c:v>
                </c:pt>
                <c:pt idx="98">
                  <c:v>0.00358072924427688</c:v>
                </c:pt>
                <c:pt idx="99">
                  <c:v>0.0203857421875</c:v>
                </c:pt>
                <c:pt idx="100">
                  <c:v>0.015625</c:v>
                </c:pt>
                <c:pt idx="101">
                  <c:v>0.0064697265625</c:v>
                </c:pt>
                <c:pt idx="102">
                  <c:v>0.020711263641715</c:v>
                </c:pt>
                <c:pt idx="103">
                  <c:v>0.0078125</c:v>
                </c:pt>
                <c:pt idx="104">
                  <c:v>0.00785319041460752</c:v>
                </c:pt>
                <c:pt idx="105">
                  <c:v>0.00394694041460752</c:v>
                </c:pt>
                <c:pt idx="106">
                  <c:v>0.00203450536355376</c:v>
                </c:pt>
                <c:pt idx="107">
                  <c:v>0.0126953125</c:v>
                </c:pt>
                <c:pt idx="108">
                  <c:v>0.0113525390625</c:v>
                </c:pt>
                <c:pt idx="109">
                  <c:v>0.0013427734375</c:v>
                </c:pt>
                <c:pt idx="110">
                  <c:v>0.0018310546875</c:v>
                </c:pt>
                <c:pt idx="111">
                  <c:v>0.003662109375</c:v>
                </c:pt>
                <c:pt idx="112">
                  <c:v>0.00565592478960752</c:v>
                </c:pt>
                <c:pt idx="113">
                  <c:v>0.00398763036355376</c:v>
                </c:pt>
                <c:pt idx="114">
                  <c:v>0.00028483074856922</c:v>
                </c:pt>
                <c:pt idx="115">
                  <c:v>0.0008544921875</c:v>
                </c:pt>
                <c:pt idx="116">
                  <c:v>8.13802107586525E-05</c:v>
                </c:pt>
                <c:pt idx="117">
                  <c:v>0</c:v>
                </c:pt>
                <c:pt idx="118">
                  <c:v>0</c:v>
                </c:pt>
                <c:pt idx="119">
                  <c:v>0</c:v>
                </c:pt>
              </c:numCache>
            </c:numRef>
          </c:yVal>
          <c:smooth val="0"/>
        </c:ser>
        <c:ser>
          <c:idx val="4"/>
          <c:order val="4"/>
          <c:tx>
            <c:v>8111</c:v>
          </c:tx>
          <c:spPr>
            <a:ln xmlns:a="http://schemas.openxmlformats.org/drawingml/2006/main" w="7620">
              <a:solidFill>
                <a:srgbClr val="CCBB8F"/>
              </a:solidFill>
            </a:ln>
          </c:spPr>
          <c:marker>
            <c:symbol val="none"/>
          </c:marker>
          <c:xVal>
            <c:numRef>
              <c:f>'Chart Data'!$I$2:$I$121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Data'!$J$2:$J$121</c:f>
              <c:numCache>
                <c:formatCode>0.00</c:formatCode>
                <c:ptCount val="120"/>
                <c:pt idx="0">
                  <c:v>0.12430827319622</c:v>
                </c:pt>
                <c:pt idx="1">
                  <c:v>0.10965983569622</c:v>
                </c:pt>
                <c:pt idx="2">
                  <c:v>0.0802815780043602</c:v>
                </c:pt>
                <c:pt idx="3">
                  <c:v>0.0858154296875</c:v>
                </c:pt>
                <c:pt idx="4">
                  <c:v>0.0733642578125</c:v>
                </c:pt>
                <c:pt idx="5">
                  <c:v>0.0796305388212204</c:v>
                </c:pt>
                <c:pt idx="6">
                  <c:v>0.0723876953125</c:v>
                </c:pt>
                <c:pt idx="7">
                  <c:v>0.0609944686293602</c:v>
                </c:pt>
                <c:pt idx="8">
                  <c:v>0.042724609375</c:v>
                </c:pt>
                <c:pt idx="9">
                  <c:v>0.0636800155043602</c:v>
                </c:pt>
                <c:pt idx="10">
                  <c:v>0.0500081405043602</c:v>
                </c:pt>
                <c:pt idx="11">
                  <c:v>0.0472412109375</c:v>
                </c:pt>
                <c:pt idx="12">
                  <c:v>0.0500895194709301</c:v>
                </c:pt>
                <c:pt idx="13">
                  <c:v>0.05078125</c:v>
                </c:pt>
                <c:pt idx="14">
                  <c:v>0.0554606132209301</c:v>
                </c:pt>
                <c:pt idx="15">
                  <c:v>0.0509440116584301</c:v>
                </c:pt>
                <c:pt idx="16">
                  <c:v>0.0376790389418602</c:v>
                </c:pt>
                <c:pt idx="17">
                  <c:v>0.0513509139418602</c:v>
                </c:pt>
                <c:pt idx="18">
                  <c:v>0.0537109375</c:v>
                </c:pt>
                <c:pt idx="19">
                  <c:v>0.043701171875</c:v>
                </c:pt>
                <c:pt idx="20">
                  <c:v>0.0340169295668602</c:v>
                </c:pt>
                <c:pt idx="21">
                  <c:v>0.0439046248793602</c:v>
                </c:pt>
                <c:pt idx="22">
                  <c:v>0.0403645858168602</c:v>
                </c:pt>
                <c:pt idx="23">
                  <c:v>0.0384521484375</c:v>
                </c:pt>
                <c:pt idx="24">
                  <c:v>0.0508219413459301</c:v>
                </c:pt>
                <c:pt idx="25">
                  <c:v>0.0327962264418602</c:v>
                </c:pt>
                <c:pt idx="26">
                  <c:v>0.043701171875</c:v>
                </c:pt>
                <c:pt idx="27">
                  <c:v>0.0380859375</c:v>
                </c:pt>
                <c:pt idx="28">
                  <c:v>0.024495443329215</c:v>
                </c:pt>
                <c:pt idx="29">
                  <c:v>0.04248046875</c:v>
                </c:pt>
                <c:pt idx="30">
                  <c:v>0.033447265625</c:v>
                </c:pt>
                <c:pt idx="31">
                  <c:v>0.0469156913459301</c:v>
                </c:pt>
                <c:pt idx="32">
                  <c:v>0.037841796875</c:v>
                </c:pt>
                <c:pt idx="33">
                  <c:v>0.0278727225959301</c:v>
                </c:pt>
                <c:pt idx="34">
                  <c:v>0.034423828125</c:v>
                </c:pt>
                <c:pt idx="35">
                  <c:v>0.033203125</c:v>
                </c:pt>
                <c:pt idx="36">
                  <c:v>0.0370686873793602</c:v>
                </c:pt>
                <c:pt idx="37">
                  <c:v>0.0369466170668602</c:v>
                </c:pt>
                <c:pt idx="38">
                  <c:v>0.0419108085334301</c:v>
                </c:pt>
                <c:pt idx="39">
                  <c:v>0.0401611328125</c:v>
                </c:pt>
                <c:pt idx="40">
                  <c:v>0.0365397147834301</c:v>
                </c:pt>
                <c:pt idx="41">
                  <c:v>0.0209147147834301</c:v>
                </c:pt>
                <c:pt idx="42">
                  <c:v>0.0408935546875</c:v>
                </c:pt>
                <c:pt idx="43">
                  <c:v>0.0299072265625</c:v>
                </c:pt>
                <c:pt idx="44">
                  <c:v>0.0303955078125</c:v>
                </c:pt>
                <c:pt idx="45">
                  <c:v>0.0308837890625</c:v>
                </c:pt>
                <c:pt idx="46">
                  <c:v>0.029500326141715</c:v>
                </c:pt>
                <c:pt idx="47">
                  <c:v>0.027791341766715</c:v>
                </c:pt>
                <c:pt idx="48">
                  <c:v>0.030232748016715</c:v>
                </c:pt>
                <c:pt idx="49">
                  <c:v>0.0347493514418602</c:v>
                </c:pt>
                <c:pt idx="50">
                  <c:v>0.0263671875</c:v>
                </c:pt>
                <c:pt idx="51">
                  <c:v>0.0259195975959301</c:v>
                </c:pt>
                <c:pt idx="52">
                  <c:v>0.0408121757209301</c:v>
                </c:pt>
                <c:pt idx="53">
                  <c:v>0.033203125</c:v>
                </c:pt>
                <c:pt idx="54">
                  <c:v>0.02392578125</c:v>
                </c:pt>
                <c:pt idx="55">
                  <c:v>0.0330810546875</c:v>
                </c:pt>
                <c:pt idx="56">
                  <c:v>0.025594076141715</c:v>
                </c:pt>
                <c:pt idx="57">
                  <c:v>0.024169921875</c:v>
                </c:pt>
                <c:pt idx="58">
                  <c:v>0.0240478515625</c:v>
                </c:pt>
                <c:pt idx="59">
                  <c:v>0.0205485038459301</c:v>
                </c:pt>
                <c:pt idx="60">
                  <c:v>0.0269775390625</c:v>
                </c:pt>
                <c:pt idx="61">
                  <c:v>0.025960287079215</c:v>
                </c:pt>
                <c:pt idx="62">
                  <c:v>0.0233561210334301</c:v>
                </c:pt>
                <c:pt idx="63">
                  <c:v>0.025716146454215</c:v>
                </c:pt>
                <c:pt idx="64">
                  <c:v>0.0262858085334301</c:v>
                </c:pt>
                <c:pt idx="65">
                  <c:v>0.0223388671875</c:v>
                </c:pt>
                <c:pt idx="66">
                  <c:v>0.016438802704215</c:v>
                </c:pt>
                <c:pt idx="67">
                  <c:v>0.025634765625</c:v>
                </c:pt>
                <c:pt idx="68">
                  <c:v>0.0162760429084301</c:v>
                </c:pt>
                <c:pt idx="69">
                  <c:v>0.0222574882209301</c:v>
                </c:pt>
                <c:pt idx="70">
                  <c:v>0.0242919921875</c:v>
                </c:pt>
                <c:pt idx="71">
                  <c:v>0.0143229169771075</c:v>
                </c:pt>
                <c:pt idx="72">
                  <c:v>0.0274658203125</c:v>
                </c:pt>
                <c:pt idx="73">
                  <c:v>0.0211588554084301</c:v>
                </c:pt>
                <c:pt idx="74">
                  <c:v>0.0233561210334301</c:v>
                </c:pt>
                <c:pt idx="75">
                  <c:v>0.016805013641715</c:v>
                </c:pt>
                <c:pt idx="76">
                  <c:v>0.0204264335334301</c:v>
                </c:pt>
                <c:pt idx="77">
                  <c:v>0.018391927704215</c:v>
                </c:pt>
                <c:pt idx="78">
                  <c:v>0.0199381522834301</c:v>
                </c:pt>
                <c:pt idx="79">
                  <c:v>0.0233154296875</c:v>
                </c:pt>
                <c:pt idx="80">
                  <c:v>0.018147787079215</c:v>
                </c:pt>
                <c:pt idx="81">
                  <c:v>0.013753255829215</c:v>
                </c:pt>
                <c:pt idx="82">
                  <c:v>0.019002279266715</c:v>
                </c:pt>
                <c:pt idx="83">
                  <c:v>0.0198160819709301</c:v>
                </c:pt>
                <c:pt idx="84">
                  <c:v>0.013875326141715</c:v>
                </c:pt>
                <c:pt idx="85">
                  <c:v>0.013020833954215</c:v>
                </c:pt>
                <c:pt idx="86">
                  <c:v>0.011555990204215</c:v>
                </c:pt>
                <c:pt idx="87">
                  <c:v>0.0113525390625</c:v>
                </c:pt>
                <c:pt idx="88">
                  <c:v>0.014119466766715</c:v>
                </c:pt>
                <c:pt idx="89">
                  <c:v>0.0128173828125</c:v>
                </c:pt>
                <c:pt idx="90">
                  <c:v>0.0216064453125</c:v>
                </c:pt>
                <c:pt idx="91">
                  <c:v>0.021809896454215</c:v>
                </c:pt>
                <c:pt idx="92">
                  <c:v>0.010498046875</c:v>
                </c:pt>
                <c:pt idx="93">
                  <c:v>0.011067708954215</c:v>
                </c:pt>
                <c:pt idx="94">
                  <c:v>0.0130615234375</c:v>
                </c:pt>
                <c:pt idx="95">
                  <c:v>0.0124918622896075</c:v>
                </c:pt>
                <c:pt idx="96">
                  <c:v>0.00846354197710752</c:v>
                </c:pt>
                <c:pt idx="97">
                  <c:v>0.0107828779146075</c:v>
                </c:pt>
                <c:pt idx="98">
                  <c:v>0.007080078125</c:v>
                </c:pt>
                <c:pt idx="99">
                  <c:v>0.00459798192605376</c:v>
                </c:pt>
                <c:pt idx="100">
                  <c:v>0.0089111328125</c:v>
                </c:pt>
                <c:pt idx="101">
                  <c:v>0.0107421875</c:v>
                </c:pt>
                <c:pt idx="102">
                  <c:v>0.0144449872896075</c:v>
                </c:pt>
                <c:pt idx="103">
                  <c:v>0.0111490888521075</c:v>
                </c:pt>
                <c:pt idx="104">
                  <c:v>0.00496419286355376</c:v>
                </c:pt>
                <c:pt idx="105">
                  <c:v>0.015706380829215</c:v>
                </c:pt>
                <c:pt idx="106">
                  <c:v>0.0035400390625</c:v>
                </c:pt>
                <c:pt idx="107">
                  <c:v>0.00606282567605376</c:v>
                </c:pt>
                <c:pt idx="108">
                  <c:v>0.00679524755105376</c:v>
                </c:pt>
                <c:pt idx="109">
                  <c:v>0.002685546875</c:v>
                </c:pt>
                <c:pt idx="110">
                  <c:v>0.00504557322710752</c:v>
                </c:pt>
                <c:pt idx="111">
                  <c:v>0.00374348973855376</c:v>
                </c:pt>
                <c:pt idx="112">
                  <c:v>0.0023193359375</c:v>
                </c:pt>
                <c:pt idx="113">
                  <c:v>0.00130208337213844</c:v>
                </c:pt>
                <c:pt idx="114">
                  <c:v>8.13802107586525E-05</c:v>
                </c:pt>
                <c:pt idx="115">
                  <c:v>0.0003662109375</c:v>
                </c:pt>
                <c:pt idx="116">
                  <c:v>0</c:v>
                </c:pt>
                <c:pt idx="117">
                  <c:v>0</c:v>
                </c:pt>
                <c:pt idx="118">
                  <c:v>0</c:v>
                </c:pt>
                <c:pt idx="119">
                  <c:v>0</c:v>
                </c:pt>
              </c:numCache>
            </c:numRef>
          </c:yVal>
          <c:smooth val="0"/>
        </c:ser>
        <c:ser>
          <c:idx val="5"/>
          <c:order val="5"/>
          <c:tx>
            <c:v>Five-run mean</c:v>
          </c:tx>
          <c:spPr>
            <a:ln xmlns:a="http://schemas.openxmlformats.org/drawingml/2006/main" w="26670">
              <a:solidFill>
                <a:srgbClr val="137B73"/>
              </a:solidFill>
            </a:ln>
          </c:spPr>
          <c:marker>
            <c:symbol val="none"/>
          </c:marker>
          <c:xVal>
            <c:numRef>
              <c:f>'Chart Data'!$K$2:$K$121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Data'!$L$2:$L$121</c:f>
              <c:numCache>
                <c:formatCode>0.00</c:formatCode>
                <c:ptCount val="120"/>
                <c:pt idx="0">
                  <c:v>0.118237307667732</c:v>
                </c:pt>
                <c:pt idx="1">
                  <c:v>0.107316082715988</c:v>
                </c:pt>
                <c:pt idx="2">
                  <c:v>0.0949625685811043</c:v>
                </c:pt>
                <c:pt idx="3">
                  <c:v>0.0880126982927322</c:v>
                </c:pt>
                <c:pt idx="4">
                  <c:v>0.0829833999276161</c:v>
                </c:pt>
                <c:pt idx="5">
                  <c:v>0.0823649123311043</c:v>
                </c:pt>
                <c:pt idx="6">
                  <c:v>0.0718261748552322</c:v>
                </c:pt>
                <c:pt idx="7">
                  <c:v>0.0725097686052322</c:v>
                </c:pt>
                <c:pt idx="8">
                  <c:v>0.0616210967302322</c:v>
                </c:pt>
                <c:pt idx="9">
                  <c:v>0.0512532569468021</c:v>
                </c:pt>
                <c:pt idx="10">
                  <c:v>0.0472981780767441</c:v>
                </c:pt>
                <c:pt idx="11">
                  <c:v>0.046419271081686</c:v>
                </c:pt>
                <c:pt idx="12">
                  <c:v>0.0472656264901161</c:v>
                </c:pt>
                <c:pt idx="13">
                  <c:v>0.0476236991584301</c:v>
                </c:pt>
                <c:pt idx="14">
                  <c:v>0.0483723975718021</c:v>
                </c:pt>
                <c:pt idx="15">
                  <c:v>0.0497721366584301</c:v>
                </c:pt>
                <c:pt idx="16">
                  <c:v>0.0462890647351742</c:v>
                </c:pt>
                <c:pt idx="17">
                  <c:v>0.0471923843026161</c:v>
                </c:pt>
                <c:pt idx="18">
                  <c:v>0.045784505456686</c:v>
                </c:pt>
                <c:pt idx="19">
                  <c:v>0.0433024108409882</c:v>
                </c:pt>
                <c:pt idx="20">
                  <c:v>0.0442708350718021</c:v>
                </c:pt>
                <c:pt idx="21">
                  <c:v>0.0455240897834301</c:v>
                </c:pt>
                <c:pt idx="22">
                  <c:v>0.0378092460334301</c:v>
                </c:pt>
                <c:pt idx="23">
                  <c:v>0.0367919929325581</c:v>
                </c:pt>
                <c:pt idx="24">
                  <c:v>0.043562826141715</c:v>
                </c:pt>
                <c:pt idx="25">
                  <c:v>0.0429443366825581</c:v>
                </c:pt>
                <c:pt idx="26">
                  <c:v>0.0420491546392441</c:v>
                </c:pt>
                <c:pt idx="27">
                  <c:v>0.037589518725872</c:v>
                </c:pt>
                <c:pt idx="28">
                  <c:v>0.0347249355167151</c:v>
                </c:pt>
                <c:pt idx="29">
                  <c:v>0.0345214858651161</c:v>
                </c:pt>
                <c:pt idx="30">
                  <c:v>0.0321044933050871</c:v>
                </c:pt>
                <c:pt idx="31">
                  <c:v>0.0384033218026161</c:v>
                </c:pt>
                <c:pt idx="32">
                  <c:v>0.037654622644186</c:v>
                </c:pt>
                <c:pt idx="33">
                  <c:v>0.0331787124276161</c:v>
                </c:pt>
                <c:pt idx="34">
                  <c:v>0.0307698573917151</c:v>
                </c:pt>
                <c:pt idx="35">
                  <c:v>0.033984375372529</c:v>
                </c:pt>
                <c:pt idx="36">
                  <c:v>0.0327636733651161</c:v>
                </c:pt>
                <c:pt idx="37">
                  <c:v>0.0348307300359011</c:v>
                </c:pt>
                <c:pt idx="38">
                  <c:v>0.0341308601200581</c:v>
                </c:pt>
                <c:pt idx="39">
                  <c:v>0.0335530608892441</c:v>
                </c:pt>
                <c:pt idx="40">
                  <c:v>0.0319986991584301</c:v>
                </c:pt>
                <c:pt idx="41">
                  <c:v>0.0323323581367731</c:v>
                </c:pt>
                <c:pt idx="42">
                  <c:v>0.0334960944950581</c:v>
                </c:pt>
                <c:pt idx="43">
                  <c:v>0.033471680060029</c:v>
                </c:pt>
                <c:pt idx="44">
                  <c:v>0.0277994800359011</c:v>
                </c:pt>
                <c:pt idx="45">
                  <c:v>0.032560221850872</c:v>
                </c:pt>
                <c:pt idx="46">
                  <c:v>0.0309733081609011</c:v>
                </c:pt>
                <c:pt idx="47">
                  <c:v>0.0279947925359011</c:v>
                </c:pt>
                <c:pt idx="48">
                  <c:v>0.0272460944950581</c:v>
                </c:pt>
                <c:pt idx="49">
                  <c:v>0.0296142585575581</c:v>
                </c:pt>
                <c:pt idx="50">
                  <c:v>0.027612305060029</c:v>
                </c:pt>
                <c:pt idx="51">
                  <c:v>0.027669271454215</c:v>
                </c:pt>
                <c:pt idx="52">
                  <c:v>0.0289957690984011</c:v>
                </c:pt>
                <c:pt idx="53">
                  <c:v>0.027042643353343</c:v>
                </c:pt>
                <c:pt idx="54">
                  <c:v>0.023844401538372</c:v>
                </c:pt>
                <c:pt idx="55">
                  <c:v>0.028588867560029</c:v>
                </c:pt>
                <c:pt idx="56">
                  <c:v>0.026114909350872</c:v>
                </c:pt>
                <c:pt idx="57">
                  <c:v>0.023225912079215</c:v>
                </c:pt>
                <c:pt idx="58">
                  <c:v>0.026798503100872</c:v>
                </c:pt>
                <c:pt idx="59">
                  <c:v>0.0249267589300871</c:v>
                </c:pt>
                <c:pt idx="60">
                  <c:v>0.0274902351200581</c:v>
                </c:pt>
                <c:pt idx="61">
                  <c:v>0.025260417163372</c:v>
                </c:pt>
                <c:pt idx="62">
                  <c:v>0.025667318329215</c:v>
                </c:pt>
                <c:pt idx="63">
                  <c:v>0.0247314460575581</c:v>
                </c:pt>
                <c:pt idx="64">
                  <c:v>0.024861654266715</c:v>
                </c:pt>
                <c:pt idx="65">
                  <c:v>0.0231689453125</c:v>
                </c:pt>
                <c:pt idx="66">
                  <c:v>0.023624674975872</c:v>
                </c:pt>
                <c:pt idx="67">
                  <c:v>0.0237548835575581</c:v>
                </c:pt>
                <c:pt idx="68">
                  <c:v>0.0219401048496366</c:v>
                </c:pt>
                <c:pt idx="69">
                  <c:v>0.0208984380587935</c:v>
                </c:pt>
                <c:pt idx="70">
                  <c:v>0.0216796882450581</c:v>
                </c:pt>
                <c:pt idx="71">
                  <c:v>0.0227132169529796</c:v>
                </c:pt>
                <c:pt idx="72">
                  <c:v>0.0198486329987645</c:v>
                </c:pt>
                <c:pt idx="73">
                  <c:v>0.0187011728063226</c:v>
                </c:pt>
                <c:pt idx="74">
                  <c:v>0.0207275398075581</c:v>
                </c:pt>
                <c:pt idx="75">
                  <c:v>0.0171142583712935</c:v>
                </c:pt>
                <c:pt idx="76">
                  <c:v>0.017561849579215</c:v>
                </c:pt>
                <c:pt idx="77">
                  <c:v>0.020011393725872</c:v>
                </c:pt>
                <c:pt idx="78">
                  <c:v>0.0198242194950581</c:v>
                </c:pt>
                <c:pt idx="79">
                  <c:v>0.0186197919771075</c:v>
                </c:pt>
                <c:pt idx="80">
                  <c:v>0.017236328497529</c:v>
                </c:pt>
                <c:pt idx="81">
                  <c:v>0.0178304042667151</c:v>
                </c:pt>
                <c:pt idx="82">
                  <c:v>0.014713542163372</c:v>
                </c:pt>
                <c:pt idx="83">
                  <c:v>0.0148193366825581</c:v>
                </c:pt>
                <c:pt idx="84">
                  <c:v>0.014501953497529</c:v>
                </c:pt>
                <c:pt idx="85">
                  <c:v>0.014729817956686</c:v>
                </c:pt>
                <c:pt idx="86">
                  <c:v>0.0109781904146075</c:v>
                </c:pt>
                <c:pt idx="87">
                  <c:v>0.0124593104235828</c:v>
                </c:pt>
                <c:pt idx="88">
                  <c:v>0.012394206225872</c:v>
                </c:pt>
                <c:pt idx="89">
                  <c:v>0.015185547247529</c:v>
                </c:pt>
                <c:pt idx="90">
                  <c:v>0.0142496747896075</c:v>
                </c:pt>
                <c:pt idx="91">
                  <c:v>0.0133219404146075</c:v>
                </c:pt>
                <c:pt idx="92">
                  <c:v>0.01103515625</c:v>
                </c:pt>
                <c:pt idx="93">
                  <c:v>0.010449219122529</c:v>
                </c:pt>
                <c:pt idx="94">
                  <c:v>0.014347330853343</c:v>
                </c:pt>
                <c:pt idx="95">
                  <c:v>0.011653646081686</c:v>
                </c:pt>
                <c:pt idx="96">
                  <c:v>0.00854492224752903</c:v>
                </c:pt>
                <c:pt idx="97">
                  <c:v>0.0102132164873183</c:v>
                </c:pt>
                <c:pt idx="98">
                  <c:v>0.0092936200555414</c:v>
                </c:pt>
                <c:pt idx="99">
                  <c:v>0.0101806643418968</c:v>
                </c:pt>
                <c:pt idx="100">
                  <c:v>0.00987955736927688</c:v>
                </c:pt>
                <c:pt idx="101">
                  <c:v>0.00754394549876451</c:v>
                </c:pt>
                <c:pt idx="102">
                  <c:v>0.0104003909509629</c:v>
                </c:pt>
                <c:pt idx="103">
                  <c:v>0.010009765997529</c:v>
                </c:pt>
                <c:pt idx="104">
                  <c:v>0.00781250027939677</c:v>
                </c:pt>
                <c:pt idx="105">
                  <c:v>0.00974934939295053</c:v>
                </c:pt>
                <c:pt idx="106">
                  <c:v>0.00494791679084301</c:v>
                </c:pt>
                <c:pt idx="107">
                  <c:v>0.00528971364255995</c:v>
                </c:pt>
                <c:pt idx="108">
                  <c:v>0.00614420585334301</c:v>
                </c:pt>
                <c:pt idx="109">
                  <c:v>0.00373535170219839</c:v>
                </c:pt>
                <c:pt idx="110">
                  <c:v>0.00526529960334301</c:v>
                </c:pt>
                <c:pt idx="111">
                  <c:v>0.00295410162507324</c:v>
                </c:pt>
                <c:pt idx="112">
                  <c:v>0.00385742201469839</c:v>
                </c:pt>
                <c:pt idx="113">
                  <c:v>0.00299479176755995</c:v>
                </c:pt>
                <c:pt idx="114">
                  <c:v>0.00022786458794144</c:v>
                </c:pt>
                <c:pt idx="115">
                  <c:v>0.00111490888521075</c:v>
                </c:pt>
                <c:pt idx="116">
                  <c:v>1.62760421517305E-05</c:v>
                </c:pt>
                <c:pt idx="117">
                  <c:v>4.06901053793263E-05</c:v>
                </c:pt>
                <c:pt idx="118">
                  <c:v>0</c:v>
                </c:pt>
                <c:pt idx="119">
                  <c:v>0</c:v>
                </c:pt>
              </c:numCache>
            </c:numRef>
          </c:yVal>
          <c:smooth val="0"/>
        </c:ser>
        <c:ser>
          <c:idx val="6"/>
          <c:order val="6"/>
          <c:tx>
            <c:v>Mean - sample SD</c:v>
          </c:tx>
          <c:spPr>
            <a:ln xmlns:a="http://schemas.openxmlformats.org/drawingml/2006/main" w="12383">
              <a:solidFill>
                <a:srgbClr val="69A49D"/>
              </a:solidFill>
              <a:prstDash val="dash"/>
            </a:ln>
          </c:spPr>
          <c:marker>
            <c:symbol val="none"/>
          </c:marker>
          <c:xVal>
            <c:numRef>
              <c:f>'Chart Data'!$M$2:$M$121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Data'!$N$2:$N$121</c:f>
              <c:numCache>
                <c:formatCode>0.00</c:formatCode>
                <c:ptCount val="120"/>
                <c:pt idx="0">
                  <c:v>0.0939525359362878</c:v>
                </c:pt>
                <c:pt idx="1">
                  <c:v>0.0962703278783384</c:v>
                </c:pt>
                <c:pt idx="2">
                  <c:v>0.0825202618244667</c:v>
                </c:pt>
                <c:pt idx="3">
                  <c:v>0.077011797404603</c:v>
                </c:pt>
                <c:pt idx="4">
                  <c:v>0.0712137334472843</c:v>
                </c:pt>
                <c:pt idx="5">
                  <c:v>0.0763088233808627</c:v>
                </c:pt>
                <c:pt idx="6">
                  <c:v>0.0666268794945003</c:v>
                </c:pt>
                <c:pt idx="7">
                  <c:v>0.0521330636986056</c:v>
                </c:pt>
                <c:pt idx="8">
                  <c:v>0.0495476614083064</c:v>
                </c:pt>
                <c:pt idx="9">
                  <c:v>0.0400366310328803</c:v>
                </c:pt>
                <c:pt idx="10">
                  <c:v>0.04250929569626</c:v>
                </c:pt>
                <c:pt idx="11">
                  <c:v>0.0378874182986764</c:v>
                </c:pt>
                <c:pt idx="12">
                  <c:v>0.0367333493615723</c:v>
                </c:pt>
                <c:pt idx="13">
                  <c:v>0.0418623058266382</c:v>
                </c:pt>
                <c:pt idx="14">
                  <c:v>0.0436863709445056</c:v>
                </c:pt>
                <c:pt idx="15">
                  <c:v>0.0425770385965276</c:v>
                </c:pt>
                <c:pt idx="16">
                  <c:v>0.0352302387133892</c:v>
                </c:pt>
                <c:pt idx="17">
                  <c:v>0.0403373148204735</c:v>
                </c:pt>
                <c:pt idx="18">
                  <c:v>0.0378449078034962</c:v>
                </c:pt>
                <c:pt idx="19">
                  <c:v>0.0355984082659079</c:v>
                </c:pt>
                <c:pt idx="20">
                  <c:v>0.0342324122315894</c:v>
                </c:pt>
                <c:pt idx="21">
                  <c:v>0.0370166753576813</c:v>
                </c:pt>
                <c:pt idx="22">
                  <c:v>0.0343628873038576</c:v>
                </c:pt>
                <c:pt idx="23">
                  <c:v>0.0335358431542703</c:v>
                </c:pt>
                <c:pt idx="24">
                  <c:v>0.034730654859571</c:v>
                </c:pt>
                <c:pt idx="25">
                  <c:v>0.0341559059501109</c:v>
                </c:pt>
                <c:pt idx="26">
                  <c:v>0.0320584455426846</c:v>
                </c:pt>
                <c:pt idx="27">
                  <c:v>0.0307747223418819</c:v>
                </c:pt>
                <c:pt idx="28">
                  <c:v>0.024203509906306</c:v>
                </c:pt>
                <c:pt idx="29">
                  <c:v>0.0269898256958871</c:v>
                </c:pt>
                <c:pt idx="30">
                  <c:v>0.0221275314033951</c:v>
                </c:pt>
                <c:pt idx="31">
                  <c:v>0.0283812656761118</c:v>
                </c:pt>
                <c:pt idx="32">
                  <c:v>0.0285572402983163</c:v>
                </c:pt>
                <c:pt idx="33">
                  <c:v>0.025009287834212</c:v>
                </c:pt>
                <c:pt idx="34">
                  <c:v>0.0251429582917068</c:v>
                </c:pt>
                <c:pt idx="35">
                  <c:v>0.0279906663457498</c:v>
                </c:pt>
                <c:pt idx="36">
                  <c:v>0.0276899248164949</c:v>
                </c:pt>
                <c:pt idx="37">
                  <c:v>0.0263138038899362</c:v>
                </c:pt>
                <c:pt idx="38">
                  <c:v>0.0251081375483668</c:v>
                </c:pt>
                <c:pt idx="39">
                  <c:v>0.0278949703956572</c:v>
                </c:pt>
                <c:pt idx="40">
                  <c:v>0.0239016433148011</c:v>
                </c:pt>
                <c:pt idx="41">
                  <c:v>0.0235821593004753</c:v>
                </c:pt>
                <c:pt idx="42">
                  <c:v>0.0223410894955616</c:v>
                </c:pt>
                <c:pt idx="43">
                  <c:v>0.0272936411292861</c:v>
                </c:pt>
                <c:pt idx="44">
                  <c:v>0.0192755874098614</c:v>
                </c:pt>
                <c:pt idx="45">
                  <c:v>0.0242607172397661</c:v>
                </c:pt>
                <c:pt idx="46">
                  <c:v>0.0216414965243491</c:v>
                </c:pt>
                <c:pt idx="47">
                  <c:v>0.0191062161616064</c:v>
                </c:pt>
                <c:pt idx="48">
                  <c:v>0.0176712616062783</c:v>
                </c:pt>
                <c:pt idx="49">
                  <c:v>0.019393936048357</c:v>
                </c:pt>
                <c:pt idx="50">
                  <c:v>0.0189558448361364</c:v>
                </c:pt>
                <c:pt idx="51">
                  <c:v>0.020239398642037</c:v>
                </c:pt>
                <c:pt idx="52">
                  <c:v>0.0219944337188772</c:v>
                </c:pt>
                <c:pt idx="53">
                  <c:v>0.0187798667854293</c:v>
                </c:pt>
                <c:pt idx="54">
                  <c:v>0.0184357546108913</c:v>
                </c:pt>
                <c:pt idx="55">
                  <c:v>0.0205929463785274</c:v>
                </c:pt>
                <c:pt idx="56">
                  <c:v>0.0184886137537252</c:v>
                </c:pt>
                <c:pt idx="57">
                  <c:v>0.019136870218107</c:v>
                </c:pt>
                <c:pt idx="58">
                  <c:v>0.017498806413484</c:v>
                </c:pt>
                <c:pt idx="59">
                  <c:v>0.0211717215013155</c:v>
                </c:pt>
                <c:pt idx="60">
                  <c:v>0.0242394039344363</c:v>
                </c:pt>
                <c:pt idx="61">
                  <c:v>0.0203963413182448</c:v>
                </c:pt>
                <c:pt idx="62">
                  <c:v>0.0193864352214078</c:v>
                </c:pt>
                <c:pt idx="63">
                  <c:v>0.0201351392133521</c:v>
                </c:pt>
                <c:pt idx="64">
                  <c:v>0.0207875604395188</c:v>
                </c:pt>
                <c:pt idx="65">
                  <c:v>0.0197396601954261</c:v>
                </c:pt>
                <c:pt idx="66">
                  <c:v>0.0159737669194748</c:v>
                </c:pt>
                <c:pt idx="67">
                  <c:v>0.0140526861230339</c:v>
                </c:pt>
                <c:pt idx="68">
                  <c:v>0.0133993791834997</c:v>
                </c:pt>
                <c:pt idx="69">
                  <c:v>0.01526380598082</c:v>
                </c:pt>
                <c:pt idx="70">
                  <c:v>0.0182528421120468</c:v>
                </c:pt>
                <c:pt idx="71">
                  <c:v>0.0152018188834091</c:v>
                </c:pt>
                <c:pt idx="72">
                  <c:v>0.0143308539255992</c:v>
                </c:pt>
                <c:pt idx="73">
                  <c:v>0.0115597056077381</c:v>
                </c:pt>
                <c:pt idx="74">
                  <c:v>0.0155678644460174</c:v>
                </c:pt>
                <c:pt idx="75">
                  <c:v>0.0137003365313157</c:v>
                </c:pt>
                <c:pt idx="76">
                  <c:v>0.0133060262850584</c:v>
                </c:pt>
                <c:pt idx="77">
                  <c:v>0.015316012937246</c:v>
                </c:pt>
                <c:pt idx="78">
                  <c:v>0.0163961662910216</c:v>
                </c:pt>
                <c:pt idx="79">
                  <c:v>0.0123279648644859</c:v>
                </c:pt>
                <c:pt idx="80">
                  <c:v>0.0160938850741064</c:v>
                </c:pt>
                <c:pt idx="81">
                  <c:v>0.0118112661804635</c:v>
                </c:pt>
                <c:pt idx="82">
                  <c:v>0.0112945317285223</c:v>
                </c:pt>
                <c:pt idx="83">
                  <c:v>0.0111629505631342</c:v>
                </c:pt>
                <c:pt idx="84">
                  <c:v>0.012637831705577</c:v>
                </c:pt>
                <c:pt idx="85">
                  <c:v>0.0100848149340739</c:v>
                </c:pt>
                <c:pt idx="86">
                  <c:v>0.00701529988300849</c:v>
                </c:pt>
                <c:pt idx="87">
                  <c:v>0.0053412511211989</c:v>
                </c:pt>
                <c:pt idx="88">
                  <c:v>0.00810679333382917</c:v>
                </c:pt>
                <c:pt idx="89">
                  <c:v>0.010081865751583</c:v>
                </c:pt>
                <c:pt idx="90">
                  <c:v>0.00963341895408432</c:v>
                </c:pt>
                <c:pt idx="91">
                  <c:v>0.00756651250595036</c:v>
                </c:pt>
                <c:pt idx="92">
                  <c:v>0.00950415897508661</c:v>
                </c:pt>
                <c:pt idx="93">
                  <c:v>0.00918212889980594</c:v>
                </c:pt>
                <c:pt idx="94">
                  <c:v>0.010442183138589</c:v>
                </c:pt>
                <c:pt idx="95">
                  <c:v>0.00864620961698179</c:v>
                </c:pt>
                <c:pt idx="96">
                  <c:v>0.00538219876028589</c:v>
                </c:pt>
                <c:pt idx="97">
                  <c:v>0.00680094404199975</c:v>
                </c:pt>
                <c:pt idx="98">
                  <c:v>0.00533970154960524</c:v>
                </c:pt>
                <c:pt idx="99">
                  <c:v>0.00328261760755598</c:v>
                </c:pt>
                <c:pt idx="100">
                  <c:v>0.00522784020295226</c:v>
                </c:pt>
                <c:pt idx="101">
                  <c:v>0.00372865410305466</c:v>
                </c:pt>
                <c:pt idx="102">
                  <c:v>0.00322907880725074</c:v>
                </c:pt>
                <c:pt idx="103">
                  <c:v>0.00545865422351728</c:v>
                </c:pt>
                <c:pt idx="104">
                  <c:v>0.00371157138189068</c:v>
                </c:pt>
                <c:pt idx="105">
                  <c:v>0.00544574799677274</c:v>
                </c:pt>
                <c:pt idx="106">
                  <c:v>0.00167968828156894</c:v>
                </c:pt>
                <c:pt idx="107">
                  <c:v>0.000679415339388143</c:v>
                </c:pt>
                <c:pt idx="108">
                  <c:v>0.00295645369492663</c:v>
                </c:pt>
                <c:pt idx="109">
                  <c:v>0.000690056676254184</c:v>
                </c:pt>
                <c:pt idx="110">
                  <c:v>0.00259635743926335</c:v>
                </c:pt>
                <c:pt idx="111">
                  <c:v>0.00126176500542993</c:v>
                </c:pt>
                <c:pt idx="112">
                  <c:v>0.00178354340970526</c:v>
                </c:pt>
                <c:pt idx="113">
                  <c:v>-0.000585313254164405</c:v>
                </c:pt>
                <c:pt idx="114">
                  <c:v>7.13266308750682E-05</c:v>
                </c:pt>
                <c:pt idx="115">
                  <c:v>9.90406468319837E-05</c:v>
                </c:pt>
                <c:pt idx="116">
                  <c:v>-2.01182945041908E-05</c:v>
                </c:pt>
                <c:pt idx="117">
                  <c:v>-2.97872245029985E-05</c:v>
                </c:pt>
                <c:pt idx="118">
                  <c:v>0</c:v>
                </c:pt>
                <c:pt idx="119">
                  <c:v>0</c:v>
                </c:pt>
              </c:numCache>
            </c:numRef>
          </c:yVal>
          <c:smooth val="0"/>
        </c:ser>
        <c:ser>
          <c:idx val="7"/>
          <c:order val="7"/>
          <c:tx>
            <c:v>Mean + sample SD</c:v>
          </c:tx>
          <c:spPr>
            <a:ln xmlns:a="http://schemas.openxmlformats.org/drawingml/2006/main" w="12383">
              <a:solidFill>
                <a:srgbClr val="69A49D"/>
              </a:solidFill>
              <a:prstDash val="dash"/>
            </a:ln>
          </c:spPr>
          <c:marker>
            <c:symbol val="none"/>
          </c:marker>
          <c:xVal>
            <c:numRef>
              <c:f>'Chart Data'!$O$2:$O$121</c:f>
              <c:numCache>
                <c:formatCode>General</c:formatCode>
                <c:ptCount val="120"/>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pt idx="25">
                  <c:v>650</c:v>
                </c:pt>
                <c:pt idx="26">
                  <c:v>675</c:v>
                </c:pt>
                <c:pt idx="27">
                  <c:v>700</c:v>
                </c:pt>
                <c:pt idx="28">
                  <c:v>725</c:v>
                </c:pt>
                <c:pt idx="29">
                  <c:v>750</c:v>
                </c:pt>
                <c:pt idx="30">
                  <c:v>775</c:v>
                </c:pt>
                <c:pt idx="31">
                  <c:v>800</c:v>
                </c:pt>
                <c:pt idx="32">
                  <c:v>825</c:v>
                </c:pt>
                <c:pt idx="33">
                  <c:v>850</c:v>
                </c:pt>
                <c:pt idx="34">
                  <c:v>875</c:v>
                </c:pt>
                <c:pt idx="35">
                  <c:v>900</c:v>
                </c:pt>
                <c:pt idx="36">
                  <c:v>925</c:v>
                </c:pt>
                <c:pt idx="37">
                  <c:v>950</c:v>
                </c:pt>
                <c:pt idx="38">
                  <c:v>975</c:v>
                </c:pt>
                <c:pt idx="39">
                  <c:v>1000</c:v>
                </c:pt>
                <c:pt idx="40">
                  <c:v>1025</c:v>
                </c:pt>
                <c:pt idx="41">
                  <c:v>1050</c:v>
                </c:pt>
                <c:pt idx="42">
                  <c:v>1075</c:v>
                </c:pt>
                <c:pt idx="43">
                  <c:v>1100</c:v>
                </c:pt>
                <c:pt idx="44">
                  <c:v>1125</c:v>
                </c:pt>
                <c:pt idx="45">
                  <c:v>1150</c:v>
                </c:pt>
                <c:pt idx="46">
                  <c:v>1175</c:v>
                </c:pt>
                <c:pt idx="47">
                  <c:v>1200</c:v>
                </c:pt>
                <c:pt idx="48">
                  <c:v>1225</c:v>
                </c:pt>
                <c:pt idx="49">
                  <c:v>1250</c:v>
                </c:pt>
                <c:pt idx="50">
                  <c:v>1275</c:v>
                </c:pt>
                <c:pt idx="51">
                  <c:v>1300</c:v>
                </c:pt>
                <c:pt idx="52">
                  <c:v>1325</c:v>
                </c:pt>
                <c:pt idx="53">
                  <c:v>1350</c:v>
                </c:pt>
                <c:pt idx="54">
                  <c:v>1375</c:v>
                </c:pt>
                <c:pt idx="55">
                  <c:v>1400</c:v>
                </c:pt>
                <c:pt idx="56">
                  <c:v>1425</c:v>
                </c:pt>
                <c:pt idx="57">
                  <c:v>1450</c:v>
                </c:pt>
                <c:pt idx="58">
                  <c:v>1475</c:v>
                </c:pt>
                <c:pt idx="59">
                  <c:v>1500</c:v>
                </c:pt>
                <c:pt idx="60">
                  <c:v>1525</c:v>
                </c:pt>
                <c:pt idx="61">
                  <c:v>1550</c:v>
                </c:pt>
                <c:pt idx="62">
                  <c:v>1575</c:v>
                </c:pt>
                <c:pt idx="63">
                  <c:v>1600</c:v>
                </c:pt>
                <c:pt idx="64">
                  <c:v>1625</c:v>
                </c:pt>
                <c:pt idx="65">
                  <c:v>1650</c:v>
                </c:pt>
                <c:pt idx="66">
                  <c:v>1675</c:v>
                </c:pt>
                <c:pt idx="67">
                  <c:v>1700</c:v>
                </c:pt>
                <c:pt idx="68">
                  <c:v>1725</c:v>
                </c:pt>
                <c:pt idx="69">
                  <c:v>1750</c:v>
                </c:pt>
                <c:pt idx="70">
                  <c:v>1775</c:v>
                </c:pt>
                <c:pt idx="71">
                  <c:v>1800</c:v>
                </c:pt>
                <c:pt idx="72">
                  <c:v>1825</c:v>
                </c:pt>
                <c:pt idx="73">
                  <c:v>1850</c:v>
                </c:pt>
                <c:pt idx="74">
                  <c:v>1875</c:v>
                </c:pt>
                <c:pt idx="75">
                  <c:v>1900</c:v>
                </c:pt>
                <c:pt idx="76">
                  <c:v>1925</c:v>
                </c:pt>
                <c:pt idx="77">
                  <c:v>1950</c:v>
                </c:pt>
                <c:pt idx="78">
                  <c:v>1975</c:v>
                </c:pt>
                <c:pt idx="79">
                  <c:v>2000</c:v>
                </c:pt>
                <c:pt idx="80">
                  <c:v>2025</c:v>
                </c:pt>
                <c:pt idx="81">
                  <c:v>2050</c:v>
                </c:pt>
                <c:pt idx="82">
                  <c:v>2075</c:v>
                </c:pt>
                <c:pt idx="83">
                  <c:v>2100</c:v>
                </c:pt>
                <c:pt idx="84">
                  <c:v>2125</c:v>
                </c:pt>
                <c:pt idx="85">
                  <c:v>2150</c:v>
                </c:pt>
                <c:pt idx="86">
                  <c:v>2175</c:v>
                </c:pt>
                <c:pt idx="87">
                  <c:v>2200</c:v>
                </c:pt>
                <c:pt idx="88">
                  <c:v>2225</c:v>
                </c:pt>
                <c:pt idx="89">
                  <c:v>2250</c:v>
                </c:pt>
                <c:pt idx="90">
                  <c:v>2275</c:v>
                </c:pt>
                <c:pt idx="91">
                  <c:v>2300</c:v>
                </c:pt>
                <c:pt idx="92">
                  <c:v>2325</c:v>
                </c:pt>
                <c:pt idx="93">
                  <c:v>2350</c:v>
                </c:pt>
                <c:pt idx="94">
                  <c:v>2375</c:v>
                </c:pt>
                <c:pt idx="95">
                  <c:v>2400</c:v>
                </c:pt>
                <c:pt idx="96">
                  <c:v>2425</c:v>
                </c:pt>
                <c:pt idx="97">
                  <c:v>2450</c:v>
                </c:pt>
                <c:pt idx="98">
                  <c:v>2475</c:v>
                </c:pt>
                <c:pt idx="99">
                  <c:v>2500</c:v>
                </c:pt>
                <c:pt idx="100">
                  <c:v>2525</c:v>
                </c:pt>
                <c:pt idx="101">
                  <c:v>2550</c:v>
                </c:pt>
                <c:pt idx="102">
                  <c:v>2575</c:v>
                </c:pt>
                <c:pt idx="103">
                  <c:v>2600</c:v>
                </c:pt>
                <c:pt idx="104">
                  <c:v>2625</c:v>
                </c:pt>
                <c:pt idx="105">
                  <c:v>2650</c:v>
                </c:pt>
                <c:pt idx="106">
                  <c:v>2675</c:v>
                </c:pt>
                <c:pt idx="107">
                  <c:v>2700</c:v>
                </c:pt>
                <c:pt idx="108">
                  <c:v>2725</c:v>
                </c:pt>
                <c:pt idx="109">
                  <c:v>2750</c:v>
                </c:pt>
                <c:pt idx="110">
                  <c:v>2775</c:v>
                </c:pt>
                <c:pt idx="111">
                  <c:v>2800</c:v>
                </c:pt>
                <c:pt idx="112">
                  <c:v>2825</c:v>
                </c:pt>
                <c:pt idx="113">
                  <c:v>2850</c:v>
                </c:pt>
                <c:pt idx="114">
                  <c:v>2875</c:v>
                </c:pt>
                <c:pt idx="115">
                  <c:v>2900</c:v>
                </c:pt>
                <c:pt idx="116">
                  <c:v>2925</c:v>
                </c:pt>
                <c:pt idx="117">
                  <c:v>2950</c:v>
                </c:pt>
                <c:pt idx="118">
                  <c:v>2975</c:v>
                </c:pt>
                <c:pt idx="119">
                  <c:v>3000</c:v>
                </c:pt>
              </c:numCache>
            </c:numRef>
          </c:xVal>
          <c:yVal>
            <c:numRef>
              <c:f>'Chart Data'!$P$2:$P$121</c:f>
              <c:numCache>
                <c:formatCode>0.00</c:formatCode>
                <c:ptCount val="120"/>
                <c:pt idx="0">
                  <c:v>0.142522079399177</c:v>
                </c:pt>
                <c:pt idx="1">
                  <c:v>0.118361837553638</c:v>
                </c:pt>
                <c:pt idx="2">
                  <c:v>0.107404875337742</c:v>
                </c:pt>
                <c:pt idx="3">
                  <c:v>0.0990135991808615</c:v>
                </c:pt>
                <c:pt idx="4">
                  <c:v>0.094753066407948</c:v>
                </c:pt>
                <c:pt idx="5">
                  <c:v>0.0884210012813458</c:v>
                </c:pt>
                <c:pt idx="6">
                  <c:v>0.0770254702159642</c:v>
                </c:pt>
                <c:pt idx="7">
                  <c:v>0.0928864735118589</c:v>
                </c:pt>
                <c:pt idx="8">
                  <c:v>0.0736945320521581</c:v>
                </c:pt>
                <c:pt idx="9">
                  <c:v>0.062469882860724</c:v>
                </c:pt>
                <c:pt idx="10">
                  <c:v>0.0520870604572282</c:v>
                </c:pt>
                <c:pt idx="11">
                  <c:v>0.0549511238646956</c:v>
                </c:pt>
                <c:pt idx="12">
                  <c:v>0.05779790361866</c:v>
                </c:pt>
                <c:pt idx="13">
                  <c:v>0.053385092490222</c:v>
                </c:pt>
                <c:pt idx="14">
                  <c:v>0.0530584241990987</c:v>
                </c:pt>
                <c:pt idx="15">
                  <c:v>0.0569672347203326</c:v>
                </c:pt>
                <c:pt idx="16">
                  <c:v>0.0573478907569592</c:v>
                </c:pt>
                <c:pt idx="17">
                  <c:v>0.0540474537847587</c:v>
                </c:pt>
                <c:pt idx="18">
                  <c:v>0.0537241031098758</c:v>
                </c:pt>
                <c:pt idx="19">
                  <c:v>0.0510064134160684</c:v>
                </c:pt>
                <c:pt idx="20">
                  <c:v>0.0543092579120149</c:v>
                </c:pt>
                <c:pt idx="21">
                  <c:v>0.0540315042091789</c:v>
                </c:pt>
                <c:pt idx="22">
                  <c:v>0.0412556047630026</c:v>
                </c:pt>
                <c:pt idx="23">
                  <c:v>0.0400481427108458</c:v>
                </c:pt>
                <c:pt idx="24">
                  <c:v>0.0523949974238591</c:v>
                </c:pt>
                <c:pt idx="25">
                  <c:v>0.0517327674150052</c:v>
                </c:pt>
                <c:pt idx="26">
                  <c:v>0.0520398637358036</c:v>
                </c:pt>
                <c:pt idx="27">
                  <c:v>0.0444043151098622</c:v>
                </c:pt>
                <c:pt idx="28">
                  <c:v>0.0452463611271241</c:v>
                </c:pt>
                <c:pt idx="29">
                  <c:v>0.0420531460343452</c:v>
                </c:pt>
                <c:pt idx="30">
                  <c:v>0.0420814552067791</c:v>
                </c:pt>
                <c:pt idx="31">
                  <c:v>0.0484253779291204</c:v>
                </c:pt>
                <c:pt idx="32">
                  <c:v>0.0467520049900558</c:v>
                </c:pt>
                <c:pt idx="33">
                  <c:v>0.0413481370210203</c:v>
                </c:pt>
                <c:pt idx="34">
                  <c:v>0.0363967564917233</c:v>
                </c:pt>
                <c:pt idx="35">
                  <c:v>0.0399780843993083</c:v>
                </c:pt>
                <c:pt idx="36">
                  <c:v>0.0378374219137373</c:v>
                </c:pt>
                <c:pt idx="37">
                  <c:v>0.043347656181866</c:v>
                </c:pt>
                <c:pt idx="38">
                  <c:v>0.0431535826917493</c:v>
                </c:pt>
                <c:pt idx="39">
                  <c:v>0.039211151382831</c:v>
                </c:pt>
                <c:pt idx="40">
                  <c:v>0.0400957550020591</c:v>
                </c:pt>
                <c:pt idx="41">
                  <c:v>0.0410825569730709</c:v>
                </c:pt>
                <c:pt idx="42">
                  <c:v>0.0446510994945545</c:v>
                </c:pt>
                <c:pt idx="43">
                  <c:v>0.039649718990772</c:v>
                </c:pt>
                <c:pt idx="44">
                  <c:v>0.0363233726619407</c:v>
                </c:pt>
                <c:pt idx="45">
                  <c:v>0.040859726461978</c:v>
                </c:pt>
                <c:pt idx="46">
                  <c:v>0.040305119797453</c:v>
                </c:pt>
                <c:pt idx="47">
                  <c:v>0.0368833689101957</c:v>
                </c:pt>
                <c:pt idx="48">
                  <c:v>0.0368209273838378</c:v>
                </c:pt>
                <c:pt idx="49">
                  <c:v>0.0398345810667591</c:v>
                </c:pt>
                <c:pt idx="50">
                  <c:v>0.0362687652839216</c:v>
                </c:pt>
                <c:pt idx="51">
                  <c:v>0.0350991442663931</c:v>
                </c:pt>
                <c:pt idx="52">
                  <c:v>0.035997104477925</c:v>
                </c:pt>
                <c:pt idx="53">
                  <c:v>0.0353054199212567</c:v>
                </c:pt>
                <c:pt idx="54">
                  <c:v>0.0292530484658528</c:v>
                </c:pt>
                <c:pt idx="55">
                  <c:v>0.0365847887415307</c:v>
                </c:pt>
                <c:pt idx="56">
                  <c:v>0.0337412049480188</c:v>
                </c:pt>
                <c:pt idx="57">
                  <c:v>0.0273149539403231</c:v>
                </c:pt>
                <c:pt idx="58">
                  <c:v>0.0360981997882601</c:v>
                </c:pt>
                <c:pt idx="59">
                  <c:v>0.0286817963588586</c:v>
                </c:pt>
                <c:pt idx="60">
                  <c:v>0.0307410663056799</c:v>
                </c:pt>
                <c:pt idx="61">
                  <c:v>0.0301244930084992</c:v>
                </c:pt>
                <c:pt idx="62">
                  <c:v>0.0319482014370223</c:v>
                </c:pt>
                <c:pt idx="63">
                  <c:v>0.029327752901764</c:v>
                </c:pt>
                <c:pt idx="64">
                  <c:v>0.0289357480939113</c:v>
                </c:pt>
                <c:pt idx="65">
                  <c:v>0.0265982304295739</c:v>
                </c:pt>
                <c:pt idx="66">
                  <c:v>0.0312755830322692</c:v>
                </c:pt>
                <c:pt idx="67">
                  <c:v>0.0334570809920822</c:v>
                </c:pt>
                <c:pt idx="68">
                  <c:v>0.0304808305157734</c:v>
                </c:pt>
                <c:pt idx="69">
                  <c:v>0.0265330701367671</c:v>
                </c:pt>
                <c:pt idx="70">
                  <c:v>0.0251065343780693</c:v>
                </c:pt>
                <c:pt idx="71">
                  <c:v>0.03022461502255</c:v>
                </c:pt>
                <c:pt idx="72">
                  <c:v>0.0253664120719298</c:v>
                </c:pt>
                <c:pt idx="73">
                  <c:v>0.0258426400049071</c:v>
                </c:pt>
                <c:pt idx="74">
                  <c:v>0.0258872151690987</c:v>
                </c:pt>
                <c:pt idx="75">
                  <c:v>0.0205281802112714</c:v>
                </c:pt>
                <c:pt idx="76">
                  <c:v>0.0218176728733717</c:v>
                </c:pt>
                <c:pt idx="77">
                  <c:v>0.024706774514498</c:v>
                </c:pt>
                <c:pt idx="78">
                  <c:v>0.0232522726990945</c:v>
                </c:pt>
                <c:pt idx="79">
                  <c:v>0.0249116190897292</c:v>
                </c:pt>
                <c:pt idx="80">
                  <c:v>0.0183787719209517</c:v>
                </c:pt>
                <c:pt idx="81">
                  <c:v>0.0238495423529666</c:v>
                </c:pt>
                <c:pt idx="82">
                  <c:v>0.0181325525982218</c:v>
                </c:pt>
                <c:pt idx="83">
                  <c:v>0.0184757228019819</c:v>
                </c:pt>
                <c:pt idx="84">
                  <c:v>0.0163660752894811</c:v>
                </c:pt>
                <c:pt idx="85">
                  <c:v>0.0193748209792982</c:v>
                </c:pt>
                <c:pt idx="86">
                  <c:v>0.0149410809462066</c:v>
                </c:pt>
                <c:pt idx="87">
                  <c:v>0.0195773697259667</c:v>
                </c:pt>
                <c:pt idx="88">
                  <c:v>0.0166816191179149</c:v>
                </c:pt>
                <c:pt idx="89">
                  <c:v>0.0202892287434751</c:v>
                </c:pt>
                <c:pt idx="90">
                  <c:v>0.0188659306251307</c:v>
                </c:pt>
                <c:pt idx="91">
                  <c:v>0.0190773683232647</c:v>
                </c:pt>
                <c:pt idx="92">
                  <c:v>0.0125661535249134</c:v>
                </c:pt>
                <c:pt idx="93">
                  <c:v>0.0117163093452521</c:v>
                </c:pt>
                <c:pt idx="94">
                  <c:v>0.018252478568097</c:v>
                </c:pt>
                <c:pt idx="95">
                  <c:v>0.0146610825463902</c:v>
                </c:pt>
                <c:pt idx="96">
                  <c:v>0.0117076457347722</c:v>
                </c:pt>
                <c:pt idx="97">
                  <c:v>0.0136254889326368</c:v>
                </c:pt>
                <c:pt idx="98">
                  <c:v>0.0132475385614776</c:v>
                </c:pt>
                <c:pt idx="99">
                  <c:v>0.0170787110762376</c:v>
                </c:pt>
                <c:pt idx="100">
                  <c:v>0.0145312745356015</c:v>
                </c:pt>
                <c:pt idx="101">
                  <c:v>0.0113592368944744</c:v>
                </c:pt>
                <c:pt idx="102">
                  <c:v>0.0175717030946751</c:v>
                </c:pt>
                <c:pt idx="103">
                  <c:v>0.0145608777715408</c:v>
                </c:pt>
                <c:pt idx="104">
                  <c:v>0.0119134291769029</c:v>
                </c:pt>
                <c:pt idx="105">
                  <c:v>0.0140529507891283</c:v>
                </c:pt>
                <c:pt idx="106">
                  <c:v>0.00821614530011708</c:v>
                </c:pt>
                <c:pt idx="107">
                  <c:v>0.00990001194573175</c:v>
                </c:pt>
                <c:pt idx="108">
                  <c:v>0.00933195801175939</c:v>
                </c:pt>
                <c:pt idx="109">
                  <c:v>0.00678064672814259</c:v>
                </c:pt>
                <c:pt idx="110">
                  <c:v>0.00793424176742267</c:v>
                </c:pt>
                <c:pt idx="111">
                  <c:v>0.00464643824471654</c:v>
                </c:pt>
                <c:pt idx="112">
                  <c:v>0.00593130061969151</c:v>
                </c:pt>
                <c:pt idx="113">
                  <c:v>0.0065748967892843</c:v>
                </c:pt>
                <c:pt idx="114">
                  <c:v>0.000384402545007811</c:v>
                </c:pt>
                <c:pt idx="115">
                  <c:v>0.00213077712358952</c:v>
                </c:pt>
                <c:pt idx="116">
                  <c:v>5.26703788076519E-05</c:v>
                </c:pt>
                <c:pt idx="117">
                  <c:v>0.000111167435261651</c:v>
                </c:pt>
                <c:pt idx="118">
                  <c:v>0</c:v>
                </c:pt>
                <c:pt idx="119">
                  <c:v>0</c:v>
                </c:pt>
              </c:numCache>
            </c:numRef>
          </c:yVal>
          <c:smooth val="0"/>
        </c:ser>
        <c:dLbls>
          <c:txPr>
            <a:bodyPr xmlns:a="http://schemas.openxmlformats.org/drawingml/2006/main" anchorCtr="1"/>
            <a:lstStyle xmlns:a="http://schemas.openxmlformats.org/drawingml/2006/main"/>
            <a:p xmlns:a="http://schemas.openxmlformats.org/drawingml/2006/main">
              <a:pPr>
                <a:defRPr>
                  <a:latin typeface="Atkinson Hyperlegible"/>
                  <a:ea typeface="Atkinson Hyperlegible"/>
                  <a:cs typeface="Atkinson Hyperlegible"/>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6668">
              <a:solidFill>
                <a:srgbClr val="D8E5DF"/>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crossAx val="48650112"/>
      </c:valAx>
      <c:valAx>
        <c:axId val="48650112"/>
        <c:scaling>
          <c:orientation val="minMax"/>
          <c:max val="3000"/>
          <c:min val="0"/>
        </c:scaling>
        <c:delete val="0"/>
        <c:axPos val="b"/>
        <c:title>
          <c:tx>
            <c:rich>
              <a:bodyPr xmlns:a="http://schemas.openxmlformats.org/drawingml/2006/main"/>
              <a:lstStyle xmlns:a="http://schemas.openxmlformats.org/drawingml/2006/main"/>
              <a:p xmlns:a="http://schemas.openxmlformats.org/drawingml/2006/main">
                <a:r>
                  <a:rPr sz="1200">
                    <a:solidFill>
                      <a:srgbClr val="58787A"/>
                    </a:solidFill>
                    <a:latin typeface="Atkinson Hyperlegible"/>
                    <a:ea typeface="Atkinson Hyperlegible"/>
                    <a:cs typeface="Atkinson Hyperlegible"/>
                  </a:rPr>
                  <a:t>PPO iteration</a:t>
                </a:r>
              </a:p>
            </c:rich>
          </c:tx>
          <c:overlay val="0"/>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title>
        <c:numFmt formatCode="0"/>
        <c:majorTickMark val="none"/>
        <c:minorTickMark val="none"/>
        <c:tickLblPos val="low"/>
        <c:spPr>
          <a:ln xmlns:a="http://schemas.openxmlformats.org/drawingml/2006/main" w="9525">
            <a:solidFill>
              <a:srgbClr val="D8E5DF"/>
            </a:solidFill>
          </a:ln>
        </c:spPr>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crossAx val="48672768"/>
        <c:majorUnit val="1000"/>
      </c:valAx>
      <c:spPr>
        <a:solidFill xmlns:a="http://schemas.openxmlformats.org/drawingml/2006/main">
          <a:srgbClr val="F5F8F5"/>
        </a:solidFill>
        <a:ln xmlns:a="http://schemas.openxmlformats.org/drawingml/2006/main" w="0">
          <a:noFill/>
        </a:ln>
      </c:spPr>
    </c:plotArea>
    <c:plotVisOnly val="1"/>
  </c:chart>
  <c:spPr>
    <a:solidFill xmlns:a="http://schemas.openxmlformats.org/drawingml/2006/main">
      <a:srgbClr val="F5F8F5"/>
    </a:solidFill>
    <a:ln xmlns:a="http://schemas.openxmlformats.org/drawingml/2006/main" w="0">
      <a:noFill/>
    </a:ln>
  </c:spPr>
  <c:externalData r:id="rIdChartSnapshot1">
    <c:autoUpdate val="0"/>
  </c:externalData>
</c:chartSpace>
</file>

<file path=ppt/slides/charts/chart1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73F43"/>
                </a:solidFill>
                <a:latin typeface="Atkinson Hyperlegible"/>
                <a:ea typeface="Atkinson Hyperlegible"/>
                <a:cs typeface="Atkinson Hyperlegible"/>
              </a:rPr>
              <a:t>Reward variance (score²)</a:t>
            </a:r>
          </a:p>
        </c:rich>
      </c:tx>
      <c:overlay val="0"/>
      <c:txPr>
        <a:bodyPr xmlns:a="http://schemas.openxmlformats.org/drawingml/2006/main" anchorCtr="1"/>
        <a:lstStyle xmlns:a="http://schemas.openxmlformats.org/drawingml/2006/main"/>
        <a:p xmlns:a="http://schemas.openxmlformats.org/drawingml/2006/main">
          <a:pPr>
            <a:defRPr sz="1650" b="1">
              <a:solidFill>
                <a:srgbClr val="173F43"/>
              </a:solidFill>
              <a:latin typeface="Atkinson Hyperlegible"/>
              <a:ea typeface="Atkinson Hyperlegible"/>
              <a:cs typeface="Atkinson Hyperlegible"/>
            </a:defRPr>
          </a:pPr>
        </a:p>
      </c:txPr>
    </c:title>
    <c:plotArea>
      <c:scatterChart>
        <c:scatterStyle val="line"/>
        <c:varyColors val="0"/>
        <c:ser>
          <c:idx val="0"/>
          <c:order val="0"/>
          <c:tx>
            <c:v>Sample variance</c:v>
          </c:tx>
          <c:spPr>
            <a:ln xmlns:a="http://schemas.openxmlformats.org/drawingml/2006/main" w="22860">
              <a:solidFill>
                <a:srgbClr val="137B73"/>
              </a:solidFill>
            </a:ln>
          </c:spPr>
          <c:marker>
            <c:symbol val="none"/>
          </c:marker>
          <c:xVal>
            <c:numRef>
              <c:f>'Chart Data'!$A$2:$A$32</c:f>
              <c:numCache>
                <c:formatCode>General</c:formatCode>
                <c:ptCount val="31"/>
                <c:pt idx="0">
                  <c:v>0</c:v>
                </c:pt>
                <c:pt idx="1">
                  <c:v>100</c:v>
                </c:pt>
                <c:pt idx="2">
                  <c:v>200</c:v>
                </c:pt>
                <c:pt idx="3">
                  <c:v>300</c:v>
                </c:pt>
                <c:pt idx="4">
                  <c:v>400</c:v>
                </c:pt>
                <c:pt idx="5">
                  <c:v>500</c:v>
                </c:pt>
                <c:pt idx="6">
                  <c:v>600</c:v>
                </c:pt>
                <c:pt idx="7">
                  <c:v>700</c:v>
                </c:pt>
                <c:pt idx="8">
                  <c:v>800</c:v>
                </c:pt>
                <c:pt idx="9">
                  <c:v>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pt idx="24">
                  <c:v>2400</c:v>
                </c:pt>
                <c:pt idx="25">
                  <c:v>2500</c:v>
                </c:pt>
                <c:pt idx="26">
                  <c:v>2600</c:v>
                </c:pt>
                <c:pt idx="27">
                  <c:v>2700</c:v>
                </c:pt>
                <c:pt idx="28">
                  <c:v>2800</c:v>
                </c:pt>
                <c:pt idx="29">
                  <c:v>2900</c:v>
                </c:pt>
                <c:pt idx="30">
                  <c:v>3000</c:v>
                </c:pt>
              </c:numCache>
            </c:numRef>
          </c:xVal>
          <c:yVal>
            <c:numRef>
              <c:f>'Chart Data'!$B$2:$B$32</c:f>
              <c:numCache>
                <c:formatCode>0.0000</c:formatCode>
                <c:ptCount val="31"/>
                <c:pt idx="0">
                  <c:v>9.10768808660227E-06</c:v>
                </c:pt>
                <c:pt idx="1">
                  <c:v>0.00073079192595457</c:v>
                </c:pt>
                <c:pt idx="2">
                  <c:v>4.88859646640268E-05</c:v>
                </c:pt>
                <c:pt idx="3">
                  <c:v>0.00015660689293545</c:v>
                </c:pt>
                <c:pt idx="4">
                  <c:v>0.000178137440987163</c:v>
                </c:pt>
                <c:pt idx="5">
                  <c:v>0.000104899564977881</c:v>
                </c:pt>
                <c:pt idx="6">
                  <c:v>0.000114122188637616</c:v>
                </c:pt>
                <c:pt idx="7">
                  <c:v>9.32318804011252E-05</c:v>
                </c:pt>
                <c:pt idx="8">
                  <c:v>7.78176733191228E-05</c:v>
                </c:pt>
                <c:pt idx="9">
                  <c:v>8.42830742745883E-05</c:v>
                </c:pt>
                <c:pt idx="10">
                  <c:v>0.000106174784892272</c:v>
                </c:pt>
                <c:pt idx="11">
                  <c:v>0.000106891917989647</c:v>
                </c:pt>
                <c:pt idx="12">
                  <c:v>9.23414687042481E-05</c:v>
                </c:pt>
                <c:pt idx="13">
                  <c:v>8.9342112794032E-05</c:v>
                </c:pt>
                <c:pt idx="14">
                  <c:v>9.79761107726882E-05</c:v>
                </c:pt>
                <c:pt idx="15">
                  <c:v>8.86114595232574E-05</c:v>
                </c:pt>
                <c:pt idx="16">
                  <c:v>8.5928354842143E-05</c:v>
                </c:pt>
                <c:pt idx="17">
                  <c:v>0.000100266395542379</c:v>
                </c:pt>
                <c:pt idx="18">
                  <c:v>9.25469917428843E-05</c:v>
                </c:pt>
                <c:pt idx="19">
                  <c:v>9.75527261422852E-05</c:v>
                </c:pt>
                <c:pt idx="20">
                  <c:v>0.000100766347204313</c:v>
                </c:pt>
                <c:pt idx="21">
                  <c:v>9.56546294019806E-05</c:v>
                </c:pt>
                <c:pt idx="22">
                  <c:v>9.70306624078009E-05</c:v>
                </c:pt>
                <c:pt idx="23">
                  <c:v>8.80173931882687E-05</c:v>
                </c:pt>
                <c:pt idx="24">
                  <c:v>9.1886878630947E-05</c:v>
                </c:pt>
                <c:pt idx="25">
                  <c:v>0.000100899731453926</c:v>
                </c:pt>
                <c:pt idx="26">
                  <c:v>7.67310993216949E-05</c:v>
                </c:pt>
                <c:pt idx="27">
                  <c:v>8.72695940301667E-05</c:v>
                </c:pt>
                <c:pt idx="28">
                  <c:v>8.1250864281115E-05</c:v>
                </c:pt>
                <c:pt idx="29">
                  <c:v>7.80723151554984E-05</c:v>
                </c:pt>
                <c:pt idx="30">
                  <c:v>7.99059616123718E-05</c:v>
                </c:pt>
              </c:numCache>
            </c:numRef>
          </c:yVal>
          <c:smooth val="0"/>
        </c:ser>
        <c:dLbls>
          <c:txPr>
            <a:bodyPr xmlns:a="http://schemas.openxmlformats.org/drawingml/2006/main" anchorCtr="1"/>
            <a:lstStyle xmlns:a="http://schemas.openxmlformats.org/drawingml/2006/main"/>
            <a:p xmlns:a="http://schemas.openxmlformats.org/drawingml/2006/main">
              <a:pPr>
                <a:defRPr>
                  <a:latin typeface="Atkinson Hyperlegible"/>
                  <a:ea typeface="Atkinson Hyperlegible"/>
                  <a:cs typeface="Atkinson Hyperlegible"/>
                </a:defRPr>
              </a:pPr>
            </a:p>
          </c:txPr>
          <c:showLegendKey val="0"/>
          <c:showVal val="0"/>
          <c:showCatName val="0"/>
          <c:showSerName val="0"/>
          <c:showPercent val="0"/>
          <c:showBubbleSize val="0"/>
          <c:showLeaderLines val="0"/>
        </c:dLbls>
        <c:axId val="48650112"/>
        <c:axId val="48672768"/>
      </c:scatterChart>
      <c:valAx>
        <c:axId val="48672768"/>
        <c:scaling>
          <c:orientation val="minMax"/>
          <c:min val="0"/>
        </c:scaling>
        <c:delete val="0"/>
        <c:axPos val="l"/>
        <c:majorGridlines>
          <c:spPr>
            <a:ln xmlns:a="http://schemas.openxmlformats.org/drawingml/2006/main" w="6668">
              <a:solidFill>
                <a:srgbClr val="D8E5DF"/>
              </a:solidFill>
            </a:ln>
          </c:spPr>
        </c:majorGridlines>
        <c:numFmt formatCode="0.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crossAx val="48650112"/>
      </c:valAx>
      <c:valAx>
        <c:axId val="48650112"/>
        <c:scaling>
          <c:orientation val="minMax"/>
          <c:max val="3000"/>
          <c:min val="0"/>
        </c:scaling>
        <c:delete val="0"/>
        <c:axPos val="b"/>
        <c:title>
          <c:tx>
            <c:rich>
              <a:bodyPr xmlns:a="http://schemas.openxmlformats.org/drawingml/2006/main"/>
              <a:lstStyle xmlns:a="http://schemas.openxmlformats.org/drawingml/2006/main"/>
              <a:p xmlns:a="http://schemas.openxmlformats.org/drawingml/2006/main">
                <a:r>
                  <a:rPr sz="1200">
                    <a:solidFill>
                      <a:srgbClr val="58787A"/>
                    </a:solidFill>
                    <a:latin typeface="Atkinson Hyperlegible"/>
                    <a:ea typeface="Atkinson Hyperlegible"/>
                    <a:cs typeface="Atkinson Hyperlegible"/>
                  </a:rPr>
                  <a:t>PPO iteration</a:t>
                </a:r>
              </a:p>
            </c:rich>
          </c:tx>
          <c:overlay val="0"/>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title>
        <c:numFmt formatCode="0"/>
        <c:majorTickMark val="none"/>
        <c:minorTickMark val="none"/>
        <c:tickLblPos val="low"/>
        <c:spPr>
          <a:ln xmlns:a="http://schemas.openxmlformats.org/drawingml/2006/main" w="9525">
            <a:solidFill>
              <a:srgbClr val="D8E5DF"/>
            </a:solidFill>
          </a:ln>
        </c:spPr>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crossAx val="48672768"/>
        <c:majorUnit val="1000"/>
      </c:valAx>
      <c:spPr>
        <a:solidFill xmlns:a="http://schemas.openxmlformats.org/drawingml/2006/main">
          <a:srgbClr val="F5F8F5"/>
        </a:solidFill>
        <a:ln xmlns:a="http://schemas.openxmlformats.org/drawingml/2006/main" w="0">
          <a:noFill/>
        </a:ln>
      </c:spPr>
    </c:plotArea>
    <c:plotVisOnly val="1"/>
  </c:chart>
  <c:spPr>
    <a:solidFill xmlns:a="http://schemas.openxmlformats.org/drawingml/2006/main">
      <a:srgbClr val="F5F8F5"/>
    </a:solidFill>
    <a:ln xmlns:a="http://schemas.openxmlformats.org/drawingml/2006/main" w="0">
      <a:noFill/>
    </a:ln>
  </c:spPr>
  <c:externalData r:id="rIdChartSnapshot1">
    <c:autoUpdate val="0"/>
  </c:externalData>
</c:chartSpace>
</file>

<file path=ppt/slides/charts/chart1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73F43"/>
                </a:solidFill>
                <a:latin typeface="Atkinson Hyperlegible"/>
                <a:ea typeface="Atkinson Hyperlegible"/>
                <a:cs typeface="Atkinson Hyperlegible"/>
              </a:rPr>
              <a:t>Fairness variance (pp²)</a:t>
            </a:r>
          </a:p>
        </c:rich>
      </c:tx>
      <c:overlay val="0"/>
      <c:txPr>
        <a:bodyPr xmlns:a="http://schemas.openxmlformats.org/drawingml/2006/main" anchorCtr="1"/>
        <a:lstStyle xmlns:a="http://schemas.openxmlformats.org/drawingml/2006/main"/>
        <a:p xmlns:a="http://schemas.openxmlformats.org/drawingml/2006/main">
          <a:pPr>
            <a:defRPr sz="1650" b="1">
              <a:solidFill>
                <a:srgbClr val="173F43"/>
              </a:solidFill>
              <a:latin typeface="Atkinson Hyperlegible"/>
              <a:ea typeface="Atkinson Hyperlegible"/>
              <a:cs typeface="Atkinson Hyperlegible"/>
            </a:defRPr>
          </a:pPr>
        </a:p>
      </c:txPr>
    </c:title>
    <c:plotArea>
      <c:scatterChart>
        <c:scatterStyle val="line"/>
        <c:varyColors val="0"/>
        <c:ser>
          <c:idx val="0"/>
          <c:order val="0"/>
          <c:tx>
            <c:v>Sample variance</c:v>
          </c:tx>
          <c:spPr>
            <a:ln xmlns:a="http://schemas.openxmlformats.org/drawingml/2006/main" w="22860">
              <a:solidFill>
                <a:srgbClr val="137B73"/>
              </a:solidFill>
            </a:ln>
          </c:spPr>
          <c:marker>
            <c:symbol val="none"/>
          </c:marker>
          <c:xVal>
            <c:numRef>
              <c:f>'Chart Data'!$A$2:$A$32</c:f>
              <c:numCache>
                <c:formatCode>General</c:formatCode>
                <c:ptCount val="31"/>
                <c:pt idx="0">
                  <c:v>0</c:v>
                </c:pt>
                <c:pt idx="1">
                  <c:v>100</c:v>
                </c:pt>
                <c:pt idx="2">
                  <c:v>200</c:v>
                </c:pt>
                <c:pt idx="3">
                  <c:v>300</c:v>
                </c:pt>
                <c:pt idx="4">
                  <c:v>400</c:v>
                </c:pt>
                <c:pt idx="5">
                  <c:v>500</c:v>
                </c:pt>
                <c:pt idx="6">
                  <c:v>600</c:v>
                </c:pt>
                <c:pt idx="7">
                  <c:v>700</c:v>
                </c:pt>
                <c:pt idx="8">
                  <c:v>800</c:v>
                </c:pt>
                <c:pt idx="9">
                  <c:v>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pt idx="24">
                  <c:v>2400</c:v>
                </c:pt>
                <c:pt idx="25">
                  <c:v>2500</c:v>
                </c:pt>
                <c:pt idx="26">
                  <c:v>2600</c:v>
                </c:pt>
                <c:pt idx="27">
                  <c:v>2700</c:v>
                </c:pt>
                <c:pt idx="28">
                  <c:v>2800</c:v>
                </c:pt>
                <c:pt idx="29">
                  <c:v>2900</c:v>
                </c:pt>
                <c:pt idx="30">
                  <c:v>3000</c:v>
                </c:pt>
              </c:numCache>
            </c:numRef>
          </c:xVal>
          <c:yVal>
            <c:numRef>
              <c:f>'Chart Data'!$B$2:$B$32</c:f>
              <c:numCache>
                <c:formatCode>0.000</c:formatCode>
                <c:ptCount val="31"/>
                <c:pt idx="0">
                  <c:v>0.00226574816360167</c:v>
                </c:pt>
                <c:pt idx="1">
                  <c:v>0.414340029816866</c:v>
                </c:pt>
                <c:pt idx="2">
                  <c:v>0.0367505378031827</c:v>
                </c:pt>
                <c:pt idx="3">
                  <c:v>0.0822971651179949</c:v>
                </c:pt>
                <c:pt idx="4">
                  <c:v>0.0506293602280234</c:v>
                </c:pt>
                <c:pt idx="5">
                  <c:v>0.0136048703819114</c:v>
                </c:pt>
                <c:pt idx="6">
                  <c:v>0.0282286948790322</c:v>
                </c:pt>
                <c:pt idx="7">
                  <c:v>0.0242699057897827</c:v>
                </c:pt>
                <c:pt idx="8">
                  <c:v>0.0222217351597604</c:v>
                </c:pt>
                <c:pt idx="9">
                  <c:v>0.0317022523760958</c:v>
                </c:pt>
                <c:pt idx="10">
                  <c:v>0.0437681165909287</c:v>
                </c:pt>
                <c:pt idx="11">
                  <c:v>0.0350355711515019</c:v>
                </c:pt>
                <c:pt idx="12">
                  <c:v>0.037543766959963</c:v>
                </c:pt>
                <c:pt idx="13">
                  <c:v>0.0363300165113489</c:v>
                </c:pt>
                <c:pt idx="14">
                  <c:v>0.028283471570454</c:v>
                </c:pt>
                <c:pt idx="15">
                  <c:v>0.0286529809890394</c:v>
                </c:pt>
                <c:pt idx="16">
                  <c:v>0.026957732935849</c:v>
                </c:pt>
                <c:pt idx="17">
                  <c:v>0.0249146712639045</c:v>
                </c:pt>
                <c:pt idx="18">
                  <c:v>0.028552248972087</c:v>
                </c:pt>
                <c:pt idx="19">
                  <c:v>0.0317704054069826</c:v>
                </c:pt>
                <c:pt idx="20">
                  <c:v>0.0334728613288897</c:v>
                </c:pt>
                <c:pt idx="21">
                  <c:v>0.028280132319876</c:v>
                </c:pt>
                <c:pt idx="22">
                  <c:v>0.026821314789681</c:v>
                </c:pt>
                <c:pt idx="23">
                  <c:v>0.0243252554766744</c:v>
                </c:pt>
                <c:pt idx="24">
                  <c:v>0.0211259890376471</c:v>
                </c:pt>
                <c:pt idx="25">
                  <c:v>0.0213719124935025</c:v>
                </c:pt>
                <c:pt idx="26">
                  <c:v>0.013749321058013</c:v>
                </c:pt>
                <c:pt idx="27">
                  <c:v>0.02061020773312</c:v>
                </c:pt>
                <c:pt idx="28">
                  <c:v>0.0158017162652969</c:v>
                </c:pt>
                <c:pt idx="29">
                  <c:v>0.0179011989334517</c:v>
                </c:pt>
                <c:pt idx="30">
                  <c:v>0.015393217781296</c:v>
                </c:pt>
              </c:numCache>
            </c:numRef>
          </c:yVal>
          <c:smooth val="0"/>
        </c:ser>
        <c:dLbls>
          <c:txPr>
            <a:bodyPr xmlns:a="http://schemas.openxmlformats.org/drawingml/2006/main" anchorCtr="1"/>
            <a:lstStyle xmlns:a="http://schemas.openxmlformats.org/drawingml/2006/main"/>
            <a:p xmlns:a="http://schemas.openxmlformats.org/drawingml/2006/main">
              <a:pPr>
                <a:defRPr>
                  <a:latin typeface="Atkinson Hyperlegible"/>
                  <a:ea typeface="Atkinson Hyperlegible"/>
                  <a:cs typeface="Atkinson Hyperlegible"/>
                </a:defRPr>
              </a:pPr>
            </a:p>
          </c:txPr>
          <c:showLegendKey val="0"/>
          <c:showVal val="0"/>
          <c:showCatName val="0"/>
          <c:showSerName val="0"/>
          <c:showPercent val="0"/>
          <c:showBubbleSize val="0"/>
          <c:showLeaderLines val="0"/>
        </c:dLbls>
        <c:axId val="48650112"/>
        <c:axId val="48672768"/>
      </c:scatterChart>
      <c:valAx>
        <c:axId val="48672768"/>
        <c:scaling>
          <c:orientation val="minMax"/>
          <c:min val="0"/>
        </c:scaling>
        <c:delete val="0"/>
        <c:axPos val="l"/>
        <c:majorGridlines>
          <c:spPr>
            <a:ln xmlns:a="http://schemas.openxmlformats.org/drawingml/2006/main" w="6668">
              <a:solidFill>
                <a:srgbClr val="D8E5DF"/>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crossAx val="48650112"/>
      </c:valAx>
      <c:valAx>
        <c:axId val="48650112"/>
        <c:scaling>
          <c:orientation val="minMax"/>
          <c:max val="3000"/>
          <c:min val="0"/>
        </c:scaling>
        <c:delete val="0"/>
        <c:axPos val="b"/>
        <c:title>
          <c:tx>
            <c:rich>
              <a:bodyPr xmlns:a="http://schemas.openxmlformats.org/drawingml/2006/main"/>
              <a:lstStyle xmlns:a="http://schemas.openxmlformats.org/drawingml/2006/main"/>
              <a:p xmlns:a="http://schemas.openxmlformats.org/drawingml/2006/main">
                <a:r>
                  <a:rPr sz="1200">
                    <a:solidFill>
                      <a:srgbClr val="58787A"/>
                    </a:solidFill>
                    <a:latin typeface="Atkinson Hyperlegible"/>
                    <a:ea typeface="Atkinson Hyperlegible"/>
                    <a:cs typeface="Atkinson Hyperlegible"/>
                  </a:rPr>
                  <a:t>PPO iteration</a:t>
                </a:r>
              </a:p>
            </c:rich>
          </c:tx>
          <c:overlay val="0"/>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title>
        <c:numFmt formatCode="0"/>
        <c:majorTickMark val="none"/>
        <c:minorTickMark val="none"/>
        <c:tickLblPos val="low"/>
        <c:spPr>
          <a:ln xmlns:a="http://schemas.openxmlformats.org/drawingml/2006/main" w="9525">
            <a:solidFill>
              <a:srgbClr val="D8E5DF"/>
            </a:solidFill>
          </a:ln>
        </c:spPr>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crossAx val="48672768"/>
        <c:majorUnit val="1000"/>
      </c:valAx>
      <c:spPr>
        <a:solidFill xmlns:a="http://schemas.openxmlformats.org/drawingml/2006/main">
          <a:srgbClr val="F5F8F5"/>
        </a:solidFill>
        <a:ln xmlns:a="http://schemas.openxmlformats.org/drawingml/2006/main" w="0">
          <a:noFill/>
        </a:ln>
      </c:spPr>
    </c:plotArea>
    <c:plotVisOnly val="1"/>
  </c:chart>
  <c:spPr>
    <a:solidFill xmlns:a="http://schemas.openxmlformats.org/drawingml/2006/main">
      <a:srgbClr val="F5F8F5"/>
    </a:solidFill>
    <a:ln xmlns:a="http://schemas.openxmlformats.org/drawingml/2006/main" w="0">
      <a:noFill/>
    </a:ln>
  </c:spPr>
  <c:externalData r:id="rIdChartSnapshot1">
    <c:autoUpdate val="0"/>
  </c:externalData>
</c:chartSpace>
</file>

<file path=ppt/slides/charts/chart1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73F43"/>
                </a:solidFill>
                <a:latin typeface="Atkinson Hyperlegible"/>
                <a:ea typeface="Atkinson Hyperlegible"/>
                <a:cs typeface="Atkinson Hyperlegible"/>
              </a:rPr>
              <a:t>Utilization variance (pp²)</a:t>
            </a:r>
          </a:p>
        </c:rich>
      </c:tx>
      <c:overlay val="0"/>
      <c:txPr>
        <a:bodyPr xmlns:a="http://schemas.openxmlformats.org/drawingml/2006/main" anchorCtr="1"/>
        <a:lstStyle xmlns:a="http://schemas.openxmlformats.org/drawingml/2006/main"/>
        <a:p xmlns:a="http://schemas.openxmlformats.org/drawingml/2006/main">
          <a:pPr>
            <a:defRPr sz="1650" b="1">
              <a:solidFill>
                <a:srgbClr val="173F43"/>
              </a:solidFill>
              <a:latin typeface="Atkinson Hyperlegible"/>
              <a:ea typeface="Atkinson Hyperlegible"/>
              <a:cs typeface="Atkinson Hyperlegible"/>
            </a:defRPr>
          </a:pPr>
        </a:p>
      </c:txPr>
    </c:title>
    <c:plotArea>
      <c:scatterChart>
        <c:scatterStyle val="line"/>
        <c:varyColors val="0"/>
        <c:ser>
          <c:idx val="0"/>
          <c:order val="0"/>
          <c:tx>
            <c:v>Sample variance</c:v>
          </c:tx>
          <c:spPr>
            <a:ln xmlns:a="http://schemas.openxmlformats.org/drawingml/2006/main" w="22860">
              <a:solidFill>
                <a:srgbClr val="137B73"/>
              </a:solidFill>
            </a:ln>
          </c:spPr>
          <c:marker>
            <c:symbol val="none"/>
          </c:marker>
          <c:xVal>
            <c:numRef>
              <c:f>'Chart Data'!$A$2:$A$32</c:f>
              <c:numCache>
                <c:formatCode>General</c:formatCode>
                <c:ptCount val="31"/>
                <c:pt idx="0">
                  <c:v>0</c:v>
                </c:pt>
                <c:pt idx="1">
                  <c:v>100</c:v>
                </c:pt>
                <c:pt idx="2">
                  <c:v>200</c:v>
                </c:pt>
                <c:pt idx="3">
                  <c:v>300</c:v>
                </c:pt>
                <c:pt idx="4">
                  <c:v>400</c:v>
                </c:pt>
                <c:pt idx="5">
                  <c:v>500</c:v>
                </c:pt>
                <c:pt idx="6">
                  <c:v>600</c:v>
                </c:pt>
                <c:pt idx="7">
                  <c:v>700</c:v>
                </c:pt>
                <c:pt idx="8">
                  <c:v>800</c:v>
                </c:pt>
                <c:pt idx="9">
                  <c:v>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pt idx="24">
                  <c:v>2400</c:v>
                </c:pt>
                <c:pt idx="25">
                  <c:v>2500</c:v>
                </c:pt>
                <c:pt idx="26">
                  <c:v>2600</c:v>
                </c:pt>
                <c:pt idx="27">
                  <c:v>2700</c:v>
                </c:pt>
                <c:pt idx="28">
                  <c:v>2800</c:v>
                </c:pt>
                <c:pt idx="29">
                  <c:v>2900</c:v>
                </c:pt>
                <c:pt idx="30">
                  <c:v>3000</c:v>
                </c:pt>
              </c:numCache>
            </c:numRef>
          </c:xVal>
          <c:yVal>
            <c:numRef>
              <c:f>'Chart Data'!$B$2:$B$32</c:f>
              <c:numCache>
                <c:formatCode>0.000</c:formatCode>
                <c:ptCount val="31"/>
                <c:pt idx="0">
                  <c:v>7.9625046312536E-05</c:v>
                </c:pt>
                <c:pt idx="1">
                  <c:v>0.0116440293104201</c:v>
                </c:pt>
                <c:pt idx="2">
                  <c:v>0.00223964526987924</c:v>
                </c:pt>
                <c:pt idx="3">
                  <c:v>0.00667315799139351</c:v>
                </c:pt>
                <c:pt idx="4">
                  <c:v>0.00684555178460937</c:v>
                </c:pt>
                <c:pt idx="5">
                  <c:v>0.00506061456498394</c:v>
                </c:pt>
                <c:pt idx="6">
                  <c:v>0.0127647273829784</c:v>
                </c:pt>
                <c:pt idx="7">
                  <c:v>0.0107116913186381</c:v>
                </c:pt>
                <c:pt idx="8">
                  <c:v>0.00796247426967452</c:v>
                </c:pt>
                <c:pt idx="9">
                  <c:v>0.0119043286794597</c:v>
                </c:pt>
                <c:pt idx="10">
                  <c:v>0.0168812068178286</c:v>
                </c:pt>
                <c:pt idx="11">
                  <c:v>0.0126630609909812</c:v>
                </c:pt>
                <c:pt idx="12">
                  <c:v>0.0166615832427679</c:v>
                </c:pt>
                <c:pt idx="13">
                  <c:v>0.0129140420588016</c:v>
                </c:pt>
                <c:pt idx="14">
                  <c:v>0.00938349707057651</c:v>
                </c:pt>
                <c:pt idx="15">
                  <c:v>0.0108647708617656</c:v>
                </c:pt>
                <c:pt idx="16">
                  <c:v>0.0120018661889531</c:v>
                </c:pt>
                <c:pt idx="17">
                  <c:v>0.00587417606932487</c:v>
                </c:pt>
                <c:pt idx="18">
                  <c:v>0.00630611522507905</c:v>
                </c:pt>
                <c:pt idx="19">
                  <c:v>0.00610783609574427</c:v>
                </c:pt>
                <c:pt idx="20">
                  <c:v>0.00900161112914843</c:v>
                </c:pt>
                <c:pt idx="21">
                  <c:v>0.00824489533556664</c:v>
                </c:pt>
                <c:pt idx="22">
                  <c:v>0.00710441328303869</c:v>
                </c:pt>
                <c:pt idx="23">
                  <c:v>0.00673161936645449</c:v>
                </c:pt>
                <c:pt idx="24">
                  <c:v>0.00512413486074278</c:v>
                </c:pt>
                <c:pt idx="25">
                  <c:v>0.00414418818198627</c:v>
                </c:pt>
                <c:pt idx="26">
                  <c:v>0.0032428400609934</c:v>
                </c:pt>
                <c:pt idx="27">
                  <c:v>0.00535538511609097</c:v>
                </c:pt>
                <c:pt idx="28">
                  <c:v>0.00412488944647343</c:v>
                </c:pt>
                <c:pt idx="29">
                  <c:v>0.00461879057069587</c:v>
                </c:pt>
                <c:pt idx="30">
                  <c:v>0.00360769562272105</c:v>
                </c:pt>
              </c:numCache>
            </c:numRef>
          </c:yVal>
          <c:smooth val="0"/>
        </c:ser>
        <c:dLbls>
          <c:txPr>
            <a:bodyPr xmlns:a="http://schemas.openxmlformats.org/drawingml/2006/main" anchorCtr="1"/>
            <a:lstStyle xmlns:a="http://schemas.openxmlformats.org/drawingml/2006/main"/>
            <a:p xmlns:a="http://schemas.openxmlformats.org/drawingml/2006/main">
              <a:pPr>
                <a:defRPr>
                  <a:latin typeface="Atkinson Hyperlegible"/>
                  <a:ea typeface="Atkinson Hyperlegible"/>
                  <a:cs typeface="Atkinson Hyperlegible"/>
                </a:defRPr>
              </a:pPr>
            </a:p>
          </c:txPr>
          <c:showLegendKey val="0"/>
          <c:showVal val="0"/>
          <c:showCatName val="0"/>
          <c:showSerName val="0"/>
          <c:showPercent val="0"/>
          <c:showBubbleSize val="0"/>
          <c:showLeaderLines val="0"/>
        </c:dLbls>
        <c:axId val="48650112"/>
        <c:axId val="48672768"/>
      </c:scatterChart>
      <c:valAx>
        <c:axId val="48672768"/>
        <c:scaling>
          <c:orientation val="minMax"/>
          <c:min val="0"/>
        </c:scaling>
        <c:delete val="0"/>
        <c:axPos val="l"/>
        <c:majorGridlines>
          <c:spPr>
            <a:ln xmlns:a="http://schemas.openxmlformats.org/drawingml/2006/main" w="6668">
              <a:solidFill>
                <a:srgbClr val="D8E5DF"/>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crossAx val="48650112"/>
      </c:valAx>
      <c:valAx>
        <c:axId val="48650112"/>
        <c:scaling>
          <c:orientation val="minMax"/>
          <c:max val="3000"/>
          <c:min val="0"/>
        </c:scaling>
        <c:delete val="0"/>
        <c:axPos val="b"/>
        <c:title>
          <c:tx>
            <c:rich>
              <a:bodyPr xmlns:a="http://schemas.openxmlformats.org/drawingml/2006/main"/>
              <a:lstStyle xmlns:a="http://schemas.openxmlformats.org/drawingml/2006/main"/>
              <a:p xmlns:a="http://schemas.openxmlformats.org/drawingml/2006/main">
                <a:r>
                  <a:rPr sz="1200">
                    <a:solidFill>
                      <a:srgbClr val="58787A"/>
                    </a:solidFill>
                    <a:latin typeface="Atkinson Hyperlegible"/>
                    <a:ea typeface="Atkinson Hyperlegible"/>
                    <a:cs typeface="Atkinson Hyperlegible"/>
                  </a:rPr>
                  <a:t>PPO iteration</a:t>
                </a:r>
              </a:p>
            </c:rich>
          </c:tx>
          <c:overlay val="0"/>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title>
        <c:numFmt formatCode="0"/>
        <c:majorTickMark val="none"/>
        <c:minorTickMark val="none"/>
        <c:tickLblPos val="low"/>
        <c:spPr>
          <a:ln xmlns:a="http://schemas.openxmlformats.org/drawingml/2006/main" w="9525">
            <a:solidFill>
              <a:srgbClr val="D8E5DF"/>
            </a:solidFill>
          </a:ln>
        </c:spPr>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crossAx val="48672768"/>
        <c:majorUnit val="1000"/>
      </c:valAx>
      <c:spPr>
        <a:solidFill xmlns:a="http://schemas.openxmlformats.org/drawingml/2006/main">
          <a:srgbClr val="F5F8F5"/>
        </a:solidFill>
        <a:ln xmlns:a="http://schemas.openxmlformats.org/drawingml/2006/main" w="0">
          <a:noFill/>
        </a:ln>
      </c:spPr>
    </c:plotArea>
    <c:plotVisOnly val="1"/>
  </c:chart>
  <c:spPr>
    <a:solidFill xmlns:a="http://schemas.openxmlformats.org/drawingml/2006/main">
      <a:srgbClr val="F5F8F5"/>
    </a:solidFill>
    <a:ln xmlns:a="http://schemas.openxmlformats.org/drawingml/2006/main" w="0">
      <a:noFill/>
    </a:ln>
  </c:spPr>
  <c:externalData r:id="rIdChartSnapshot1">
    <c:autoUpdate val="0"/>
  </c:externalData>
</c:chartSpace>
</file>

<file path=ppt/slides/charts/chart18.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73F43"/>
                </a:solidFill>
                <a:latin typeface="Atkinson Hyperlegible"/>
                <a:ea typeface="Atkinson Hyperlegible"/>
                <a:cs typeface="Atkinson Hyperlegible"/>
              </a:rPr>
              <a:t>Cell MAE (MW)</a:t>
            </a:r>
          </a:p>
        </c:rich>
      </c:tx>
      <c:overlay val="0"/>
      <c:txPr>
        <a:bodyPr xmlns:a="http://schemas.openxmlformats.org/drawingml/2006/main" anchorCtr="1"/>
        <a:lstStyle xmlns:a="http://schemas.openxmlformats.org/drawingml/2006/main"/>
        <a:p xmlns:a="http://schemas.openxmlformats.org/drawingml/2006/main">
          <a:pPr>
            <a:defRPr sz="1650" b="1">
              <a:solidFill>
                <a:srgbClr val="173F43"/>
              </a:solidFill>
              <a:latin typeface="Atkinson Hyperlegible"/>
              <a:ea typeface="Atkinson Hyperlegible"/>
              <a:cs typeface="Atkinson Hyperlegible"/>
            </a:defRPr>
          </a:pPr>
        </a:p>
      </c:txPr>
    </c:title>
    <c:plotArea>
      <c:barChart>
        <c:barDir val="col"/>
        <c:grouping val="clustered"/>
        <c:varyColors val="0"/>
        <c:ser>
          <c:idx val="0"/>
          <c:order val="0"/>
          <c:tx>
            <c:v>Cell MAE (MW)</c:v>
          </c:tx>
          <c:invertIfNegative val="0"/>
          <c:dPt>
            <c:idx val="0"/>
            <c:invertIfNegative val="0"/>
            <c:spPr>
              <a:solidFill xmlns:a="http://schemas.openxmlformats.org/drawingml/2006/main">
                <a:srgbClr val="718789"/>
              </a:solidFill>
            </c:spPr>
          </c:dPt>
          <c:dPt>
            <c:idx val="1"/>
            <c:invertIfNegative val="0"/>
            <c:spPr>
              <a:solidFill xmlns:a="http://schemas.openxmlformats.org/drawingml/2006/main">
                <a:srgbClr val="E77D60"/>
              </a:solidFill>
            </c:spPr>
          </c:dPt>
          <c:dPt>
            <c:idx val="2"/>
            <c:invertIfNegative val="0"/>
            <c:spPr>
              <a:solidFill xmlns:a="http://schemas.openxmlformats.org/drawingml/2006/main">
                <a:srgbClr val="137B73"/>
              </a:solidFill>
            </c:spPr>
          </c:dPt>
          <c:cat>
            <c:strRef>
              <c:f>'Chart Data'!$A$2:$A$4</c:f>
              <c:strCache>
                <c:ptCount val="3"/>
                <c:pt idx="0">
                  <c:v>3h mean</c:v>
                </c:pt>
                <c:pt idx="1">
                  <c:v>Persist.</c:v>
                </c:pt>
                <c:pt idx="2">
                  <c:v>Ridge</c:v>
                </c:pt>
              </c:strCache>
            </c:strRef>
          </c:cat>
          <c:val>
            <c:numRef>
              <c:f>'Chart Data'!$B$2:$B$4</c:f>
              <c:numCache>
                <c:formatCode>0.00</c:formatCode>
                <c:ptCount val="3"/>
                <c:pt idx="0">
                  <c:v>2.33847944702674</c:v>
                </c:pt>
                <c:pt idx="1">
                  <c:v>1.34645569771832</c:v>
                </c:pt>
                <c:pt idx="2">
                  <c:v>0.657252323096735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275">
                  <a:solidFill>
                    <a:srgbClr val="173F43"/>
                  </a:solidFill>
                  <a:latin typeface="Atkinson Hyperlegible"/>
                  <a:ea typeface="Atkinson Hyperlegible"/>
                  <a:cs typeface="Atkinson Hyperlegible"/>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5DF"/>
            </a:solidFill>
          </a:ln>
        </c:spPr>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crossAx val="48672768"/>
      </c:catAx>
      <c:valAx>
        <c:axId val="48672768"/>
        <c:scaling>
          <c:orientation val="minMax"/>
          <c:max val="5"/>
          <c:min val="0"/>
        </c:scaling>
        <c:delete val="0"/>
        <c:axPos val="l"/>
        <c:majorGridlines>
          <c:spPr>
            <a:ln xmlns:a="http://schemas.openxmlformats.org/drawingml/2006/main" w="6668">
              <a:solidFill>
                <a:srgbClr val="D8E5DF"/>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crossAx val="48650112"/>
        <c:crossBetween val="between"/>
      </c:valAx>
      <c:spPr>
        <a:solidFill xmlns:a="http://schemas.openxmlformats.org/drawingml/2006/main">
          <a:srgbClr val="F5F8F5"/>
        </a:solidFill>
        <a:ln xmlns:a="http://schemas.openxmlformats.org/drawingml/2006/main" w="0">
          <a:noFill/>
        </a:ln>
      </c:spPr>
    </c:plotArea>
    <c:plotVisOnly val="1"/>
  </c:chart>
  <c:spPr>
    <a:solidFill xmlns:a="http://schemas.openxmlformats.org/drawingml/2006/main">
      <a:srgbClr val="F5F8F5"/>
    </a:solidFill>
    <a:ln xmlns:a="http://schemas.openxmlformats.org/drawingml/2006/main" w="0">
      <a:noFill/>
    </a:ln>
  </c:spPr>
  <c:externalData r:id="rIdChartSnapshot1">
    <c:autoUpdate val="0"/>
  </c:externalData>
</c:chartSpace>
</file>

<file path=ppt/slides/charts/chart19.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73F43"/>
                </a:solidFill>
                <a:latin typeface="Atkinson Hyperlegible"/>
                <a:ea typeface="Atkinson Hyperlegible"/>
                <a:cs typeface="Atkinson Hyperlegible"/>
              </a:rPr>
              <a:t>System MAE (MW)</a:t>
            </a:r>
          </a:p>
        </c:rich>
      </c:tx>
      <c:overlay val="0"/>
      <c:txPr>
        <a:bodyPr xmlns:a="http://schemas.openxmlformats.org/drawingml/2006/main" anchorCtr="1"/>
        <a:lstStyle xmlns:a="http://schemas.openxmlformats.org/drawingml/2006/main"/>
        <a:p xmlns:a="http://schemas.openxmlformats.org/drawingml/2006/main">
          <a:pPr>
            <a:defRPr sz="1650" b="1">
              <a:solidFill>
                <a:srgbClr val="173F43"/>
              </a:solidFill>
              <a:latin typeface="Atkinson Hyperlegible"/>
              <a:ea typeface="Atkinson Hyperlegible"/>
              <a:cs typeface="Atkinson Hyperlegible"/>
            </a:defRPr>
          </a:pPr>
        </a:p>
      </c:txPr>
    </c:title>
    <c:plotArea>
      <c:barChart>
        <c:barDir val="col"/>
        <c:grouping val="clustered"/>
        <c:varyColors val="0"/>
        <c:ser>
          <c:idx val="0"/>
          <c:order val="0"/>
          <c:tx>
            <c:v>System MAE (MW)</c:v>
          </c:tx>
          <c:invertIfNegative val="0"/>
          <c:dPt>
            <c:idx val="0"/>
            <c:invertIfNegative val="0"/>
            <c:spPr>
              <a:solidFill xmlns:a="http://schemas.openxmlformats.org/drawingml/2006/main">
                <a:srgbClr val="718789"/>
              </a:solidFill>
            </c:spPr>
          </c:dPt>
          <c:dPt>
            <c:idx val="1"/>
            <c:invertIfNegative val="0"/>
            <c:spPr>
              <a:solidFill xmlns:a="http://schemas.openxmlformats.org/drawingml/2006/main">
                <a:srgbClr val="E77D60"/>
              </a:solidFill>
            </c:spPr>
          </c:dPt>
          <c:dPt>
            <c:idx val="2"/>
            <c:invertIfNegative val="0"/>
            <c:spPr>
              <a:solidFill xmlns:a="http://schemas.openxmlformats.org/drawingml/2006/main">
                <a:srgbClr val="137B73"/>
              </a:solidFill>
            </c:spPr>
          </c:dPt>
          <c:cat>
            <c:strRef>
              <c:f>'Chart Data'!$A$2:$A$4</c:f>
              <c:strCache>
                <c:ptCount val="3"/>
                <c:pt idx="0">
                  <c:v>3h mean</c:v>
                </c:pt>
                <c:pt idx="1">
                  <c:v>Persist.</c:v>
                </c:pt>
                <c:pt idx="2">
                  <c:v>Ridge</c:v>
                </c:pt>
              </c:strCache>
            </c:strRef>
          </c:cat>
          <c:val>
            <c:numRef>
              <c:f>'Chart Data'!$B$2:$B$4</c:f>
              <c:numCache>
                <c:formatCode>0.0</c:formatCode>
                <c:ptCount val="3"/>
                <c:pt idx="0">
                  <c:v>42.7512454238853</c:v>
                </c:pt>
                <c:pt idx="1">
                  <c:v>24.3809123211319</c:v>
                </c:pt>
                <c:pt idx="2">
                  <c:v>9.33759958182892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275">
                  <a:solidFill>
                    <a:srgbClr val="173F43"/>
                  </a:solidFill>
                  <a:latin typeface="Atkinson Hyperlegible"/>
                  <a:ea typeface="Atkinson Hyperlegible"/>
                  <a:cs typeface="Atkinson Hyperlegible"/>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5DF"/>
            </a:solidFill>
          </a:ln>
        </c:spPr>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crossAx val="48672768"/>
      </c:catAx>
      <c:valAx>
        <c:axId val="48672768"/>
        <c:scaling>
          <c:orientation val="minMax"/>
          <c:max val="60"/>
          <c:min val="0"/>
        </c:scaling>
        <c:delete val="0"/>
        <c:axPos val="l"/>
        <c:majorGridlines>
          <c:spPr>
            <a:ln xmlns:a="http://schemas.openxmlformats.org/drawingml/2006/main" w="6668">
              <a:solidFill>
                <a:srgbClr val="D8E5DF"/>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crossAx val="48650112"/>
        <c:crossBetween val="between"/>
      </c:valAx>
      <c:spPr>
        <a:solidFill xmlns:a="http://schemas.openxmlformats.org/drawingml/2006/main">
          <a:srgbClr val="F5F8F5"/>
        </a:solidFill>
        <a:ln xmlns:a="http://schemas.openxmlformats.org/drawingml/2006/main" w="0">
          <a:noFill/>
        </a:ln>
      </c:spPr>
    </c:plotArea>
    <c:plotVisOnly val="1"/>
  </c:chart>
  <c:spPr>
    <a:solidFill xmlns:a="http://schemas.openxmlformats.org/drawingml/2006/main">
      <a:srgbClr val="F5F8F5"/>
    </a:solidFill>
    <a:ln xmlns:a="http://schemas.openxmlformats.org/drawingml/2006/main" w="0">
      <a:noFill/>
    </a:ln>
  </c:spPr>
  <c:externalData r:id="rIdChartSnapshot1">
    <c:autoUpdate val="0"/>
  </c:externalData>
</c:chartSpace>
</file>

<file path=ppt/slides/charts/chart20.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73F43"/>
                </a:solidFill>
                <a:latin typeface="Atkinson Hyperlegible"/>
                <a:ea typeface="Atkinson Hyperlegible"/>
                <a:cs typeface="Atkinson Hyperlegible"/>
              </a:rPr>
              <a:t>Cell RMSE (MW)</a:t>
            </a:r>
          </a:p>
        </c:rich>
      </c:tx>
      <c:overlay val="0"/>
      <c:txPr>
        <a:bodyPr xmlns:a="http://schemas.openxmlformats.org/drawingml/2006/main" anchorCtr="1"/>
        <a:lstStyle xmlns:a="http://schemas.openxmlformats.org/drawingml/2006/main"/>
        <a:p xmlns:a="http://schemas.openxmlformats.org/drawingml/2006/main">
          <a:pPr>
            <a:defRPr sz="1650" b="1">
              <a:solidFill>
                <a:srgbClr val="173F43"/>
              </a:solidFill>
              <a:latin typeface="Atkinson Hyperlegible"/>
              <a:ea typeface="Atkinson Hyperlegible"/>
              <a:cs typeface="Atkinson Hyperlegible"/>
            </a:defRPr>
          </a:pPr>
        </a:p>
      </c:txPr>
    </c:title>
    <c:plotArea>
      <c:barChart>
        <c:barDir val="col"/>
        <c:grouping val="clustered"/>
        <c:varyColors val="0"/>
        <c:ser>
          <c:idx val="0"/>
          <c:order val="0"/>
          <c:tx>
            <c:v>Cell RMSE (MW)</c:v>
          </c:tx>
          <c:invertIfNegative val="0"/>
          <c:dPt>
            <c:idx val="0"/>
            <c:invertIfNegative val="0"/>
            <c:spPr>
              <a:solidFill xmlns:a="http://schemas.openxmlformats.org/drawingml/2006/main">
                <a:srgbClr val="718789"/>
              </a:solidFill>
            </c:spPr>
          </c:dPt>
          <c:dPt>
            <c:idx val="1"/>
            <c:invertIfNegative val="0"/>
            <c:spPr>
              <a:solidFill xmlns:a="http://schemas.openxmlformats.org/drawingml/2006/main">
                <a:srgbClr val="E77D60"/>
              </a:solidFill>
            </c:spPr>
          </c:dPt>
          <c:dPt>
            <c:idx val="2"/>
            <c:invertIfNegative val="0"/>
            <c:spPr>
              <a:solidFill xmlns:a="http://schemas.openxmlformats.org/drawingml/2006/main">
                <a:srgbClr val="137B73"/>
              </a:solidFill>
            </c:spPr>
          </c:dPt>
          <c:cat>
            <c:strRef>
              <c:f>'Chart Data'!$A$2:$A$4</c:f>
              <c:strCache>
                <c:ptCount val="3"/>
                <c:pt idx="0">
                  <c:v>3h mean</c:v>
                </c:pt>
                <c:pt idx="1">
                  <c:v>Persist.</c:v>
                </c:pt>
                <c:pt idx="2">
                  <c:v>Ridge</c:v>
                </c:pt>
              </c:strCache>
            </c:strRef>
          </c:cat>
          <c:val>
            <c:numRef>
              <c:f>'Chart Data'!$B$2:$B$4</c:f>
              <c:numCache>
                <c:formatCode>0.00</c:formatCode>
                <c:ptCount val="3"/>
                <c:pt idx="0">
                  <c:v>3.74362871473054</c:v>
                </c:pt>
                <c:pt idx="1">
                  <c:v>2.17755928310265</c:v>
                </c:pt>
                <c:pt idx="2">
                  <c:v>1.1881662033972</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275">
                  <a:solidFill>
                    <a:srgbClr val="173F43"/>
                  </a:solidFill>
                  <a:latin typeface="Atkinson Hyperlegible"/>
                  <a:ea typeface="Atkinson Hyperlegible"/>
                  <a:cs typeface="Atkinson Hyperlegible"/>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5DF"/>
            </a:solidFill>
          </a:ln>
        </c:spPr>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crossAx val="48672768"/>
      </c:catAx>
      <c:valAx>
        <c:axId val="48672768"/>
        <c:scaling>
          <c:orientation val="minMax"/>
          <c:max val="5"/>
          <c:min val="0"/>
        </c:scaling>
        <c:delete val="0"/>
        <c:axPos val="l"/>
        <c:majorGridlines>
          <c:spPr>
            <a:ln xmlns:a="http://schemas.openxmlformats.org/drawingml/2006/main" w="6668">
              <a:solidFill>
                <a:srgbClr val="D8E5DF"/>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crossAx val="48650112"/>
        <c:crossBetween val="between"/>
      </c:valAx>
      <c:spPr>
        <a:solidFill xmlns:a="http://schemas.openxmlformats.org/drawingml/2006/main">
          <a:srgbClr val="F5F8F5"/>
        </a:solidFill>
        <a:ln xmlns:a="http://schemas.openxmlformats.org/drawingml/2006/main" w="0">
          <a:noFill/>
        </a:ln>
      </c:spPr>
    </c:plotArea>
    <c:plotVisOnly val="1"/>
  </c:chart>
  <c:spPr>
    <a:solidFill xmlns:a="http://schemas.openxmlformats.org/drawingml/2006/main">
      <a:srgbClr val="F5F8F5"/>
    </a:solidFill>
    <a:ln xmlns:a="http://schemas.openxmlformats.org/drawingml/2006/main" w="0">
      <a:noFill/>
    </a:ln>
  </c:spPr>
  <c:externalData r:id="rIdChartSnapshot1">
    <c:autoUpdate val="0"/>
  </c:externalData>
</c:chartSpace>
</file>

<file path=ppt/slides/charts/chart2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b="1">
                <a:solidFill>
                  <a:srgbClr val="173F43"/>
                </a:solidFill>
                <a:latin typeface="Atkinson Hyperlegible"/>
                <a:ea typeface="Atkinson Hyperlegible"/>
                <a:cs typeface="Atkinson Hyperlegible"/>
              </a:rPr>
              <a:t>System RMSE (MW)</a:t>
            </a:r>
          </a:p>
        </c:rich>
      </c:tx>
      <c:overlay val="0"/>
      <c:txPr>
        <a:bodyPr xmlns:a="http://schemas.openxmlformats.org/drawingml/2006/main" anchorCtr="1"/>
        <a:lstStyle xmlns:a="http://schemas.openxmlformats.org/drawingml/2006/main"/>
        <a:p xmlns:a="http://schemas.openxmlformats.org/drawingml/2006/main">
          <a:pPr>
            <a:defRPr sz="1650" b="1">
              <a:solidFill>
                <a:srgbClr val="173F43"/>
              </a:solidFill>
              <a:latin typeface="Atkinson Hyperlegible"/>
              <a:ea typeface="Atkinson Hyperlegible"/>
              <a:cs typeface="Atkinson Hyperlegible"/>
            </a:defRPr>
          </a:pPr>
        </a:p>
      </c:txPr>
    </c:title>
    <c:plotArea>
      <c:barChart>
        <c:barDir val="col"/>
        <c:grouping val="clustered"/>
        <c:varyColors val="0"/>
        <c:ser>
          <c:idx val="0"/>
          <c:order val="0"/>
          <c:tx>
            <c:v>System RMSE (MW)</c:v>
          </c:tx>
          <c:invertIfNegative val="0"/>
          <c:dPt>
            <c:idx val="0"/>
            <c:invertIfNegative val="0"/>
            <c:spPr>
              <a:solidFill xmlns:a="http://schemas.openxmlformats.org/drawingml/2006/main">
                <a:srgbClr val="718789"/>
              </a:solidFill>
            </c:spPr>
          </c:dPt>
          <c:dPt>
            <c:idx val="1"/>
            <c:invertIfNegative val="0"/>
            <c:spPr>
              <a:solidFill xmlns:a="http://schemas.openxmlformats.org/drawingml/2006/main">
                <a:srgbClr val="E77D60"/>
              </a:solidFill>
            </c:spPr>
          </c:dPt>
          <c:dPt>
            <c:idx val="2"/>
            <c:invertIfNegative val="0"/>
            <c:spPr>
              <a:solidFill xmlns:a="http://schemas.openxmlformats.org/drawingml/2006/main">
                <a:srgbClr val="137B73"/>
              </a:solidFill>
            </c:spPr>
          </c:dPt>
          <c:cat>
            <c:strRef>
              <c:f>'Chart Data'!$A$2:$A$4</c:f>
              <c:strCache>
                <c:ptCount val="3"/>
                <c:pt idx="0">
                  <c:v>3h mean</c:v>
                </c:pt>
                <c:pt idx="1">
                  <c:v>Persist.</c:v>
                </c:pt>
                <c:pt idx="2">
                  <c:v>Ridge</c:v>
                </c:pt>
              </c:strCache>
            </c:strRef>
          </c:cat>
          <c:val>
            <c:numRef>
              <c:f>'Chart Data'!$B$2:$B$4</c:f>
              <c:numCache>
                <c:formatCode>0.0</c:formatCode>
                <c:ptCount val="3"/>
                <c:pt idx="0">
                  <c:v>49.9758893027272</c:v>
                </c:pt>
                <c:pt idx="1">
                  <c:v>28.59171742631</c:v>
                </c:pt>
                <c:pt idx="2">
                  <c:v>11.9241532698159</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275">
                  <a:solidFill>
                    <a:srgbClr val="173F43"/>
                  </a:solidFill>
                  <a:latin typeface="Atkinson Hyperlegible"/>
                  <a:ea typeface="Atkinson Hyperlegible"/>
                  <a:cs typeface="Atkinson Hyperlegible"/>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5DF"/>
            </a:solidFill>
          </a:ln>
        </c:spPr>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crossAx val="48672768"/>
      </c:catAx>
      <c:valAx>
        <c:axId val="48672768"/>
        <c:scaling>
          <c:orientation val="minMax"/>
          <c:max val="60"/>
          <c:min val="0"/>
        </c:scaling>
        <c:delete val="0"/>
        <c:axPos val="l"/>
        <c:majorGridlines>
          <c:spPr>
            <a:ln xmlns:a="http://schemas.openxmlformats.org/drawingml/2006/main" w="6668">
              <a:solidFill>
                <a:srgbClr val="D8E5DF"/>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8787A"/>
                </a:solidFill>
                <a:latin typeface="Atkinson Hyperlegible"/>
                <a:ea typeface="Atkinson Hyperlegible"/>
                <a:cs typeface="Atkinson Hyperlegible"/>
              </a:defRPr>
            </a:pPr>
          </a:p>
        </c:txPr>
        <c:crossAx val="48650112"/>
        <c:crossBetween val="between"/>
      </c:valAx>
      <c:spPr>
        <a:solidFill xmlns:a="http://schemas.openxmlformats.org/drawingml/2006/main">
          <a:srgbClr val="F5F8F5"/>
        </a:solidFill>
        <a:ln xmlns:a="http://schemas.openxmlformats.org/drawingml/2006/main" w="0">
          <a:noFill/>
        </a:ln>
      </c:spPr>
    </c:plotArea>
    <c:plotVisOnly val="1"/>
  </c:chart>
  <c:spPr>
    <a:solidFill xmlns:a="http://schemas.openxmlformats.org/drawingml/2006/main">
      <a:srgbClr val="F5F8F5"/>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E4110697-8BC7-436A-9B54-A065F7D8254F}"/>
              </a:ext>
            </a:extLst>
          </p:cNvPr>
          <p:cNvPicPr>
            <a:picLocks xmlns:a="http://schemas.openxmlformats.org/drawingml/2006/main" noChangeAspect="1"/>
          </p:cNvPicPr>
          <p:nvPr/>
        </p:nvPicPr>
        <p:blipFill>
          <a:blip xmlns:r="http://schemas.openxmlformats.org/officeDocument/2006/relationships" xmlns:a="http://schemas.openxmlformats.org/drawingml/2006/main" r:embed="R5b1b5eea9c9247db"/>
          <a:stretch xmlns:a="http://schemas.openxmlformats.org/drawingml/2006/main"/>
        </p:blipFill>
        <p:spPr>
          <a:xfrm xmlns:a="http://schemas.openxmlformats.org/drawingml/2006/main">
            <a:off x="2286000" y="706"/>
            <a:ext cx="7620000" cy="1636889"/>
          </a:xfrm>
          <a:prstGeom xmlns:a="http://schemas.openxmlformats.org/drawingml/2006/main" prst="rect">
            <a:avLst/>
          </a:prstGeom>
        </p:spPr>
      </p:pic>
      <p:sp>
        <p:nvSpPr>
          <p:cNvPr id="2" name="shape-1">
            <a:extLst xmlns:a="http://schemas.openxmlformats.org/drawingml/2006/main">
              <a:ext uri="{FF2B5EF4-FFF2-40B4-BE49-F238E27FC236}">
                <a16:creationId xmlns:a16="http://schemas.microsoft.com/office/drawing/2014/main" id="{5D946BDC-420A-4788-AA25-379CC621BF42}"/>
              </a:ext>
            </a:extLst>
          </p:cNvPr>
          <p:cNvSpPr>
            <a:spLocks xmlns:a="http://schemas.openxmlformats.org/drawingml/2006/main" noGrp="1"/>
          </p:cNvSpPr>
          <p:nvPr/>
        </p:nvSpPr>
        <p:spPr>
          <a:xfrm xmlns:a="http://schemas.openxmlformats.org/drawingml/2006/main">
            <a:off x="762000" y="15716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173F43"/>
                </a:solidFill>
                <a:latin typeface="Atkinson Hyperlegible"/>
                <a:ea typeface="Atkinson Hyperlegible"/>
                <a:cs typeface="Atkinson Hyperlegible"/>
              </a:defRPr>
            </a:defPPr>
            <a:lvl1pPr algn="ctr">
              <a:defRPr sz="1950" b="1">
                <a:solidFill>
                  <a:srgbClr val="173F43"/>
                </a:solidFill>
                <a:latin typeface="Atkinson Hyperlegible"/>
                <a:ea typeface="Atkinson Hyperlegible"/>
                <a:cs typeface="Atkinson Hyperlegible"/>
              </a:defRPr>
            </a:lvl1pPr>
            <a:lvl2pPr algn="ctr">
              <a:defRPr sz="1950" b="1">
                <a:solidFill>
                  <a:srgbClr val="173F43"/>
                </a:solidFill>
                <a:latin typeface="Atkinson Hyperlegible"/>
                <a:ea typeface="Atkinson Hyperlegible"/>
                <a:cs typeface="Atkinson Hyperlegible"/>
              </a:defRPr>
            </a:lvl2pPr>
            <a:lvl3pPr algn="ctr">
              <a:defRPr sz="1950" b="1">
                <a:solidFill>
                  <a:srgbClr val="173F43"/>
                </a:solidFill>
                <a:latin typeface="Atkinson Hyperlegible"/>
                <a:ea typeface="Atkinson Hyperlegible"/>
                <a:cs typeface="Atkinson Hyperlegible"/>
              </a:defRPr>
            </a:lvl3pPr>
            <a:lvl4pPr algn="ctr">
              <a:defRPr sz="1950" b="1">
                <a:solidFill>
                  <a:srgbClr val="173F43"/>
                </a:solidFill>
                <a:latin typeface="Atkinson Hyperlegible"/>
                <a:ea typeface="Atkinson Hyperlegible"/>
                <a:cs typeface="Atkinson Hyperlegible"/>
              </a:defRPr>
            </a:lvl4pPr>
            <a:lvl5pPr algn="ctr">
              <a:defRPr sz="1950" b="1">
                <a:solidFill>
                  <a:srgbClr val="173F43"/>
                </a:solidFill>
                <a:latin typeface="Atkinson Hyperlegible"/>
                <a:ea typeface="Atkinson Hyperlegible"/>
                <a:cs typeface="Atkinson Hyperlegible"/>
              </a:defRPr>
            </a:lvl5pPr>
            <a:lvl6pPr algn="ctr">
              <a:defRPr sz="1950" b="1">
                <a:solidFill>
                  <a:srgbClr val="173F43"/>
                </a:solidFill>
                <a:latin typeface="Atkinson Hyperlegible"/>
                <a:ea typeface="Atkinson Hyperlegible"/>
                <a:cs typeface="Atkinson Hyperlegible"/>
              </a:defRPr>
            </a:lvl6pPr>
            <a:lvl7pPr algn="ctr">
              <a:defRPr sz="1950" b="1">
                <a:solidFill>
                  <a:srgbClr val="173F43"/>
                </a:solidFill>
                <a:latin typeface="Atkinson Hyperlegible"/>
                <a:ea typeface="Atkinson Hyperlegible"/>
                <a:cs typeface="Atkinson Hyperlegible"/>
              </a:defRPr>
            </a:lvl7pPr>
            <a:lvl8pPr algn="ctr">
              <a:defRPr sz="1950" b="1">
                <a:solidFill>
                  <a:srgbClr val="173F43"/>
                </a:solidFill>
                <a:latin typeface="Atkinson Hyperlegible"/>
                <a:ea typeface="Atkinson Hyperlegible"/>
                <a:cs typeface="Atkinson Hyperlegible"/>
              </a:defRPr>
            </a:lvl8pPr>
            <a:lvl9pPr algn="ctr">
              <a:defRPr sz="1950" b="1">
                <a:solidFill>
                  <a:srgbClr val="173F43"/>
                </a:solidFill>
                <a:latin typeface="Atkinson Hyperlegible"/>
                <a:ea typeface="Atkinson Hyperlegible"/>
                <a:cs typeface="Atkinson Hyperlegible"/>
              </a:defRPr>
            </a:lvl9pPr>
          </a:lstStyle>
          <a:p xmlns:a="http://schemas.openxmlformats.org/drawingml/2006/main">
            <a:pPr algn="ctr">
              <a:defRPr sz="1950" b="1">
                <a:solidFill>
                  <a:srgbClr val="173F43"/>
                </a:solidFill>
                <a:latin typeface="Atkinson Hyperlegible"/>
                <a:ea typeface="Atkinson Hyperlegible"/>
                <a:cs typeface="Atkinson Hyperlegible"/>
              </a:defRPr>
            </a:pPr>
            <a:r>
              <a:rPr sz="1950" b="1">
                <a:solidFill>
                  <a:srgbClr val="173F43"/>
                </a:solidFill>
                <a:latin typeface="Atkinson Hyperlegible"/>
                <a:ea typeface="Atkinson Hyperlegible"/>
                <a:cs typeface="Atkinson Hyperlegible"/>
              </a:rPr>
              <a:t>University of Khartoum</a:t>
            </a:r>
          </a:p>
        </p:txBody>
      </p:sp>
      <p:sp>
        <p:nvSpPr>
          <p:cNvPr id="3" name="shape-2">
            <a:extLst xmlns:a="http://schemas.openxmlformats.org/drawingml/2006/main">
              <a:ext uri="{FF2B5EF4-FFF2-40B4-BE49-F238E27FC236}">
                <a16:creationId xmlns:a16="http://schemas.microsoft.com/office/drawing/2014/main" id="{DF63AF76-4B4A-41C7-B744-8896AEC64861}"/>
              </a:ext>
            </a:extLst>
          </p:cNvPr>
          <p:cNvSpPr>
            <a:spLocks xmlns:a="http://schemas.openxmlformats.org/drawingml/2006/main" noGrp="1"/>
          </p:cNvSpPr>
          <p:nvPr/>
        </p:nvSpPr>
        <p:spPr>
          <a:xfrm xmlns:a="http://schemas.openxmlformats.org/drawingml/2006/main">
            <a:off x="762000" y="19526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0">
                <a:solidFill>
                  <a:srgbClr val="173F43"/>
                </a:solidFill>
                <a:latin typeface="Atkinson Hyperlegible"/>
                <a:ea typeface="Atkinson Hyperlegible"/>
                <a:cs typeface="Atkinson Hyperlegible"/>
              </a:defRPr>
            </a:defPPr>
            <a:lvl1pPr algn="ctr">
              <a:defRPr sz="1650" b="0">
                <a:solidFill>
                  <a:srgbClr val="173F43"/>
                </a:solidFill>
                <a:latin typeface="Atkinson Hyperlegible"/>
                <a:ea typeface="Atkinson Hyperlegible"/>
                <a:cs typeface="Atkinson Hyperlegible"/>
              </a:defRPr>
            </a:lvl1pPr>
            <a:lvl2pPr algn="ctr">
              <a:defRPr sz="1650" b="0">
                <a:solidFill>
                  <a:srgbClr val="173F43"/>
                </a:solidFill>
                <a:latin typeface="Atkinson Hyperlegible"/>
                <a:ea typeface="Atkinson Hyperlegible"/>
                <a:cs typeface="Atkinson Hyperlegible"/>
              </a:defRPr>
            </a:lvl2pPr>
            <a:lvl3pPr algn="ctr">
              <a:defRPr sz="1650" b="0">
                <a:solidFill>
                  <a:srgbClr val="173F43"/>
                </a:solidFill>
                <a:latin typeface="Atkinson Hyperlegible"/>
                <a:ea typeface="Atkinson Hyperlegible"/>
                <a:cs typeface="Atkinson Hyperlegible"/>
              </a:defRPr>
            </a:lvl3pPr>
            <a:lvl4pPr algn="ctr">
              <a:defRPr sz="1650" b="0">
                <a:solidFill>
                  <a:srgbClr val="173F43"/>
                </a:solidFill>
                <a:latin typeface="Atkinson Hyperlegible"/>
                <a:ea typeface="Atkinson Hyperlegible"/>
                <a:cs typeface="Atkinson Hyperlegible"/>
              </a:defRPr>
            </a:lvl4pPr>
            <a:lvl5pPr algn="ctr">
              <a:defRPr sz="1650" b="0">
                <a:solidFill>
                  <a:srgbClr val="173F43"/>
                </a:solidFill>
                <a:latin typeface="Atkinson Hyperlegible"/>
                <a:ea typeface="Atkinson Hyperlegible"/>
                <a:cs typeface="Atkinson Hyperlegible"/>
              </a:defRPr>
            </a:lvl5pPr>
            <a:lvl6pPr algn="ctr">
              <a:defRPr sz="1650" b="0">
                <a:solidFill>
                  <a:srgbClr val="173F43"/>
                </a:solidFill>
                <a:latin typeface="Atkinson Hyperlegible"/>
                <a:ea typeface="Atkinson Hyperlegible"/>
                <a:cs typeface="Atkinson Hyperlegible"/>
              </a:defRPr>
            </a:lvl6pPr>
            <a:lvl7pPr algn="ctr">
              <a:defRPr sz="1650" b="0">
                <a:solidFill>
                  <a:srgbClr val="173F43"/>
                </a:solidFill>
                <a:latin typeface="Atkinson Hyperlegible"/>
                <a:ea typeface="Atkinson Hyperlegible"/>
                <a:cs typeface="Atkinson Hyperlegible"/>
              </a:defRPr>
            </a:lvl7pPr>
            <a:lvl8pPr algn="ctr">
              <a:defRPr sz="1650" b="0">
                <a:solidFill>
                  <a:srgbClr val="173F43"/>
                </a:solidFill>
                <a:latin typeface="Atkinson Hyperlegible"/>
                <a:ea typeface="Atkinson Hyperlegible"/>
                <a:cs typeface="Atkinson Hyperlegible"/>
              </a:defRPr>
            </a:lvl8pPr>
            <a:lvl9pPr algn="ctr">
              <a:defRPr sz="1650" b="0">
                <a:solidFill>
                  <a:srgbClr val="173F43"/>
                </a:solidFill>
                <a:latin typeface="Atkinson Hyperlegible"/>
                <a:ea typeface="Atkinson Hyperlegible"/>
                <a:cs typeface="Atkinson Hyperlegible"/>
              </a:defRPr>
            </a:lvl9pPr>
          </a:lstStyle>
          <a:p xmlns:a="http://schemas.openxmlformats.org/drawingml/2006/main">
            <a:pPr algn="ctr">
              <a:defRPr sz="1650" b="0">
                <a:solidFill>
                  <a:srgbClr val="173F43"/>
                </a:solidFill>
                <a:latin typeface="Atkinson Hyperlegible"/>
                <a:ea typeface="Atkinson Hyperlegible"/>
                <a:cs typeface="Atkinson Hyperlegible"/>
              </a:defRPr>
            </a:pPr>
            <a:r>
              <a:rPr sz="1650" b="0">
                <a:solidFill>
                  <a:srgbClr val="173F43"/>
                </a:solidFill>
                <a:latin typeface="Atkinson Hyperlegible"/>
                <a:ea typeface="Atkinson Hyperlegible"/>
                <a:cs typeface="Atkinson Hyperlegible"/>
              </a:rPr>
              <a:t>Faculty of Mathematical Sciences and Informatics</a:t>
            </a:r>
          </a:p>
        </p:txBody>
      </p:sp>
      <p:sp>
        <p:nvSpPr>
          <p:cNvPr id="4" name="shape-3">
            <a:extLst xmlns:a="http://schemas.openxmlformats.org/drawingml/2006/main">
              <a:ext uri="{FF2B5EF4-FFF2-40B4-BE49-F238E27FC236}">
                <a16:creationId xmlns:a16="http://schemas.microsoft.com/office/drawing/2014/main" id="{3A26CB2D-A743-41AD-A81C-3BB7E95E4E59}"/>
              </a:ext>
            </a:extLst>
          </p:cNvPr>
          <p:cNvSpPr>
            <a:spLocks xmlns:a="http://schemas.openxmlformats.org/drawingml/2006/main" noGrp="1"/>
          </p:cNvSpPr>
          <p:nvPr/>
        </p:nvSpPr>
        <p:spPr>
          <a:xfrm xmlns:a="http://schemas.openxmlformats.org/drawingml/2006/main">
            <a:off x="762000" y="24003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137B73"/>
                </a:solidFill>
                <a:latin typeface="Atkinson Hyperlegible"/>
                <a:ea typeface="Atkinson Hyperlegible"/>
                <a:cs typeface="Atkinson Hyperlegible"/>
              </a:defRPr>
            </a:defPPr>
            <a:lvl1pPr algn="ctr">
              <a:defRPr sz="1725" b="1">
                <a:solidFill>
                  <a:srgbClr val="137B73"/>
                </a:solidFill>
                <a:latin typeface="Atkinson Hyperlegible"/>
                <a:ea typeface="Atkinson Hyperlegible"/>
                <a:cs typeface="Atkinson Hyperlegible"/>
              </a:defRPr>
            </a:lvl1pPr>
            <a:lvl2pPr algn="ctr">
              <a:defRPr sz="1725" b="1">
                <a:solidFill>
                  <a:srgbClr val="137B73"/>
                </a:solidFill>
                <a:latin typeface="Atkinson Hyperlegible"/>
                <a:ea typeface="Atkinson Hyperlegible"/>
                <a:cs typeface="Atkinson Hyperlegible"/>
              </a:defRPr>
            </a:lvl2pPr>
            <a:lvl3pPr algn="ctr">
              <a:defRPr sz="1725" b="1">
                <a:solidFill>
                  <a:srgbClr val="137B73"/>
                </a:solidFill>
                <a:latin typeface="Atkinson Hyperlegible"/>
                <a:ea typeface="Atkinson Hyperlegible"/>
                <a:cs typeface="Atkinson Hyperlegible"/>
              </a:defRPr>
            </a:lvl3pPr>
            <a:lvl4pPr algn="ctr">
              <a:defRPr sz="1725" b="1">
                <a:solidFill>
                  <a:srgbClr val="137B73"/>
                </a:solidFill>
                <a:latin typeface="Atkinson Hyperlegible"/>
                <a:ea typeface="Atkinson Hyperlegible"/>
                <a:cs typeface="Atkinson Hyperlegible"/>
              </a:defRPr>
            </a:lvl4pPr>
            <a:lvl5pPr algn="ctr">
              <a:defRPr sz="1725" b="1">
                <a:solidFill>
                  <a:srgbClr val="137B73"/>
                </a:solidFill>
                <a:latin typeface="Atkinson Hyperlegible"/>
                <a:ea typeface="Atkinson Hyperlegible"/>
                <a:cs typeface="Atkinson Hyperlegible"/>
              </a:defRPr>
            </a:lvl5pPr>
            <a:lvl6pPr algn="ctr">
              <a:defRPr sz="1725" b="1">
                <a:solidFill>
                  <a:srgbClr val="137B73"/>
                </a:solidFill>
                <a:latin typeface="Atkinson Hyperlegible"/>
                <a:ea typeface="Atkinson Hyperlegible"/>
                <a:cs typeface="Atkinson Hyperlegible"/>
              </a:defRPr>
            </a:lvl6pPr>
            <a:lvl7pPr algn="ctr">
              <a:defRPr sz="1725" b="1">
                <a:solidFill>
                  <a:srgbClr val="137B73"/>
                </a:solidFill>
                <a:latin typeface="Atkinson Hyperlegible"/>
                <a:ea typeface="Atkinson Hyperlegible"/>
                <a:cs typeface="Atkinson Hyperlegible"/>
              </a:defRPr>
            </a:lvl7pPr>
            <a:lvl8pPr algn="ctr">
              <a:defRPr sz="1725" b="1">
                <a:solidFill>
                  <a:srgbClr val="137B73"/>
                </a:solidFill>
                <a:latin typeface="Atkinson Hyperlegible"/>
                <a:ea typeface="Atkinson Hyperlegible"/>
                <a:cs typeface="Atkinson Hyperlegible"/>
              </a:defRPr>
            </a:lvl8pPr>
            <a:lvl9pPr algn="ctr">
              <a:defRPr sz="1725" b="1">
                <a:solidFill>
                  <a:srgbClr val="137B73"/>
                </a:solidFill>
                <a:latin typeface="Atkinson Hyperlegible"/>
                <a:ea typeface="Atkinson Hyperlegible"/>
                <a:cs typeface="Atkinson Hyperlegible"/>
              </a:defRPr>
            </a:lvl9pPr>
          </a:lstStyle>
          <a:p xmlns:a="http://schemas.openxmlformats.org/drawingml/2006/main">
            <a:pPr algn="ctr">
              <a:defRPr sz="1725" b="1">
                <a:solidFill>
                  <a:srgbClr val="137B73"/>
                </a:solidFill>
                <a:latin typeface="Atkinson Hyperlegible"/>
                <a:ea typeface="Atkinson Hyperlegible"/>
                <a:cs typeface="Atkinson Hyperlegible"/>
              </a:defRPr>
            </a:pPr>
            <a:r>
              <a:rPr sz="1725" b="1">
                <a:solidFill>
                  <a:srgbClr val="137B73"/>
                </a:solidFill>
                <a:latin typeface="Atkinson Hyperlegible"/>
                <a:ea typeface="Atkinson Hyperlegible"/>
                <a:cs typeface="Atkinson Hyperlegible"/>
              </a:rPr>
              <a:t>GridGuard Khartoum</a:t>
            </a:r>
          </a:p>
        </p:txBody>
      </p:sp>
      <p:sp>
        <p:nvSpPr>
          <p:cNvPr id="5" name="shape-4">
            <a:extLst xmlns:a="http://schemas.openxmlformats.org/drawingml/2006/main">
              <a:ext uri="{FF2B5EF4-FFF2-40B4-BE49-F238E27FC236}">
                <a16:creationId xmlns:a16="http://schemas.microsoft.com/office/drawing/2014/main" id="{8F9DC35A-AB13-423B-B102-B8A20CEFD843}"/>
              </a:ext>
            </a:extLst>
          </p:cNvPr>
          <p:cNvSpPr>
            <a:spLocks xmlns:a="http://schemas.openxmlformats.org/drawingml/2006/main" noGrp="1"/>
          </p:cNvSpPr>
          <p:nvPr/>
        </p:nvSpPr>
        <p:spPr>
          <a:xfrm xmlns:a="http://schemas.openxmlformats.org/drawingml/2006/main">
            <a:off x="762000" y="278130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700" b="1">
                <a:solidFill>
                  <a:srgbClr val="173F43"/>
                </a:solidFill>
                <a:latin typeface="Atkinson Hyperlegible"/>
                <a:ea typeface="Atkinson Hyperlegible"/>
                <a:cs typeface="Atkinson Hyperlegible"/>
              </a:defRPr>
            </a:defPPr>
            <a:lvl1pPr algn="ctr">
              <a:defRPr sz="2700" b="1">
                <a:solidFill>
                  <a:srgbClr val="173F43"/>
                </a:solidFill>
                <a:latin typeface="Atkinson Hyperlegible"/>
                <a:ea typeface="Atkinson Hyperlegible"/>
                <a:cs typeface="Atkinson Hyperlegible"/>
              </a:defRPr>
            </a:lvl1pPr>
            <a:lvl2pPr algn="ctr">
              <a:defRPr sz="2700" b="1">
                <a:solidFill>
                  <a:srgbClr val="173F43"/>
                </a:solidFill>
                <a:latin typeface="Atkinson Hyperlegible"/>
                <a:ea typeface="Atkinson Hyperlegible"/>
                <a:cs typeface="Atkinson Hyperlegible"/>
              </a:defRPr>
            </a:lvl2pPr>
            <a:lvl3pPr algn="ctr">
              <a:defRPr sz="2700" b="1">
                <a:solidFill>
                  <a:srgbClr val="173F43"/>
                </a:solidFill>
                <a:latin typeface="Atkinson Hyperlegible"/>
                <a:ea typeface="Atkinson Hyperlegible"/>
                <a:cs typeface="Atkinson Hyperlegible"/>
              </a:defRPr>
            </a:lvl3pPr>
            <a:lvl4pPr algn="ctr">
              <a:defRPr sz="2700" b="1">
                <a:solidFill>
                  <a:srgbClr val="173F43"/>
                </a:solidFill>
                <a:latin typeface="Atkinson Hyperlegible"/>
                <a:ea typeface="Atkinson Hyperlegible"/>
                <a:cs typeface="Atkinson Hyperlegible"/>
              </a:defRPr>
            </a:lvl4pPr>
            <a:lvl5pPr algn="ctr">
              <a:defRPr sz="2700" b="1">
                <a:solidFill>
                  <a:srgbClr val="173F43"/>
                </a:solidFill>
                <a:latin typeface="Atkinson Hyperlegible"/>
                <a:ea typeface="Atkinson Hyperlegible"/>
                <a:cs typeface="Atkinson Hyperlegible"/>
              </a:defRPr>
            </a:lvl5pPr>
            <a:lvl6pPr algn="ctr">
              <a:defRPr sz="2700" b="1">
                <a:solidFill>
                  <a:srgbClr val="173F43"/>
                </a:solidFill>
                <a:latin typeface="Atkinson Hyperlegible"/>
                <a:ea typeface="Atkinson Hyperlegible"/>
                <a:cs typeface="Atkinson Hyperlegible"/>
              </a:defRPr>
            </a:lvl6pPr>
            <a:lvl7pPr algn="ctr">
              <a:defRPr sz="2700" b="1">
                <a:solidFill>
                  <a:srgbClr val="173F43"/>
                </a:solidFill>
                <a:latin typeface="Atkinson Hyperlegible"/>
                <a:ea typeface="Atkinson Hyperlegible"/>
                <a:cs typeface="Atkinson Hyperlegible"/>
              </a:defRPr>
            </a:lvl7pPr>
            <a:lvl8pPr algn="ctr">
              <a:defRPr sz="2700" b="1">
                <a:solidFill>
                  <a:srgbClr val="173F43"/>
                </a:solidFill>
                <a:latin typeface="Atkinson Hyperlegible"/>
                <a:ea typeface="Atkinson Hyperlegible"/>
                <a:cs typeface="Atkinson Hyperlegible"/>
              </a:defRPr>
            </a:lvl8pPr>
            <a:lvl9pPr algn="ctr">
              <a:defRPr sz="2700" b="1">
                <a:solidFill>
                  <a:srgbClr val="173F43"/>
                </a:solidFill>
                <a:latin typeface="Atkinson Hyperlegible"/>
                <a:ea typeface="Atkinson Hyperlegible"/>
                <a:cs typeface="Atkinson Hyperlegible"/>
              </a:defRPr>
            </a:lvl9pPr>
          </a:lstStyle>
          <a:p xmlns:a="http://schemas.openxmlformats.org/drawingml/2006/main">
            <a:pPr algn="ctr">
              <a:defRPr sz="2700" b="1">
                <a:solidFill>
                  <a:srgbClr val="173F43"/>
                </a:solidFill>
                <a:latin typeface="Atkinson Hyperlegible"/>
                <a:ea typeface="Atkinson Hyperlegible"/>
                <a:cs typeface="Atkinson Hyperlegible"/>
              </a:defRPr>
            </a:pPr>
            <a:r>
              <a:rPr sz="2700" b="1">
                <a:solidFill>
                  <a:srgbClr val="173F43"/>
                </a:solidFill>
                <a:latin typeface="Atkinson Hyperlegible"/>
                <a:ea typeface="Atkinson Hyperlegible"/>
                <a:cs typeface="Atkinson Hyperlegible"/>
              </a:rPr>
              <a:t>AI-Based Smart Load Shedding and Energy Management System for Developing Countries</a:t>
            </a:r>
          </a:p>
        </p:txBody>
      </p:sp>
      <p:sp>
        <p:nvSpPr>
          <p:cNvPr id="6" name="shape-5">
            <a:extLst xmlns:a="http://schemas.openxmlformats.org/drawingml/2006/main">
              <a:ext uri="{FF2B5EF4-FFF2-40B4-BE49-F238E27FC236}">
                <a16:creationId xmlns:a16="http://schemas.microsoft.com/office/drawing/2014/main" id="{BEF89A39-B4EA-4C8D-9FD8-E533C74DE83C}"/>
              </a:ext>
            </a:extLst>
          </p:cNvPr>
          <p:cNvSpPr>
            <a:spLocks xmlns:a="http://schemas.openxmlformats.org/drawingml/2006/main" noGrp="1"/>
          </p:cNvSpPr>
          <p:nvPr/>
        </p:nvSpPr>
        <p:spPr>
          <a:xfrm xmlns:a="http://schemas.openxmlformats.org/drawingml/2006/main">
            <a:off x="762000" y="38290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0">
                <a:solidFill>
                  <a:srgbClr val="173F43"/>
                </a:solidFill>
                <a:latin typeface="Atkinson Hyperlegible"/>
                <a:ea typeface="Atkinson Hyperlegible"/>
                <a:cs typeface="Atkinson Hyperlegible"/>
              </a:defRPr>
            </a:defPPr>
            <a:lvl1pPr algn="ctr">
              <a:defRPr sz="1650" b="0">
                <a:solidFill>
                  <a:srgbClr val="173F43"/>
                </a:solidFill>
                <a:latin typeface="Atkinson Hyperlegible"/>
                <a:ea typeface="Atkinson Hyperlegible"/>
                <a:cs typeface="Atkinson Hyperlegible"/>
              </a:defRPr>
            </a:lvl1pPr>
            <a:lvl2pPr algn="ctr">
              <a:defRPr sz="1650" b="0">
                <a:solidFill>
                  <a:srgbClr val="173F43"/>
                </a:solidFill>
                <a:latin typeface="Atkinson Hyperlegible"/>
                <a:ea typeface="Atkinson Hyperlegible"/>
                <a:cs typeface="Atkinson Hyperlegible"/>
              </a:defRPr>
            </a:lvl2pPr>
            <a:lvl3pPr algn="ctr">
              <a:defRPr sz="1650" b="0">
                <a:solidFill>
                  <a:srgbClr val="173F43"/>
                </a:solidFill>
                <a:latin typeface="Atkinson Hyperlegible"/>
                <a:ea typeface="Atkinson Hyperlegible"/>
                <a:cs typeface="Atkinson Hyperlegible"/>
              </a:defRPr>
            </a:lvl3pPr>
            <a:lvl4pPr algn="ctr">
              <a:defRPr sz="1650" b="0">
                <a:solidFill>
                  <a:srgbClr val="173F43"/>
                </a:solidFill>
                <a:latin typeface="Atkinson Hyperlegible"/>
                <a:ea typeface="Atkinson Hyperlegible"/>
                <a:cs typeface="Atkinson Hyperlegible"/>
              </a:defRPr>
            </a:lvl4pPr>
            <a:lvl5pPr algn="ctr">
              <a:defRPr sz="1650" b="0">
                <a:solidFill>
                  <a:srgbClr val="173F43"/>
                </a:solidFill>
                <a:latin typeface="Atkinson Hyperlegible"/>
                <a:ea typeface="Atkinson Hyperlegible"/>
                <a:cs typeface="Atkinson Hyperlegible"/>
              </a:defRPr>
            </a:lvl5pPr>
            <a:lvl6pPr algn="ctr">
              <a:defRPr sz="1650" b="0">
                <a:solidFill>
                  <a:srgbClr val="173F43"/>
                </a:solidFill>
                <a:latin typeface="Atkinson Hyperlegible"/>
                <a:ea typeface="Atkinson Hyperlegible"/>
                <a:cs typeface="Atkinson Hyperlegible"/>
              </a:defRPr>
            </a:lvl6pPr>
            <a:lvl7pPr algn="ctr">
              <a:defRPr sz="1650" b="0">
                <a:solidFill>
                  <a:srgbClr val="173F43"/>
                </a:solidFill>
                <a:latin typeface="Atkinson Hyperlegible"/>
                <a:ea typeface="Atkinson Hyperlegible"/>
                <a:cs typeface="Atkinson Hyperlegible"/>
              </a:defRPr>
            </a:lvl7pPr>
            <a:lvl8pPr algn="ctr">
              <a:defRPr sz="1650" b="0">
                <a:solidFill>
                  <a:srgbClr val="173F43"/>
                </a:solidFill>
                <a:latin typeface="Atkinson Hyperlegible"/>
                <a:ea typeface="Atkinson Hyperlegible"/>
                <a:cs typeface="Atkinson Hyperlegible"/>
              </a:defRPr>
            </a:lvl8pPr>
            <a:lvl9pPr algn="ctr">
              <a:defRPr sz="1650" b="0">
                <a:solidFill>
                  <a:srgbClr val="173F43"/>
                </a:solidFill>
                <a:latin typeface="Atkinson Hyperlegible"/>
                <a:ea typeface="Atkinson Hyperlegible"/>
                <a:cs typeface="Atkinson Hyperlegible"/>
              </a:defRPr>
            </a:lvl9pPr>
          </a:lstStyle>
          <a:p xmlns:a="http://schemas.openxmlformats.org/drawingml/2006/main">
            <a:pPr algn="ctr">
              <a:defRPr sz="1650" b="0">
                <a:solidFill>
                  <a:srgbClr val="173F43"/>
                </a:solidFill>
                <a:latin typeface="Atkinson Hyperlegible"/>
                <a:ea typeface="Atkinson Hyperlegible"/>
                <a:cs typeface="Atkinson Hyperlegible"/>
              </a:defRPr>
            </a:pPr>
            <a:r>
              <a:rPr sz="1650" b="0">
                <a:solidFill>
                  <a:srgbClr val="173F43"/>
                </a:solidFill>
                <a:latin typeface="Atkinson Hyperlegible"/>
                <a:ea typeface="Atkinson Hyperlegible"/>
                <a:cs typeface="Atkinson Hyperlegible"/>
              </a:rPr>
              <a:t>A graduation project presented to the Faculty of Mathematical Sciences and Informatics, University of Khartoum, in partial fulfilment of the requirements for the degree of Bachelor of Computer Science.</a:t>
            </a:r>
          </a:p>
        </p:txBody>
      </p:sp>
      <p:sp>
        <p:nvSpPr>
          <p:cNvPr id="7" name="shape-6">
            <a:extLst xmlns:a="http://schemas.openxmlformats.org/drawingml/2006/main">
              <a:ext uri="{FF2B5EF4-FFF2-40B4-BE49-F238E27FC236}">
                <a16:creationId xmlns:a16="http://schemas.microsoft.com/office/drawing/2014/main" id="{1682D6E4-43FA-42CC-B9C5-93E6E45BFCDD}"/>
              </a:ext>
            </a:extLst>
          </p:cNvPr>
          <p:cNvSpPr>
            <a:spLocks xmlns:a="http://schemas.openxmlformats.org/drawingml/2006/main" noGrp="1"/>
          </p:cNvSpPr>
          <p:nvPr/>
        </p:nvSpPr>
        <p:spPr>
          <a:xfrm xmlns:a="http://schemas.openxmlformats.org/drawingml/2006/main">
            <a:off x="762000" y="4686300"/>
            <a:ext cx="10668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173F43"/>
                </a:solidFill>
                <a:latin typeface="Atkinson Hyperlegible"/>
                <a:ea typeface="Atkinson Hyperlegible"/>
                <a:cs typeface="Atkinson Hyperlegible"/>
              </a:defRPr>
            </a:defPPr>
            <a:lvl1pPr algn="ctr">
              <a:defRPr sz="1725" b="0">
                <a:solidFill>
                  <a:srgbClr val="173F43"/>
                </a:solidFill>
                <a:latin typeface="Atkinson Hyperlegible"/>
                <a:ea typeface="Atkinson Hyperlegible"/>
                <a:cs typeface="Atkinson Hyperlegible"/>
              </a:defRPr>
            </a:lvl1pPr>
            <a:lvl2pPr algn="ctr">
              <a:defRPr sz="1725" b="0">
                <a:solidFill>
                  <a:srgbClr val="173F43"/>
                </a:solidFill>
                <a:latin typeface="Atkinson Hyperlegible"/>
                <a:ea typeface="Atkinson Hyperlegible"/>
                <a:cs typeface="Atkinson Hyperlegible"/>
              </a:defRPr>
            </a:lvl2pPr>
            <a:lvl3pPr algn="ctr">
              <a:defRPr sz="1725" b="0">
                <a:solidFill>
                  <a:srgbClr val="173F43"/>
                </a:solidFill>
                <a:latin typeface="Atkinson Hyperlegible"/>
                <a:ea typeface="Atkinson Hyperlegible"/>
                <a:cs typeface="Atkinson Hyperlegible"/>
              </a:defRPr>
            </a:lvl3pPr>
            <a:lvl4pPr algn="ctr">
              <a:defRPr sz="1725" b="0">
                <a:solidFill>
                  <a:srgbClr val="173F43"/>
                </a:solidFill>
                <a:latin typeface="Atkinson Hyperlegible"/>
                <a:ea typeface="Atkinson Hyperlegible"/>
                <a:cs typeface="Atkinson Hyperlegible"/>
              </a:defRPr>
            </a:lvl4pPr>
            <a:lvl5pPr algn="ctr">
              <a:defRPr sz="1725" b="0">
                <a:solidFill>
                  <a:srgbClr val="173F43"/>
                </a:solidFill>
                <a:latin typeface="Atkinson Hyperlegible"/>
                <a:ea typeface="Atkinson Hyperlegible"/>
                <a:cs typeface="Atkinson Hyperlegible"/>
              </a:defRPr>
            </a:lvl5pPr>
            <a:lvl6pPr algn="ctr">
              <a:defRPr sz="1725" b="0">
                <a:solidFill>
                  <a:srgbClr val="173F43"/>
                </a:solidFill>
                <a:latin typeface="Atkinson Hyperlegible"/>
                <a:ea typeface="Atkinson Hyperlegible"/>
                <a:cs typeface="Atkinson Hyperlegible"/>
              </a:defRPr>
            </a:lvl6pPr>
            <a:lvl7pPr algn="ctr">
              <a:defRPr sz="1725" b="0">
                <a:solidFill>
                  <a:srgbClr val="173F43"/>
                </a:solidFill>
                <a:latin typeface="Atkinson Hyperlegible"/>
                <a:ea typeface="Atkinson Hyperlegible"/>
                <a:cs typeface="Atkinson Hyperlegible"/>
              </a:defRPr>
            </a:lvl7pPr>
            <a:lvl8pPr algn="ctr">
              <a:defRPr sz="1725" b="0">
                <a:solidFill>
                  <a:srgbClr val="173F43"/>
                </a:solidFill>
                <a:latin typeface="Atkinson Hyperlegible"/>
                <a:ea typeface="Atkinson Hyperlegible"/>
                <a:cs typeface="Atkinson Hyperlegible"/>
              </a:defRPr>
            </a:lvl8pPr>
            <a:lvl9pPr algn="ctr">
              <a:defRPr sz="1725" b="0">
                <a:solidFill>
                  <a:srgbClr val="173F43"/>
                </a:solidFill>
                <a:latin typeface="Atkinson Hyperlegible"/>
                <a:ea typeface="Atkinson Hyperlegible"/>
                <a:cs typeface="Atkinson Hyperlegible"/>
              </a:defRPr>
            </a:lvl9pPr>
          </a:lstStyle>
          <a:p xmlns:a="http://schemas.openxmlformats.org/drawingml/2006/main">
            <a:pPr algn="ctr">
              <a:defRPr sz="1725" b="0">
                <a:solidFill>
                  <a:srgbClr val="173F43"/>
                </a:solidFill>
                <a:latin typeface="Atkinson Hyperlegible"/>
                <a:ea typeface="Atkinson Hyperlegible"/>
                <a:cs typeface="Atkinson Hyperlegible"/>
              </a:defRPr>
            </a:pPr>
            <a:r>
              <a:rPr sz="1725" b="0">
                <a:solidFill>
                  <a:srgbClr val="173F43"/>
                </a:solidFill>
                <a:latin typeface="Atkinson Hyperlegible"/>
                <a:ea typeface="Atkinson Hyperlegible"/>
                <a:cs typeface="Atkinson Hyperlegible"/>
              </a:rPr>
              <a:t>Murtada Asim Ibrahim Bakhit (18-317)</a:t>
            </a:r>
          </a:p>
          <a:p xmlns:a="http://schemas.openxmlformats.org/drawingml/2006/main">
            <a:pPr algn="ctr">
              <a:defRPr sz="1725" b="0">
                <a:solidFill>
                  <a:srgbClr val="173F43"/>
                </a:solidFill>
                <a:latin typeface="Atkinson Hyperlegible"/>
                <a:ea typeface="Atkinson Hyperlegible"/>
                <a:cs typeface="Atkinson Hyperlegible"/>
              </a:defRPr>
            </a:pPr>
            <a:r>
              <a:rPr sz="1725" b="0">
                <a:solidFill>
                  <a:srgbClr val="173F43"/>
                </a:solidFill>
                <a:latin typeface="Atkinson Hyperlegible"/>
                <a:ea typeface="Atkinson Hyperlegible"/>
                <a:cs typeface="Atkinson Hyperlegible"/>
              </a:rPr>
              <a:t>Suliman Elawad Suliman Babiker (18-310)</a:t>
            </a:r>
          </a:p>
          <a:p xmlns:a="http://schemas.openxmlformats.org/drawingml/2006/main">
            <a:pPr algn="ctr">
              <a:defRPr sz="1725" b="0">
                <a:solidFill>
                  <a:srgbClr val="173F43"/>
                </a:solidFill>
                <a:latin typeface="Atkinson Hyperlegible"/>
                <a:ea typeface="Atkinson Hyperlegible"/>
                <a:cs typeface="Atkinson Hyperlegible"/>
              </a:defRPr>
            </a:pPr>
            <a:r>
              <a:rPr sz="1725" b="0">
                <a:solidFill>
                  <a:srgbClr val="173F43"/>
                </a:solidFill>
                <a:latin typeface="Atkinson Hyperlegible"/>
                <a:ea typeface="Atkinson Hyperlegible"/>
                <a:cs typeface="Atkinson Hyperlegible"/>
              </a:rPr>
              <a:t>Abdalhay Abass Mobarak Abass (15-306)</a:t>
            </a:r>
          </a:p>
        </p:txBody>
      </p:sp>
      <p:sp>
        <p:nvSpPr>
          <p:cNvPr id="8" name="shape-7">
            <a:extLst xmlns:a="http://schemas.openxmlformats.org/drawingml/2006/main">
              <a:ext uri="{FF2B5EF4-FFF2-40B4-BE49-F238E27FC236}">
                <a16:creationId xmlns:a16="http://schemas.microsoft.com/office/drawing/2014/main" id="{B5CA39C8-CC5C-43FD-849D-C32B206A691A}"/>
              </a:ext>
            </a:extLst>
          </p:cNvPr>
          <p:cNvSpPr>
            <a:spLocks xmlns:a="http://schemas.openxmlformats.org/drawingml/2006/main" noGrp="1"/>
          </p:cNvSpPr>
          <p:nvPr/>
        </p:nvSpPr>
        <p:spPr>
          <a:xfrm xmlns:a="http://schemas.openxmlformats.org/drawingml/2006/main">
            <a:off x="762000" y="58102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173F43"/>
                </a:solidFill>
                <a:latin typeface="Atkinson Hyperlegible"/>
                <a:ea typeface="Atkinson Hyperlegible"/>
                <a:cs typeface="Atkinson Hyperlegible"/>
              </a:defRPr>
            </a:defPPr>
            <a:lvl1pPr algn="ctr">
              <a:defRPr sz="1725" b="0">
                <a:solidFill>
                  <a:srgbClr val="173F43"/>
                </a:solidFill>
                <a:latin typeface="Atkinson Hyperlegible"/>
                <a:ea typeface="Atkinson Hyperlegible"/>
                <a:cs typeface="Atkinson Hyperlegible"/>
              </a:defRPr>
            </a:lvl1pPr>
            <a:lvl2pPr algn="ctr">
              <a:defRPr sz="1725" b="0">
                <a:solidFill>
                  <a:srgbClr val="173F43"/>
                </a:solidFill>
                <a:latin typeface="Atkinson Hyperlegible"/>
                <a:ea typeface="Atkinson Hyperlegible"/>
                <a:cs typeface="Atkinson Hyperlegible"/>
              </a:defRPr>
            </a:lvl2pPr>
            <a:lvl3pPr algn="ctr">
              <a:defRPr sz="1725" b="0">
                <a:solidFill>
                  <a:srgbClr val="173F43"/>
                </a:solidFill>
                <a:latin typeface="Atkinson Hyperlegible"/>
                <a:ea typeface="Atkinson Hyperlegible"/>
                <a:cs typeface="Atkinson Hyperlegible"/>
              </a:defRPr>
            </a:lvl3pPr>
            <a:lvl4pPr algn="ctr">
              <a:defRPr sz="1725" b="0">
                <a:solidFill>
                  <a:srgbClr val="173F43"/>
                </a:solidFill>
                <a:latin typeface="Atkinson Hyperlegible"/>
                <a:ea typeface="Atkinson Hyperlegible"/>
                <a:cs typeface="Atkinson Hyperlegible"/>
              </a:defRPr>
            </a:lvl4pPr>
            <a:lvl5pPr algn="ctr">
              <a:defRPr sz="1725" b="0">
                <a:solidFill>
                  <a:srgbClr val="173F43"/>
                </a:solidFill>
                <a:latin typeface="Atkinson Hyperlegible"/>
                <a:ea typeface="Atkinson Hyperlegible"/>
                <a:cs typeface="Atkinson Hyperlegible"/>
              </a:defRPr>
            </a:lvl5pPr>
            <a:lvl6pPr algn="ctr">
              <a:defRPr sz="1725" b="0">
                <a:solidFill>
                  <a:srgbClr val="173F43"/>
                </a:solidFill>
                <a:latin typeface="Atkinson Hyperlegible"/>
                <a:ea typeface="Atkinson Hyperlegible"/>
                <a:cs typeface="Atkinson Hyperlegible"/>
              </a:defRPr>
            </a:lvl6pPr>
            <a:lvl7pPr algn="ctr">
              <a:defRPr sz="1725" b="0">
                <a:solidFill>
                  <a:srgbClr val="173F43"/>
                </a:solidFill>
                <a:latin typeface="Atkinson Hyperlegible"/>
                <a:ea typeface="Atkinson Hyperlegible"/>
                <a:cs typeface="Atkinson Hyperlegible"/>
              </a:defRPr>
            </a:lvl7pPr>
            <a:lvl8pPr algn="ctr">
              <a:defRPr sz="1725" b="0">
                <a:solidFill>
                  <a:srgbClr val="173F43"/>
                </a:solidFill>
                <a:latin typeface="Atkinson Hyperlegible"/>
                <a:ea typeface="Atkinson Hyperlegible"/>
                <a:cs typeface="Atkinson Hyperlegible"/>
              </a:defRPr>
            </a:lvl8pPr>
            <a:lvl9pPr algn="ctr">
              <a:defRPr sz="1725" b="0">
                <a:solidFill>
                  <a:srgbClr val="173F43"/>
                </a:solidFill>
                <a:latin typeface="Atkinson Hyperlegible"/>
                <a:ea typeface="Atkinson Hyperlegible"/>
                <a:cs typeface="Atkinson Hyperlegible"/>
              </a:defRPr>
            </a:lvl9pPr>
          </a:lstStyle>
          <a:p xmlns:a="http://schemas.openxmlformats.org/drawingml/2006/main">
            <a:pPr algn="ctr">
              <a:defRPr sz="1725" b="0">
                <a:solidFill>
                  <a:srgbClr val="173F43"/>
                </a:solidFill>
                <a:latin typeface="Atkinson Hyperlegible"/>
                <a:ea typeface="Atkinson Hyperlegible"/>
                <a:cs typeface="Atkinson Hyperlegible"/>
              </a:defRPr>
            </a:pPr>
            <a:r>
              <a:rPr sz="1725" b="0">
                <a:solidFill>
                  <a:srgbClr val="173F43"/>
                </a:solidFill>
                <a:latin typeface="Atkinson Hyperlegible"/>
                <a:ea typeface="Atkinson Hyperlegible"/>
                <a:cs typeface="Atkinson Hyperlegible"/>
              </a:rPr>
              <a:t>Project Supervisor: Mrs. Abubakr Siraj</a:t>
            </a:r>
          </a:p>
        </p:txBody>
      </p:sp>
      <p:sp>
        <p:nvSpPr>
          <p:cNvPr id="9" name="shape-8">
            <a:extLst xmlns:a="http://schemas.openxmlformats.org/drawingml/2006/main">
              <a:ext uri="{FF2B5EF4-FFF2-40B4-BE49-F238E27FC236}">
                <a16:creationId xmlns:a16="http://schemas.microsoft.com/office/drawing/2014/main" id="{F5E21499-71D4-454F-A4E7-C31521898346}"/>
              </a:ext>
            </a:extLst>
          </p:cNvPr>
          <p:cNvSpPr>
            <a:spLocks xmlns:a="http://schemas.openxmlformats.org/drawingml/2006/main" noGrp="1"/>
          </p:cNvSpPr>
          <p:nvPr/>
        </p:nvSpPr>
        <p:spPr>
          <a:xfrm xmlns:a="http://schemas.openxmlformats.org/drawingml/2006/main">
            <a:off x="762000" y="62960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1">
                <a:solidFill>
                  <a:srgbClr val="173F43"/>
                </a:solidFill>
                <a:latin typeface="Atkinson Hyperlegible"/>
                <a:ea typeface="Atkinson Hyperlegible"/>
                <a:cs typeface="Atkinson Hyperlegible"/>
              </a:defRPr>
            </a:defPPr>
            <a:lvl1pPr algn="ctr">
              <a:defRPr sz="1650" b="1">
                <a:solidFill>
                  <a:srgbClr val="173F43"/>
                </a:solidFill>
                <a:latin typeface="Atkinson Hyperlegible"/>
                <a:ea typeface="Atkinson Hyperlegible"/>
                <a:cs typeface="Atkinson Hyperlegible"/>
              </a:defRPr>
            </a:lvl1pPr>
            <a:lvl2pPr algn="ctr">
              <a:defRPr sz="1650" b="1">
                <a:solidFill>
                  <a:srgbClr val="173F43"/>
                </a:solidFill>
                <a:latin typeface="Atkinson Hyperlegible"/>
                <a:ea typeface="Atkinson Hyperlegible"/>
                <a:cs typeface="Atkinson Hyperlegible"/>
              </a:defRPr>
            </a:lvl2pPr>
            <a:lvl3pPr algn="ctr">
              <a:defRPr sz="1650" b="1">
                <a:solidFill>
                  <a:srgbClr val="173F43"/>
                </a:solidFill>
                <a:latin typeface="Atkinson Hyperlegible"/>
                <a:ea typeface="Atkinson Hyperlegible"/>
                <a:cs typeface="Atkinson Hyperlegible"/>
              </a:defRPr>
            </a:lvl3pPr>
            <a:lvl4pPr algn="ctr">
              <a:defRPr sz="1650" b="1">
                <a:solidFill>
                  <a:srgbClr val="173F43"/>
                </a:solidFill>
                <a:latin typeface="Atkinson Hyperlegible"/>
                <a:ea typeface="Atkinson Hyperlegible"/>
                <a:cs typeface="Atkinson Hyperlegible"/>
              </a:defRPr>
            </a:lvl4pPr>
            <a:lvl5pPr algn="ctr">
              <a:defRPr sz="1650" b="1">
                <a:solidFill>
                  <a:srgbClr val="173F43"/>
                </a:solidFill>
                <a:latin typeface="Atkinson Hyperlegible"/>
                <a:ea typeface="Atkinson Hyperlegible"/>
                <a:cs typeface="Atkinson Hyperlegible"/>
              </a:defRPr>
            </a:lvl5pPr>
            <a:lvl6pPr algn="ctr">
              <a:defRPr sz="1650" b="1">
                <a:solidFill>
                  <a:srgbClr val="173F43"/>
                </a:solidFill>
                <a:latin typeface="Atkinson Hyperlegible"/>
                <a:ea typeface="Atkinson Hyperlegible"/>
                <a:cs typeface="Atkinson Hyperlegible"/>
              </a:defRPr>
            </a:lvl6pPr>
            <a:lvl7pPr algn="ctr">
              <a:defRPr sz="1650" b="1">
                <a:solidFill>
                  <a:srgbClr val="173F43"/>
                </a:solidFill>
                <a:latin typeface="Atkinson Hyperlegible"/>
                <a:ea typeface="Atkinson Hyperlegible"/>
                <a:cs typeface="Atkinson Hyperlegible"/>
              </a:defRPr>
            </a:lvl7pPr>
            <a:lvl8pPr algn="ctr">
              <a:defRPr sz="1650" b="1">
                <a:solidFill>
                  <a:srgbClr val="173F43"/>
                </a:solidFill>
                <a:latin typeface="Atkinson Hyperlegible"/>
                <a:ea typeface="Atkinson Hyperlegible"/>
                <a:cs typeface="Atkinson Hyperlegible"/>
              </a:defRPr>
            </a:lvl8pPr>
            <a:lvl9pPr algn="ctr">
              <a:defRPr sz="1650" b="1">
                <a:solidFill>
                  <a:srgbClr val="173F43"/>
                </a:solidFill>
                <a:latin typeface="Atkinson Hyperlegible"/>
                <a:ea typeface="Atkinson Hyperlegible"/>
                <a:cs typeface="Atkinson Hyperlegible"/>
              </a:defRPr>
            </a:lvl9pPr>
          </a:lstStyle>
          <a:p xmlns:a="http://schemas.openxmlformats.org/drawingml/2006/main">
            <a:pPr algn="ctr">
              <a:defRPr sz="1650" b="1">
                <a:solidFill>
                  <a:srgbClr val="173F43"/>
                </a:solidFill>
                <a:latin typeface="Atkinson Hyperlegible"/>
                <a:ea typeface="Atkinson Hyperlegible"/>
                <a:cs typeface="Atkinson Hyperlegible"/>
              </a:defRPr>
            </a:pPr>
            <a:r>
              <a:rPr sz="1650" b="1">
                <a:solidFill>
                  <a:srgbClr val="173F43"/>
                </a:solidFill>
                <a:latin typeface="Atkinson Hyperlegible"/>
                <a:ea typeface="Atkinson Hyperlegible"/>
                <a:cs typeface="Atkinson Hyperlegible"/>
              </a:rPr>
              <a:t>October 2026</a:t>
            </a:r>
          </a:p>
        </p:txBody>
      </p:sp>
    </p:spTree>
    <p:extLst>
      <p:ext uri="{BB962C8B-B14F-4D97-AF65-F5344CB8AC3E}">
        <p14:creationId xmlns:p14="http://schemas.microsoft.com/office/powerpoint/2010/main" val="98953073"/>
      </p:ext>
    </p:extLst>
  </p:cSld>
</p:sld>
</file>

<file path=ppt/slides/slide2.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15" name="shape-9">
            <a:extLst xmlns:a="http://schemas.openxmlformats.org/drawingml/2006/main">
              <a:ext uri="{FF2B5EF4-FFF2-40B4-BE49-F238E27FC236}">
                <a16:creationId xmlns:a16="http://schemas.microsoft.com/office/drawing/2014/main" id="{2763BCE9-F22E-4B08-B76C-4B22854C43FA}"/>
              </a:ext>
            </a:extLst>
          </p:cNvPr>
          <p:cNvSpPr>
            <a:spLocks xmlns:a="http://schemas.openxmlformats.org/drawingml/2006/main" noGrp="1"/>
          </p:cNvSpPr>
          <p:nvPr/>
        </p:nvSpPr>
        <p:spPr>
          <a:xfrm xmlns:a="http://schemas.openxmlformats.org/drawingml/2006/main">
            <a:off x="609600" y="266700"/>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37B73"/>
                </a:solidFill>
                <a:latin typeface="Atkinson Hyperlegible"/>
                <a:ea typeface="Atkinson Hyperlegible"/>
                <a:cs typeface="Atkinson Hyperlegible"/>
              </a:defRPr>
            </a:defPPr>
            <a:lvl1pPr algn="l">
              <a:defRPr sz="1350" b="1">
                <a:solidFill>
                  <a:srgbClr val="137B73"/>
                </a:solidFill>
                <a:latin typeface="Atkinson Hyperlegible"/>
                <a:ea typeface="Atkinson Hyperlegible"/>
                <a:cs typeface="Atkinson Hyperlegible"/>
              </a:defRPr>
            </a:lvl1pPr>
            <a:lvl2pPr algn="l">
              <a:defRPr sz="1350" b="1">
                <a:solidFill>
                  <a:srgbClr val="137B73"/>
                </a:solidFill>
                <a:latin typeface="Atkinson Hyperlegible"/>
                <a:ea typeface="Atkinson Hyperlegible"/>
                <a:cs typeface="Atkinson Hyperlegible"/>
              </a:defRPr>
            </a:lvl2pPr>
            <a:lvl3pPr algn="l">
              <a:defRPr sz="1350" b="1">
                <a:solidFill>
                  <a:srgbClr val="137B73"/>
                </a:solidFill>
                <a:latin typeface="Atkinson Hyperlegible"/>
                <a:ea typeface="Atkinson Hyperlegible"/>
                <a:cs typeface="Atkinson Hyperlegible"/>
              </a:defRPr>
            </a:lvl3pPr>
            <a:lvl4pPr algn="l">
              <a:defRPr sz="1350" b="1">
                <a:solidFill>
                  <a:srgbClr val="137B73"/>
                </a:solidFill>
                <a:latin typeface="Atkinson Hyperlegible"/>
                <a:ea typeface="Atkinson Hyperlegible"/>
                <a:cs typeface="Atkinson Hyperlegible"/>
              </a:defRPr>
            </a:lvl4pPr>
            <a:lvl5pPr algn="l">
              <a:defRPr sz="1350" b="1">
                <a:solidFill>
                  <a:srgbClr val="137B73"/>
                </a:solidFill>
                <a:latin typeface="Atkinson Hyperlegible"/>
                <a:ea typeface="Atkinson Hyperlegible"/>
                <a:cs typeface="Atkinson Hyperlegible"/>
              </a:defRPr>
            </a:lvl5pPr>
            <a:lvl6pPr algn="l">
              <a:defRPr sz="1350" b="1">
                <a:solidFill>
                  <a:srgbClr val="137B73"/>
                </a:solidFill>
                <a:latin typeface="Atkinson Hyperlegible"/>
                <a:ea typeface="Atkinson Hyperlegible"/>
                <a:cs typeface="Atkinson Hyperlegible"/>
              </a:defRPr>
            </a:lvl6pPr>
            <a:lvl7pPr algn="l">
              <a:defRPr sz="1350" b="1">
                <a:solidFill>
                  <a:srgbClr val="137B73"/>
                </a:solidFill>
                <a:latin typeface="Atkinson Hyperlegible"/>
                <a:ea typeface="Atkinson Hyperlegible"/>
                <a:cs typeface="Atkinson Hyperlegible"/>
              </a:defRPr>
            </a:lvl7pPr>
            <a:lvl8pPr algn="l">
              <a:defRPr sz="1350" b="1">
                <a:solidFill>
                  <a:srgbClr val="137B73"/>
                </a:solidFill>
                <a:latin typeface="Atkinson Hyperlegible"/>
                <a:ea typeface="Atkinson Hyperlegible"/>
                <a:cs typeface="Atkinson Hyperlegible"/>
              </a:defRPr>
            </a:lvl8pPr>
            <a:lvl9pPr algn="l">
              <a:defRPr sz="1350" b="1">
                <a:solidFill>
                  <a:srgbClr val="137B73"/>
                </a:solidFill>
                <a:latin typeface="Atkinson Hyperlegible"/>
                <a:ea typeface="Atkinson Hyperlegible"/>
                <a:cs typeface="Atkinson Hyperlegible"/>
              </a:defRPr>
            </a:lvl9pPr>
          </a:lstStyle>
          <a:p xmlns:a="http://schemas.openxmlformats.org/drawingml/2006/main">
            <a:pPr algn="l">
              <a:defRPr sz="1350" b="1">
                <a:solidFill>
                  <a:srgbClr val="137B73"/>
                </a:solidFill>
                <a:latin typeface="Atkinson Hyperlegible"/>
                <a:ea typeface="Atkinson Hyperlegible"/>
                <a:cs typeface="Atkinson Hyperlegible"/>
              </a:defRPr>
            </a:pPr>
            <a:r>
              <a:rPr sz="1350" b="1">
                <a:solidFill>
                  <a:srgbClr val="137B73"/>
                </a:solidFill>
                <a:latin typeface="Atkinson Hyperlegible"/>
                <a:ea typeface="Atkinson Hyperlegible"/>
                <a:cs typeface="Atkinson Hyperlegible"/>
              </a:rPr>
              <a:t>GridGuard Khartoum</a:t>
            </a:r>
          </a:p>
        </p:txBody>
      </p:sp>
      <p:sp>
        <p:nvSpPr>
          <p:cNvPr id="2" name="shape-10">
            <a:extLst xmlns:a="http://schemas.openxmlformats.org/drawingml/2006/main">
              <a:ext uri="{FF2B5EF4-FFF2-40B4-BE49-F238E27FC236}">
                <a16:creationId xmlns:a16="http://schemas.microsoft.com/office/drawing/2014/main" id="{E535AA2C-EB1B-4CAB-9FCC-7820689F9CDE}"/>
              </a:ext>
            </a:extLst>
          </p:cNvPr>
          <p:cNvSpPr>
            <a:spLocks xmlns:a="http://schemas.openxmlformats.org/drawingml/2006/main" noGrp="1"/>
          </p:cNvSpPr>
          <p:nvPr/>
        </p:nvSpPr>
        <p:spPr>
          <a:xfrm xmlns:a="http://schemas.openxmlformats.org/drawingml/2006/main">
            <a:off x="609600" y="7334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F43"/>
                </a:solidFill>
                <a:latin typeface="Atkinson Hyperlegible"/>
                <a:ea typeface="Atkinson Hyperlegible"/>
                <a:cs typeface="Atkinson Hyperlegible"/>
              </a:defRPr>
            </a:defPPr>
            <a:lvl1pPr algn="l">
              <a:defRPr sz="3150" b="1">
                <a:solidFill>
                  <a:srgbClr val="173F43"/>
                </a:solidFill>
                <a:latin typeface="Atkinson Hyperlegible"/>
                <a:ea typeface="Atkinson Hyperlegible"/>
                <a:cs typeface="Atkinson Hyperlegible"/>
              </a:defRPr>
            </a:lvl1pPr>
            <a:lvl2pPr algn="l">
              <a:defRPr sz="3150" b="1">
                <a:solidFill>
                  <a:srgbClr val="173F43"/>
                </a:solidFill>
                <a:latin typeface="Atkinson Hyperlegible"/>
                <a:ea typeface="Atkinson Hyperlegible"/>
                <a:cs typeface="Atkinson Hyperlegible"/>
              </a:defRPr>
            </a:lvl2pPr>
            <a:lvl3pPr algn="l">
              <a:defRPr sz="3150" b="1">
                <a:solidFill>
                  <a:srgbClr val="173F43"/>
                </a:solidFill>
                <a:latin typeface="Atkinson Hyperlegible"/>
                <a:ea typeface="Atkinson Hyperlegible"/>
                <a:cs typeface="Atkinson Hyperlegible"/>
              </a:defRPr>
            </a:lvl3pPr>
            <a:lvl4pPr algn="l">
              <a:defRPr sz="3150" b="1">
                <a:solidFill>
                  <a:srgbClr val="173F43"/>
                </a:solidFill>
                <a:latin typeface="Atkinson Hyperlegible"/>
                <a:ea typeface="Atkinson Hyperlegible"/>
                <a:cs typeface="Atkinson Hyperlegible"/>
              </a:defRPr>
            </a:lvl4pPr>
            <a:lvl5pPr algn="l">
              <a:defRPr sz="3150" b="1">
                <a:solidFill>
                  <a:srgbClr val="173F43"/>
                </a:solidFill>
                <a:latin typeface="Atkinson Hyperlegible"/>
                <a:ea typeface="Atkinson Hyperlegible"/>
                <a:cs typeface="Atkinson Hyperlegible"/>
              </a:defRPr>
            </a:lvl5pPr>
            <a:lvl6pPr algn="l">
              <a:defRPr sz="3150" b="1">
                <a:solidFill>
                  <a:srgbClr val="173F43"/>
                </a:solidFill>
                <a:latin typeface="Atkinson Hyperlegible"/>
                <a:ea typeface="Atkinson Hyperlegible"/>
                <a:cs typeface="Atkinson Hyperlegible"/>
              </a:defRPr>
            </a:lvl6pPr>
            <a:lvl7pPr algn="l">
              <a:defRPr sz="3150" b="1">
                <a:solidFill>
                  <a:srgbClr val="173F43"/>
                </a:solidFill>
                <a:latin typeface="Atkinson Hyperlegible"/>
                <a:ea typeface="Atkinson Hyperlegible"/>
                <a:cs typeface="Atkinson Hyperlegible"/>
              </a:defRPr>
            </a:lvl7pPr>
            <a:lvl8pPr algn="l">
              <a:defRPr sz="3150" b="1">
                <a:solidFill>
                  <a:srgbClr val="173F43"/>
                </a:solidFill>
                <a:latin typeface="Atkinson Hyperlegible"/>
                <a:ea typeface="Atkinson Hyperlegible"/>
                <a:cs typeface="Atkinson Hyperlegible"/>
              </a:defRPr>
            </a:lvl8pPr>
            <a:lvl9pPr algn="l">
              <a:defRPr sz="3150" b="1">
                <a:solidFill>
                  <a:srgbClr val="173F43"/>
                </a:solidFill>
                <a:latin typeface="Atkinson Hyperlegible"/>
                <a:ea typeface="Atkinson Hyperlegible"/>
                <a:cs typeface="Atkinson Hyperlegible"/>
              </a:defRPr>
            </a:lvl9pPr>
          </a:lstStyle>
          <a:p xmlns:a="http://schemas.openxmlformats.org/drawingml/2006/main">
            <a:pPr algn="l">
              <a:defRPr sz="3150" b="1">
                <a:solidFill>
                  <a:srgbClr val="173F43"/>
                </a:solidFill>
                <a:latin typeface="Atkinson Hyperlegible"/>
                <a:ea typeface="Atkinson Hyperlegible"/>
                <a:cs typeface="Atkinson Hyperlegible"/>
              </a:defRPr>
            </a:pPr>
            <a:r>
              <a:rPr sz="3150" b="1">
                <a:solidFill>
                  <a:srgbClr val="173F43"/>
                </a:solidFill>
                <a:latin typeface="Atkinson Hyperlegible"/>
                <a:ea typeface="Atkinson Hyperlegible"/>
                <a:cs typeface="Atkinson Hyperlegible"/>
              </a:rPr>
              <a:t>Hourly shortage allocation in Khartoum</a:t>
            </a:r>
          </a:p>
        </p:txBody>
      </p:sp>
      <p:sp>
        <p:nvSpPr>
          <p:cNvPr id="3" name="shape-11">
            <a:extLst xmlns:a="http://schemas.openxmlformats.org/drawingml/2006/main">
              <a:ext uri="{FF2B5EF4-FFF2-40B4-BE49-F238E27FC236}">
                <a16:creationId xmlns:a16="http://schemas.microsoft.com/office/drawing/2014/main" id="{ADFA03ED-D521-4B7C-9EC0-41A68CDEE555}"/>
              </a:ext>
            </a:extLst>
          </p:cNvPr>
          <p:cNvSpPr>
            <a:spLocks xmlns:a="http://schemas.openxmlformats.org/drawingml/2006/main" noGrp="1"/>
          </p:cNvSpPr>
          <p:nvPr/>
        </p:nvSpPr>
        <p:spPr>
          <a:xfrm xmlns:a="http://schemas.openxmlformats.org/drawingml/2006/main">
            <a:off x="609600" y="136207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787A"/>
                </a:solidFill>
                <a:latin typeface="Atkinson Hyperlegible"/>
                <a:ea typeface="Atkinson Hyperlegible"/>
                <a:cs typeface="Atkinson Hyperlegible"/>
              </a:defRPr>
            </a:defPPr>
            <a:lvl1pPr algn="l">
              <a:defRPr sz="1725" b="0">
                <a:solidFill>
                  <a:srgbClr val="58787A"/>
                </a:solidFill>
                <a:latin typeface="Atkinson Hyperlegible"/>
                <a:ea typeface="Atkinson Hyperlegible"/>
                <a:cs typeface="Atkinson Hyperlegible"/>
              </a:defRPr>
            </a:lvl1pPr>
            <a:lvl2pPr algn="l">
              <a:defRPr sz="1725" b="0">
                <a:solidFill>
                  <a:srgbClr val="58787A"/>
                </a:solidFill>
                <a:latin typeface="Atkinson Hyperlegible"/>
                <a:ea typeface="Atkinson Hyperlegible"/>
                <a:cs typeface="Atkinson Hyperlegible"/>
              </a:defRPr>
            </a:lvl2pPr>
            <a:lvl3pPr algn="l">
              <a:defRPr sz="1725" b="0">
                <a:solidFill>
                  <a:srgbClr val="58787A"/>
                </a:solidFill>
                <a:latin typeface="Atkinson Hyperlegible"/>
                <a:ea typeface="Atkinson Hyperlegible"/>
                <a:cs typeface="Atkinson Hyperlegible"/>
              </a:defRPr>
            </a:lvl3pPr>
            <a:lvl4pPr algn="l">
              <a:defRPr sz="1725" b="0">
                <a:solidFill>
                  <a:srgbClr val="58787A"/>
                </a:solidFill>
                <a:latin typeface="Atkinson Hyperlegible"/>
                <a:ea typeface="Atkinson Hyperlegible"/>
                <a:cs typeface="Atkinson Hyperlegible"/>
              </a:defRPr>
            </a:lvl4pPr>
            <a:lvl5pPr algn="l">
              <a:defRPr sz="1725" b="0">
                <a:solidFill>
                  <a:srgbClr val="58787A"/>
                </a:solidFill>
                <a:latin typeface="Atkinson Hyperlegible"/>
                <a:ea typeface="Atkinson Hyperlegible"/>
                <a:cs typeface="Atkinson Hyperlegible"/>
              </a:defRPr>
            </a:lvl5pPr>
            <a:lvl6pPr algn="l">
              <a:defRPr sz="1725" b="0">
                <a:solidFill>
                  <a:srgbClr val="58787A"/>
                </a:solidFill>
                <a:latin typeface="Atkinson Hyperlegible"/>
                <a:ea typeface="Atkinson Hyperlegible"/>
                <a:cs typeface="Atkinson Hyperlegible"/>
              </a:defRPr>
            </a:lvl6pPr>
            <a:lvl7pPr algn="l">
              <a:defRPr sz="1725" b="0">
                <a:solidFill>
                  <a:srgbClr val="58787A"/>
                </a:solidFill>
                <a:latin typeface="Atkinson Hyperlegible"/>
                <a:ea typeface="Atkinson Hyperlegible"/>
                <a:cs typeface="Atkinson Hyperlegible"/>
              </a:defRPr>
            </a:lvl7pPr>
            <a:lvl8pPr algn="l">
              <a:defRPr sz="1725" b="0">
                <a:solidFill>
                  <a:srgbClr val="58787A"/>
                </a:solidFill>
                <a:latin typeface="Atkinson Hyperlegible"/>
                <a:ea typeface="Atkinson Hyperlegible"/>
                <a:cs typeface="Atkinson Hyperlegible"/>
              </a:defRPr>
            </a:lvl8pPr>
            <a:lvl9pPr algn="l">
              <a:defRPr sz="1725" b="0">
                <a:solidFill>
                  <a:srgbClr val="58787A"/>
                </a:solidFill>
                <a:latin typeface="Atkinson Hyperlegible"/>
                <a:ea typeface="Atkinson Hyperlegible"/>
                <a:cs typeface="Atkinson Hyperlegible"/>
              </a:defRPr>
            </a:lvl9pPr>
          </a:lstStyle>
          <a:p xmlns:a="http://schemas.openxmlformats.org/drawingml/2006/main">
            <a:pPr algn="l">
              <a:defRPr sz="1725" b="0">
                <a:solidFill>
                  <a:srgbClr val="58787A"/>
                </a:solidFill>
                <a:latin typeface="Atkinson Hyperlegible"/>
                <a:ea typeface="Atkinson Hyperlegible"/>
                <a:cs typeface="Atkinson Hyperlegible"/>
              </a:defRPr>
            </a:pPr>
            <a:r>
              <a:rPr sz="1725" b="0">
                <a:solidFill>
                  <a:srgbClr val="58787A"/>
                </a:solidFill>
                <a:latin typeface="Atkinson Hyperlegible"/>
                <a:ea typeface="Atkinson Hyperlegible"/>
                <a:cs typeface="Atkinson Hyperlegible"/>
              </a:rPr>
              <a:t>Seven localities, five sectors and a shared supply pool</a:t>
            </a:r>
          </a:p>
        </p:txBody>
      </p:sp>
      <p:sp>
        <p:nvSpPr>
          <p:cNvPr id="4" name="shape-12">
            <a:extLst xmlns:a="http://schemas.openxmlformats.org/drawingml/2006/main">
              <a:ext uri="{FF2B5EF4-FFF2-40B4-BE49-F238E27FC236}">
                <a16:creationId xmlns:a16="http://schemas.microsoft.com/office/drawing/2014/main" id="{358693FB-72C9-4419-BE35-18389C4ECC4A}"/>
              </a:ext>
            </a:extLst>
          </p:cNvPr>
          <p:cNvSpPr>
            <a:spLocks xmlns:a="http://schemas.openxmlformats.org/drawingml/2006/main" noGrp="1"/>
          </p:cNvSpPr>
          <p:nvPr/>
        </p:nvSpPr>
        <p:spPr>
          <a:xfrm xmlns:a="http://schemas.openxmlformats.org/drawingml/2006/main">
            <a:off x="609600" y="6448425"/>
            <a:ext cx="10972800" cy="9525"/>
          </a:xfrm>
          <a:prstGeom xmlns:a="http://schemas.openxmlformats.org/drawingml/2006/main" prst="rect">
            <a:avLst/>
          </a:prstGeom>
          <a:solidFill xmlns:a="http://schemas.openxmlformats.org/drawingml/2006/main">
            <a:srgbClr val="D8E5DF"/>
          </a:solidFill>
          <a:ln xmlns:a="http://schemas.openxmlformats.org/drawingml/2006/main" w="0">
            <a:noFill/>
          </a:ln>
        </p:spPr>
      </p:sp>
      <p:sp>
        <p:nvSpPr>
          <p:cNvPr id="5" name="shape-13">
            <a:extLst xmlns:a="http://schemas.openxmlformats.org/drawingml/2006/main">
              <a:ext uri="{FF2B5EF4-FFF2-40B4-BE49-F238E27FC236}">
                <a16:creationId xmlns:a16="http://schemas.microsoft.com/office/drawing/2014/main" id="{0501E4CA-2EE0-48BF-8C7D-EC3052F8CDB1}"/>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8787A"/>
                </a:solidFill>
                <a:latin typeface="Atkinson Hyperlegible"/>
                <a:ea typeface="Atkinson Hyperlegible"/>
                <a:cs typeface="Atkinson Hyperlegible"/>
              </a:defRPr>
            </a:defPPr>
            <a:lvl1pPr algn="l">
              <a:defRPr sz="1050" b="0">
                <a:solidFill>
                  <a:srgbClr val="58787A"/>
                </a:solidFill>
                <a:latin typeface="Atkinson Hyperlegible"/>
                <a:ea typeface="Atkinson Hyperlegible"/>
                <a:cs typeface="Atkinson Hyperlegible"/>
              </a:defRPr>
            </a:lvl1pPr>
            <a:lvl2pPr algn="l">
              <a:defRPr sz="1050" b="0">
                <a:solidFill>
                  <a:srgbClr val="58787A"/>
                </a:solidFill>
                <a:latin typeface="Atkinson Hyperlegible"/>
                <a:ea typeface="Atkinson Hyperlegible"/>
                <a:cs typeface="Atkinson Hyperlegible"/>
              </a:defRPr>
            </a:lvl2pPr>
            <a:lvl3pPr algn="l">
              <a:defRPr sz="1050" b="0">
                <a:solidFill>
                  <a:srgbClr val="58787A"/>
                </a:solidFill>
                <a:latin typeface="Atkinson Hyperlegible"/>
                <a:ea typeface="Atkinson Hyperlegible"/>
                <a:cs typeface="Atkinson Hyperlegible"/>
              </a:defRPr>
            </a:lvl3pPr>
            <a:lvl4pPr algn="l">
              <a:defRPr sz="1050" b="0">
                <a:solidFill>
                  <a:srgbClr val="58787A"/>
                </a:solidFill>
                <a:latin typeface="Atkinson Hyperlegible"/>
                <a:ea typeface="Atkinson Hyperlegible"/>
                <a:cs typeface="Atkinson Hyperlegible"/>
              </a:defRPr>
            </a:lvl4pPr>
            <a:lvl5pPr algn="l">
              <a:defRPr sz="1050" b="0">
                <a:solidFill>
                  <a:srgbClr val="58787A"/>
                </a:solidFill>
                <a:latin typeface="Atkinson Hyperlegible"/>
                <a:ea typeface="Atkinson Hyperlegible"/>
                <a:cs typeface="Atkinson Hyperlegible"/>
              </a:defRPr>
            </a:lvl5pPr>
            <a:lvl6pPr algn="l">
              <a:defRPr sz="1050" b="0">
                <a:solidFill>
                  <a:srgbClr val="58787A"/>
                </a:solidFill>
                <a:latin typeface="Atkinson Hyperlegible"/>
                <a:ea typeface="Atkinson Hyperlegible"/>
                <a:cs typeface="Atkinson Hyperlegible"/>
              </a:defRPr>
            </a:lvl6pPr>
            <a:lvl7pPr algn="l">
              <a:defRPr sz="1050" b="0">
                <a:solidFill>
                  <a:srgbClr val="58787A"/>
                </a:solidFill>
                <a:latin typeface="Atkinson Hyperlegible"/>
                <a:ea typeface="Atkinson Hyperlegible"/>
                <a:cs typeface="Atkinson Hyperlegible"/>
              </a:defRPr>
            </a:lvl7pPr>
            <a:lvl8pPr algn="l">
              <a:defRPr sz="1050" b="0">
                <a:solidFill>
                  <a:srgbClr val="58787A"/>
                </a:solidFill>
                <a:latin typeface="Atkinson Hyperlegible"/>
                <a:ea typeface="Atkinson Hyperlegible"/>
                <a:cs typeface="Atkinson Hyperlegible"/>
              </a:defRPr>
            </a:lvl8pPr>
            <a:lvl9pPr algn="l">
              <a:defRPr sz="1050" b="0">
                <a:solidFill>
                  <a:srgbClr val="58787A"/>
                </a:solidFill>
                <a:latin typeface="Atkinson Hyperlegible"/>
                <a:ea typeface="Atkinson Hyperlegible"/>
                <a:cs typeface="Atkinson Hyperlegible"/>
              </a:defRPr>
            </a:lvl9pPr>
          </a:lstStyle>
          <a:p xmlns:a="http://schemas.openxmlformats.org/drawingml/2006/main">
            <a:pPr algn="l">
              <a:defRPr sz="1050" b="0">
                <a:solidFill>
                  <a:srgbClr val="58787A"/>
                </a:solidFill>
                <a:latin typeface="Atkinson Hyperlegible"/>
                <a:ea typeface="Atkinson Hyperlegible"/>
                <a:cs typeface="Atkinson Hyperlegible"/>
              </a:defRPr>
            </a:pPr>
            <a:r>
              <a:rPr sz="1050" b="0">
                <a:solidFill>
                  <a:srgbClr val="58787A"/>
                </a:solidFill>
                <a:latin typeface="Atkinson Hyperlegible"/>
                <a:ea typeface="Atkinson Hyperlegible"/>
                <a:cs typeface="Atkinson Hyperlegible"/>
              </a:rPr>
              <a:t>Context: World Bank (2025). Related control research: Chen et al. (2023).</a:t>
            </a:r>
          </a:p>
        </p:txBody>
      </p:sp>
      <p:sp>
        <p:nvSpPr>
          <p:cNvPr id="6" name="shape-14">
            <a:extLst xmlns:a="http://schemas.openxmlformats.org/drawingml/2006/main">
              <a:ext uri="{FF2B5EF4-FFF2-40B4-BE49-F238E27FC236}">
                <a16:creationId xmlns:a16="http://schemas.microsoft.com/office/drawing/2014/main" id="{C1CD18D8-E244-4466-AB49-91C8F0C26754}"/>
              </a:ext>
            </a:extLst>
          </p:cNvPr>
          <p:cNvSpPr>
            <a:spLocks xmlns:a="http://schemas.openxmlformats.org/drawingml/2006/main" noGrp="1"/>
          </p:cNvSpPr>
          <p:nvPr/>
        </p:nvSpPr>
        <p:spPr>
          <a:xfrm xmlns:a="http://schemas.openxmlformats.org/drawingml/2006/main">
            <a:off x="11001375" y="6515100"/>
            <a:ext cx="581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137B73"/>
                </a:solidFill>
                <a:latin typeface="Atkinson Hyperlegible"/>
                <a:ea typeface="Atkinson Hyperlegible"/>
                <a:cs typeface="Atkinson Hyperlegible"/>
              </a:defRPr>
            </a:defPPr>
            <a:lvl1pPr algn="r">
              <a:defRPr sz="1275" b="0">
                <a:solidFill>
                  <a:srgbClr val="137B73"/>
                </a:solidFill>
                <a:latin typeface="Atkinson Hyperlegible"/>
                <a:ea typeface="Atkinson Hyperlegible"/>
                <a:cs typeface="Atkinson Hyperlegible"/>
              </a:defRPr>
            </a:lvl1pPr>
            <a:lvl2pPr algn="r">
              <a:defRPr sz="1275" b="0">
                <a:solidFill>
                  <a:srgbClr val="137B73"/>
                </a:solidFill>
                <a:latin typeface="Atkinson Hyperlegible"/>
                <a:ea typeface="Atkinson Hyperlegible"/>
                <a:cs typeface="Atkinson Hyperlegible"/>
              </a:defRPr>
            </a:lvl2pPr>
            <a:lvl3pPr algn="r">
              <a:defRPr sz="1275" b="0">
                <a:solidFill>
                  <a:srgbClr val="137B73"/>
                </a:solidFill>
                <a:latin typeface="Atkinson Hyperlegible"/>
                <a:ea typeface="Atkinson Hyperlegible"/>
                <a:cs typeface="Atkinson Hyperlegible"/>
              </a:defRPr>
            </a:lvl3pPr>
            <a:lvl4pPr algn="r">
              <a:defRPr sz="1275" b="0">
                <a:solidFill>
                  <a:srgbClr val="137B73"/>
                </a:solidFill>
                <a:latin typeface="Atkinson Hyperlegible"/>
                <a:ea typeface="Atkinson Hyperlegible"/>
                <a:cs typeface="Atkinson Hyperlegible"/>
              </a:defRPr>
            </a:lvl4pPr>
            <a:lvl5pPr algn="r">
              <a:defRPr sz="1275" b="0">
                <a:solidFill>
                  <a:srgbClr val="137B73"/>
                </a:solidFill>
                <a:latin typeface="Atkinson Hyperlegible"/>
                <a:ea typeface="Atkinson Hyperlegible"/>
                <a:cs typeface="Atkinson Hyperlegible"/>
              </a:defRPr>
            </a:lvl5pPr>
            <a:lvl6pPr algn="r">
              <a:defRPr sz="1275" b="0">
                <a:solidFill>
                  <a:srgbClr val="137B73"/>
                </a:solidFill>
                <a:latin typeface="Atkinson Hyperlegible"/>
                <a:ea typeface="Atkinson Hyperlegible"/>
                <a:cs typeface="Atkinson Hyperlegible"/>
              </a:defRPr>
            </a:lvl6pPr>
            <a:lvl7pPr algn="r">
              <a:defRPr sz="1275" b="0">
                <a:solidFill>
                  <a:srgbClr val="137B73"/>
                </a:solidFill>
                <a:latin typeface="Atkinson Hyperlegible"/>
                <a:ea typeface="Atkinson Hyperlegible"/>
                <a:cs typeface="Atkinson Hyperlegible"/>
              </a:defRPr>
            </a:lvl7pPr>
            <a:lvl8pPr algn="r">
              <a:defRPr sz="1275" b="0">
                <a:solidFill>
                  <a:srgbClr val="137B73"/>
                </a:solidFill>
                <a:latin typeface="Atkinson Hyperlegible"/>
                <a:ea typeface="Atkinson Hyperlegible"/>
                <a:cs typeface="Atkinson Hyperlegible"/>
              </a:defRPr>
            </a:lvl8pPr>
            <a:lvl9pPr algn="r">
              <a:defRPr sz="1275" b="0">
                <a:solidFill>
                  <a:srgbClr val="137B73"/>
                </a:solidFill>
                <a:latin typeface="Atkinson Hyperlegible"/>
                <a:ea typeface="Atkinson Hyperlegible"/>
                <a:cs typeface="Atkinson Hyperlegible"/>
              </a:defRPr>
            </a:lvl9pPr>
          </a:lstStyle>
          <a:p xmlns:a="http://schemas.openxmlformats.org/drawingml/2006/main">
            <a:pPr algn="r">
              <a:defRPr sz="1275" b="0">
                <a:solidFill>
                  <a:srgbClr val="137B73"/>
                </a:solidFill>
                <a:latin typeface="Atkinson Hyperlegible"/>
                <a:ea typeface="Atkinson Hyperlegible"/>
                <a:cs typeface="Atkinson Hyperlegible"/>
              </a:defRPr>
            </a:pPr>
            <a:r>
              <a:rPr sz="1275" b="0">
                <a:solidFill>
                  <a:srgbClr val="137B73"/>
                </a:solidFill>
                <a:latin typeface="Atkinson Hyperlegible"/>
                <a:ea typeface="Atkinson Hyperlegible"/>
                <a:cs typeface="Atkinson Hyperlegible"/>
              </a:rPr>
              <a:t>02</a:t>
            </a:r>
          </a:p>
        </p:txBody>
      </p:sp>
      <p:sp>
        <p:nvSpPr>
          <p:cNvPr id="7" name="shape-15">
            <a:extLst xmlns:a="http://schemas.openxmlformats.org/drawingml/2006/main">
              <a:ext uri="{FF2B5EF4-FFF2-40B4-BE49-F238E27FC236}">
                <a16:creationId xmlns:a16="http://schemas.microsoft.com/office/drawing/2014/main" id="{56C48572-A48A-44B9-8AE2-B9FF50D070F1}"/>
              </a:ext>
            </a:extLst>
          </p:cNvPr>
          <p:cNvSpPr>
            <a:spLocks xmlns:a="http://schemas.openxmlformats.org/drawingml/2006/main" noGrp="1"/>
          </p:cNvSpPr>
          <p:nvPr/>
        </p:nvSpPr>
        <p:spPr>
          <a:xfrm xmlns:a="http://schemas.openxmlformats.org/drawingml/2006/main">
            <a:off x="609600" y="2238375"/>
            <a:ext cx="57150" cy="257175"/>
          </a:xfrm>
          <a:prstGeom xmlns:a="http://schemas.openxmlformats.org/drawingml/2006/main" prst="rect">
            <a:avLst/>
          </a:prstGeom>
          <a:solidFill xmlns:a="http://schemas.openxmlformats.org/drawingml/2006/main">
            <a:srgbClr val="E77D60"/>
          </a:solidFill>
          <a:ln xmlns:a="http://schemas.openxmlformats.org/drawingml/2006/main" w="0">
            <a:noFill/>
          </a:ln>
        </p:spPr>
      </p:sp>
      <p:sp>
        <p:nvSpPr>
          <p:cNvPr id="8" name="shape-16">
            <a:extLst xmlns:a="http://schemas.openxmlformats.org/drawingml/2006/main">
              <a:ext uri="{FF2B5EF4-FFF2-40B4-BE49-F238E27FC236}">
                <a16:creationId xmlns:a16="http://schemas.microsoft.com/office/drawing/2014/main" id="{65DEC586-215D-425B-9088-FFFA0886644C}"/>
              </a:ext>
            </a:extLst>
          </p:cNvPr>
          <p:cNvSpPr>
            <a:spLocks xmlns:a="http://schemas.openxmlformats.org/drawingml/2006/main" noGrp="1"/>
          </p:cNvSpPr>
          <p:nvPr/>
        </p:nvSpPr>
        <p:spPr>
          <a:xfrm xmlns:a="http://schemas.openxmlformats.org/drawingml/2006/main">
            <a:off x="828675" y="2124075"/>
            <a:ext cx="53054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73F43"/>
                </a:solidFill>
                <a:latin typeface="Atkinson Hyperlegible"/>
                <a:ea typeface="Atkinson Hyperlegible"/>
                <a:cs typeface="Atkinson Hyperlegible"/>
              </a:defRPr>
            </a:defPPr>
            <a:lvl1pPr algn="l">
              <a:defRPr sz="2175" b="0">
                <a:solidFill>
                  <a:srgbClr val="173F43"/>
                </a:solidFill>
                <a:latin typeface="Atkinson Hyperlegible"/>
                <a:ea typeface="Atkinson Hyperlegible"/>
                <a:cs typeface="Atkinson Hyperlegible"/>
              </a:defRPr>
            </a:lvl1pPr>
            <a:lvl2pPr algn="l">
              <a:defRPr sz="2175" b="0">
                <a:solidFill>
                  <a:srgbClr val="173F43"/>
                </a:solidFill>
                <a:latin typeface="Atkinson Hyperlegible"/>
                <a:ea typeface="Atkinson Hyperlegible"/>
                <a:cs typeface="Atkinson Hyperlegible"/>
              </a:defRPr>
            </a:lvl2pPr>
            <a:lvl3pPr algn="l">
              <a:defRPr sz="2175" b="0">
                <a:solidFill>
                  <a:srgbClr val="173F43"/>
                </a:solidFill>
                <a:latin typeface="Atkinson Hyperlegible"/>
                <a:ea typeface="Atkinson Hyperlegible"/>
                <a:cs typeface="Atkinson Hyperlegible"/>
              </a:defRPr>
            </a:lvl3pPr>
            <a:lvl4pPr algn="l">
              <a:defRPr sz="2175" b="0">
                <a:solidFill>
                  <a:srgbClr val="173F43"/>
                </a:solidFill>
                <a:latin typeface="Atkinson Hyperlegible"/>
                <a:ea typeface="Atkinson Hyperlegible"/>
                <a:cs typeface="Atkinson Hyperlegible"/>
              </a:defRPr>
            </a:lvl4pPr>
            <a:lvl5pPr algn="l">
              <a:defRPr sz="2175" b="0">
                <a:solidFill>
                  <a:srgbClr val="173F43"/>
                </a:solidFill>
                <a:latin typeface="Atkinson Hyperlegible"/>
                <a:ea typeface="Atkinson Hyperlegible"/>
                <a:cs typeface="Atkinson Hyperlegible"/>
              </a:defRPr>
            </a:lvl5pPr>
            <a:lvl6pPr algn="l">
              <a:defRPr sz="2175" b="0">
                <a:solidFill>
                  <a:srgbClr val="173F43"/>
                </a:solidFill>
                <a:latin typeface="Atkinson Hyperlegible"/>
                <a:ea typeface="Atkinson Hyperlegible"/>
                <a:cs typeface="Atkinson Hyperlegible"/>
              </a:defRPr>
            </a:lvl6pPr>
            <a:lvl7pPr algn="l">
              <a:defRPr sz="2175" b="0">
                <a:solidFill>
                  <a:srgbClr val="173F43"/>
                </a:solidFill>
                <a:latin typeface="Atkinson Hyperlegible"/>
                <a:ea typeface="Atkinson Hyperlegible"/>
                <a:cs typeface="Atkinson Hyperlegible"/>
              </a:defRPr>
            </a:lvl7pPr>
            <a:lvl8pPr algn="l">
              <a:defRPr sz="2175" b="0">
                <a:solidFill>
                  <a:srgbClr val="173F43"/>
                </a:solidFill>
                <a:latin typeface="Atkinson Hyperlegible"/>
                <a:ea typeface="Atkinson Hyperlegible"/>
                <a:cs typeface="Atkinson Hyperlegible"/>
              </a:defRPr>
            </a:lvl8pPr>
            <a:lvl9pPr algn="l">
              <a:defRPr sz="2175" b="0">
                <a:solidFill>
                  <a:srgbClr val="173F43"/>
                </a:solidFill>
                <a:latin typeface="Atkinson Hyperlegible"/>
                <a:ea typeface="Atkinson Hyperlegible"/>
                <a:cs typeface="Atkinson Hyperlegible"/>
              </a:defRPr>
            </a:lvl9pPr>
          </a:lstStyle>
          <a:p xmlns:a="http://schemas.openxmlformats.org/drawingml/2006/main">
            <a:pPr algn="l">
              <a:defRPr sz="2175" b="0">
                <a:solidFill>
                  <a:srgbClr val="173F43"/>
                </a:solidFill>
                <a:latin typeface="Atkinson Hyperlegible"/>
                <a:ea typeface="Atkinson Hyperlegible"/>
                <a:cs typeface="Atkinson Hyperlegible"/>
              </a:defRPr>
            </a:pPr>
            <a:r>
              <a:rPr sz="2175" b="0">
                <a:solidFill>
                  <a:srgbClr val="173F43"/>
                </a:solidFill>
                <a:latin typeface="Atkinson Hyperlegible"/>
                <a:ea typeface="Atkinson Hyperlegible"/>
                <a:cs typeface="Atkinson Hyperlegible"/>
              </a:rPr>
              <a:t>Protect Hospital, Water and Bakery demand.</a:t>
            </a:r>
          </a:p>
        </p:txBody>
      </p:sp>
      <p:sp>
        <p:nvSpPr>
          <p:cNvPr id="9" name="shape-17">
            <a:extLst xmlns:a="http://schemas.openxmlformats.org/drawingml/2006/main">
              <a:ext uri="{FF2B5EF4-FFF2-40B4-BE49-F238E27FC236}">
                <a16:creationId xmlns:a16="http://schemas.microsoft.com/office/drawing/2014/main" id="{7FCA3850-8427-4AFF-A288-2173F0AF32CD}"/>
              </a:ext>
            </a:extLst>
          </p:cNvPr>
          <p:cNvSpPr>
            <a:spLocks xmlns:a="http://schemas.openxmlformats.org/drawingml/2006/main" noGrp="1"/>
          </p:cNvSpPr>
          <p:nvPr/>
        </p:nvSpPr>
        <p:spPr>
          <a:xfrm xmlns:a="http://schemas.openxmlformats.org/drawingml/2006/main">
            <a:off x="609600" y="3305175"/>
            <a:ext cx="57150" cy="257175"/>
          </a:xfrm>
          <a:prstGeom xmlns:a="http://schemas.openxmlformats.org/drawingml/2006/main" prst="rect">
            <a:avLst/>
          </a:prstGeom>
          <a:solidFill xmlns:a="http://schemas.openxmlformats.org/drawingml/2006/main">
            <a:srgbClr val="E77D60"/>
          </a:solidFill>
          <a:ln xmlns:a="http://schemas.openxmlformats.org/drawingml/2006/main" w="0">
            <a:noFill/>
          </a:ln>
        </p:spPr>
      </p:sp>
      <p:sp>
        <p:nvSpPr>
          <p:cNvPr id="10" name="shape-18">
            <a:extLst xmlns:a="http://schemas.openxmlformats.org/drawingml/2006/main">
              <a:ext uri="{FF2B5EF4-FFF2-40B4-BE49-F238E27FC236}">
                <a16:creationId xmlns:a16="http://schemas.microsoft.com/office/drawing/2014/main" id="{569F2253-F402-4F1A-80B4-0A7ED5D6AF7E}"/>
              </a:ext>
            </a:extLst>
          </p:cNvPr>
          <p:cNvSpPr>
            <a:spLocks xmlns:a="http://schemas.openxmlformats.org/drawingml/2006/main" noGrp="1"/>
          </p:cNvSpPr>
          <p:nvPr/>
        </p:nvSpPr>
        <p:spPr>
          <a:xfrm xmlns:a="http://schemas.openxmlformats.org/drawingml/2006/main">
            <a:off x="828675" y="3190875"/>
            <a:ext cx="53054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73F43"/>
                </a:solidFill>
                <a:latin typeface="Atkinson Hyperlegible"/>
                <a:ea typeface="Atkinson Hyperlegible"/>
                <a:cs typeface="Atkinson Hyperlegible"/>
              </a:defRPr>
            </a:defPPr>
            <a:lvl1pPr algn="l">
              <a:defRPr sz="2175" b="0">
                <a:solidFill>
                  <a:srgbClr val="173F43"/>
                </a:solidFill>
                <a:latin typeface="Atkinson Hyperlegible"/>
                <a:ea typeface="Atkinson Hyperlegible"/>
                <a:cs typeface="Atkinson Hyperlegible"/>
              </a:defRPr>
            </a:lvl1pPr>
            <a:lvl2pPr algn="l">
              <a:defRPr sz="2175" b="0">
                <a:solidFill>
                  <a:srgbClr val="173F43"/>
                </a:solidFill>
                <a:latin typeface="Atkinson Hyperlegible"/>
                <a:ea typeface="Atkinson Hyperlegible"/>
                <a:cs typeface="Atkinson Hyperlegible"/>
              </a:defRPr>
            </a:lvl2pPr>
            <a:lvl3pPr algn="l">
              <a:defRPr sz="2175" b="0">
                <a:solidFill>
                  <a:srgbClr val="173F43"/>
                </a:solidFill>
                <a:latin typeface="Atkinson Hyperlegible"/>
                <a:ea typeface="Atkinson Hyperlegible"/>
                <a:cs typeface="Atkinson Hyperlegible"/>
              </a:defRPr>
            </a:lvl3pPr>
            <a:lvl4pPr algn="l">
              <a:defRPr sz="2175" b="0">
                <a:solidFill>
                  <a:srgbClr val="173F43"/>
                </a:solidFill>
                <a:latin typeface="Atkinson Hyperlegible"/>
                <a:ea typeface="Atkinson Hyperlegible"/>
                <a:cs typeface="Atkinson Hyperlegible"/>
              </a:defRPr>
            </a:lvl4pPr>
            <a:lvl5pPr algn="l">
              <a:defRPr sz="2175" b="0">
                <a:solidFill>
                  <a:srgbClr val="173F43"/>
                </a:solidFill>
                <a:latin typeface="Atkinson Hyperlegible"/>
                <a:ea typeface="Atkinson Hyperlegible"/>
                <a:cs typeface="Atkinson Hyperlegible"/>
              </a:defRPr>
            </a:lvl5pPr>
            <a:lvl6pPr algn="l">
              <a:defRPr sz="2175" b="0">
                <a:solidFill>
                  <a:srgbClr val="173F43"/>
                </a:solidFill>
                <a:latin typeface="Atkinson Hyperlegible"/>
                <a:ea typeface="Atkinson Hyperlegible"/>
                <a:cs typeface="Atkinson Hyperlegible"/>
              </a:defRPr>
            </a:lvl6pPr>
            <a:lvl7pPr algn="l">
              <a:defRPr sz="2175" b="0">
                <a:solidFill>
                  <a:srgbClr val="173F43"/>
                </a:solidFill>
                <a:latin typeface="Atkinson Hyperlegible"/>
                <a:ea typeface="Atkinson Hyperlegible"/>
                <a:cs typeface="Atkinson Hyperlegible"/>
              </a:defRPr>
            </a:lvl7pPr>
            <a:lvl8pPr algn="l">
              <a:defRPr sz="2175" b="0">
                <a:solidFill>
                  <a:srgbClr val="173F43"/>
                </a:solidFill>
                <a:latin typeface="Atkinson Hyperlegible"/>
                <a:ea typeface="Atkinson Hyperlegible"/>
                <a:cs typeface="Atkinson Hyperlegible"/>
              </a:defRPr>
            </a:lvl8pPr>
            <a:lvl9pPr algn="l">
              <a:defRPr sz="2175" b="0">
                <a:solidFill>
                  <a:srgbClr val="173F43"/>
                </a:solidFill>
                <a:latin typeface="Atkinson Hyperlegible"/>
                <a:ea typeface="Atkinson Hyperlegible"/>
                <a:cs typeface="Atkinson Hyperlegible"/>
              </a:defRPr>
            </a:lvl9pPr>
          </a:lstStyle>
          <a:p xmlns:a="http://schemas.openxmlformats.org/drawingml/2006/main">
            <a:pPr algn="l">
              <a:defRPr sz="2175" b="0">
                <a:solidFill>
                  <a:srgbClr val="173F43"/>
                </a:solidFill>
                <a:latin typeface="Atkinson Hyperlegible"/>
                <a:ea typeface="Atkinson Hyperlegible"/>
                <a:cs typeface="Atkinson Hyperlegible"/>
              </a:defRPr>
            </a:pPr>
            <a:r>
              <a:rPr sz="2175" b="0">
                <a:solidFill>
                  <a:srgbClr val="173F43"/>
                </a:solidFill>
                <a:latin typeface="Atkinson Hyperlegible"/>
                <a:ea typeface="Atkinson Hyperlegible"/>
                <a:cs typeface="Atkinson Hyperlegible"/>
              </a:rPr>
              <a:t>Allocate remaining supply to Residential and Commercial demand.</a:t>
            </a:r>
          </a:p>
        </p:txBody>
      </p:sp>
      <p:sp>
        <p:nvSpPr>
          <p:cNvPr id="11" name="shape-19">
            <a:extLst xmlns:a="http://schemas.openxmlformats.org/drawingml/2006/main">
              <a:ext uri="{FF2B5EF4-FFF2-40B4-BE49-F238E27FC236}">
                <a16:creationId xmlns:a16="http://schemas.microsoft.com/office/drawing/2014/main" id="{6829FFF7-5680-4053-9C64-ECC92AB7C972}"/>
              </a:ext>
            </a:extLst>
          </p:cNvPr>
          <p:cNvSpPr>
            <a:spLocks xmlns:a="http://schemas.openxmlformats.org/drawingml/2006/main" noGrp="1"/>
          </p:cNvSpPr>
          <p:nvPr/>
        </p:nvSpPr>
        <p:spPr>
          <a:xfrm xmlns:a="http://schemas.openxmlformats.org/drawingml/2006/main">
            <a:off x="609600" y="4371975"/>
            <a:ext cx="57150" cy="257175"/>
          </a:xfrm>
          <a:prstGeom xmlns:a="http://schemas.openxmlformats.org/drawingml/2006/main" prst="rect">
            <a:avLst/>
          </a:prstGeom>
          <a:solidFill xmlns:a="http://schemas.openxmlformats.org/drawingml/2006/main">
            <a:srgbClr val="E77D60"/>
          </a:solidFill>
          <a:ln xmlns:a="http://schemas.openxmlformats.org/drawingml/2006/main" w="0">
            <a:noFill/>
          </a:ln>
        </p:spPr>
      </p:sp>
      <p:sp>
        <p:nvSpPr>
          <p:cNvPr id="12" name="shape-20">
            <a:extLst xmlns:a="http://schemas.openxmlformats.org/drawingml/2006/main">
              <a:ext uri="{FF2B5EF4-FFF2-40B4-BE49-F238E27FC236}">
                <a16:creationId xmlns:a16="http://schemas.microsoft.com/office/drawing/2014/main" id="{B0174E30-30EE-4C50-84C9-D35749C078C5}"/>
              </a:ext>
            </a:extLst>
          </p:cNvPr>
          <p:cNvSpPr>
            <a:spLocks xmlns:a="http://schemas.openxmlformats.org/drawingml/2006/main" noGrp="1"/>
          </p:cNvSpPr>
          <p:nvPr/>
        </p:nvSpPr>
        <p:spPr>
          <a:xfrm xmlns:a="http://schemas.openxmlformats.org/drawingml/2006/main">
            <a:off x="828675" y="4257675"/>
            <a:ext cx="53054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73F43"/>
                </a:solidFill>
                <a:latin typeface="Atkinson Hyperlegible"/>
                <a:ea typeface="Atkinson Hyperlegible"/>
                <a:cs typeface="Atkinson Hyperlegible"/>
              </a:defRPr>
            </a:defPPr>
            <a:lvl1pPr algn="l">
              <a:defRPr sz="2175" b="0">
                <a:solidFill>
                  <a:srgbClr val="173F43"/>
                </a:solidFill>
                <a:latin typeface="Atkinson Hyperlegible"/>
                <a:ea typeface="Atkinson Hyperlegible"/>
                <a:cs typeface="Atkinson Hyperlegible"/>
              </a:defRPr>
            </a:lvl1pPr>
            <a:lvl2pPr algn="l">
              <a:defRPr sz="2175" b="0">
                <a:solidFill>
                  <a:srgbClr val="173F43"/>
                </a:solidFill>
                <a:latin typeface="Atkinson Hyperlegible"/>
                <a:ea typeface="Atkinson Hyperlegible"/>
                <a:cs typeface="Atkinson Hyperlegible"/>
              </a:defRPr>
            </a:lvl2pPr>
            <a:lvl3pPr algn="l">
              <a:defRPr sz="2175" b="0">
                <a:solidFill>
                  <a:srgbClr val="173F43"/>
                </a:solidFill>
                <a:latin typeface="Atkinson Hyperlegible"/>
                <a:ea typeface="Atkinson Hyperlegible"/>
                <a:cs typeface="Atkinson Hyperlegible"/>
              </a:defRPr>
            </a:lvl3pPr>
            <a:lvl4pPr algn="l">
              <a:defRPr sz="2175" b="0">
                <a:solidFill>
                  <a:srgbClr val="173F43"/>
                </a:solidFill>
                <a:latin typeface="Atkinson Hyperlegible"/>
                <a:ea typeface="Atkinson Hyperlegible"/>
                <a:cs typeface="Atkinson Hyperlegible"/>
              </a:defRPr>
            </a:lvl4pPr>
            <a:lvl5pPr algn="l">
              <a:defRPr sz="2175" b="0">
                <a:solidFill>
                  <a:srgbClr val="173F43"/>
                </a:solidFill>
                <a:latin typeface="Atkinson Hyperlegible"/>
                <a:ea typeface="Atkinson Hyperlegible"/>
                <a:cs typeface="Atkinson Hyperlegible"/>
              </a:defRPr>
            </a:lvl5pPr>
            <a:lvl6pPr algn="l">
              <a:defRPr sz="2175" b="0">
                <a:solidFill>
                  <a:srgbClr val="173F43"/>
                </a:solidFill>
                <a:latin typeface="Atkinson Hyperlegible"/>
                <a:ea typeface="Atkinson Hyperlegible"/>
                <a:cs typeface="Atkinson Hyperlegible"/>
              </a:defRPr>
            </a:lvl6pPr>
            <a:lvl7pPr algn="l">
              <a:defRPr sz="2175" b="0">
                <a:solidFill>
                  <a:srgbClr val="173F43"/>
                </a:solidFill>
                <a:latin typeface="Atkinson Hyperlegible"/>
                <a:ea typeface="Atkinson Hyperlegible"/>
                <a:cs typeface="Atkinson Hyperlegible"/>
              </a:defRPr>
            </a:lvl7pPr>
            <a:lvl8pPr algn="l">
              <a:defRPr sz="2175" b="0">
                <a:solidFill>
                  <a:srgbClr val="173F43"/>
                </a:solidFill>
                <a:latin typeface="Atkinson Hyperlegible"/>
                <a:ea typeface="Atkinson Hyperlegible"/>
                <a:cs typeface="Atkinson Hyperlegible"/>
              </a:defRPr>
            </a:lvl8pPr>
            <a:lvl9pPr algn="l">
              <a:defRPr sz="2175" b="0">
                <a:solidFill>
                  <a:srgbClr val="173F43"/>
                </a:solidFill>
                <a:latin typeface="Atkinson Hyperlegible"/>
                <a:ea typeface="Atkinson Hyperlegible"/>
                <a:cs typeface="Atkinson Hyperlegible"/>
              </a:defRPr>
            </a:lvl9pPr>
          </a:lstStyle>
          <a:p xmlns:a="http://schemas.openxmlformats.org/drawingml/2006/main">
            <a:pPr algn="l">
              <a:defRPr sz="2175" b="0">
                <a:solidFill>
                  <a:srgbClr val="173F43"/>
                </a:solidFill>
                <a:latin typeface="Atkinson Hyperlegible"/>
                <a:ea typeface="Atkinson Hyperlegible"/>
                <a:cs typeface="Atkinson Hyperlegible"/>
              </a:defRPr>
            </a:pPr>
            <a:r>
              <a:rPr sz="2175" b="0">
                <a:solidFill>
                  <a:srgbClr val="173F43"/>
                </a:solidFill>
                <a:latin typeface="Atkinson Hyperlegible"/>
                <a:ea typeface="Atkinson Hyperlegible"/>
                <a:cs typeface="Atkinson Hyperlegible"/>
              </a:rPr>
              <a:t>Measure service, interruption duration and distribution efficiency.</a:t>
            </a:r>
          </a:p>
        </p:txBody>
      </p:sp>
      <p:pic>
        <p:nvPicPr>
          <p:cNvPr id="13" name="">
            <a:extLst xmlns:a="http://schemas.openxmlformats.org/drawingml/2006/main">
              <a:ext uri="{FF2B5EF4-FFF2-40B4-BE49-F238E27FC236}">
                <a16:creationId xmlns:a16="http://schemas.microsoft.com/office/drawing/2014/main" id="{755DF92F-DC5B-4E9A-88B8-538B9F703CEC}"/>
              </a:ext>
            </a:extLst>
          </p:cNvPr>
          <p:cNvPicPr>
            <a:picLocks xmlns:a="http://schemas.openxmlformats.org/drawingml/2006/main" noChangeAspect="1"/>
          </p:cNvPicPr>
          <p:nvPr/>
        </p:nvPicPr>
        <p:blipFill>
          <a:blip xmlns:r="http://schemas.openxmlformats.org/officeDocument/2006/relationships" xmlns:a="http://schemas.openxmlformats.org/drawingml/2006/main" r:embed="R330146b156bc4072"/>
          <a:stretch xmlns:a="http://schemas.openxmlformats.org/drawingml/2006/main"/>
        </p:blipFill>
        <p:spPr>
          <a:xfrm xmlns:a="http://schemas.openxmlformats.org/drawingml/2006/main">
            <a:off x="6381750" y="2303084"/>
            <a:ext cx="5191125" cy="2918583"/>
          </a:xfrm>
          <a:prstGeom xmlns:a="http://schemas.openxmlformats.org/drawingml/2006/main" prst="rect">
            <a:avLst/>
          </a:prstGeom>
        </p:spPr>
      </p:pic>
      <p:sp>
        <p:nvSpPr>
          <p:cNvPr id="14" name="shape-21">
            <a:extLst xmlns:a="http://schemas.openxmlformats.org/drawingml/2006/main">
              <a:ext uri="{FF2B5EF4-FFF2-40B4-BE49-F238E27FC236}">
                <a16:creationId xmlns:a16="http://schemas.microsoft.com/office/drawing/2014/main" id="{E4020D78-6063-4E1F-A557-3ADCAE613D69}"/>
              </a:ext>
            </a:extLst>
          </p:cNvPr>
          <p:cNvSpPr>
            <a:spLocks xmlns:a="http://schemas.openxmlformats.org/drawingml/2006/main" noGrp="1"/>
          </p:cNvSpPr>
          <p:nvPr/>
        </p:nvSpPr>
        <p:spPr>
          <a:xfrm xmlns:a="http://schemas.openxmlformats.org/drawingml/2006/main">
            <a:off x="609600" y="58293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37B73"/>
                </a:solidFill>
                <a:latin typeface="Atkinson Hyperlegible"/>
                <a:ea typeface="Atkinson Hyperlegible"/>
                <a:cs typeface="Atkinson Hyperlegible"/>
              </a:defRPr>
            </a:defPPr>
            <a:lvl1pPr algn="l">
              <a:defRPr sz="1725" b="1">
                <a:solidFill>
                  <a:srgbClr val="137B73"/>
                </a:solidFill>
                <a:latin typeface="Atkinson Hyperlegible"/>
                <a:ea typeface="Atkinson Hyperlegible"/>
                <a:cs typeface="Atkinson Hyperlegible"/>
              </a:defRPr>
            </a:lvl1pPr>
            <a:lvl2pPr algn="l">
              <a:defRPr sz="1725" b="1">
                <a:solidFill>
                  <a:srgbClr val="137B73"/>
                </a:solidFill>
                <a:latin typeface="Atkinson Hyperlegible"/>
                <a:ea typeface="Atkinson Hyperlegible"/>
                <a:cs typeface="Atkinson Hyperlegible"/>
              </a:defRPr>
            </a:lvl2pPr>
            <a:lvl3pPr algn="l">
              <a:defRPr sz="1725" b="1">
                <a:solidFill>
                  <a:srgbClr val="137B73"/>
                </a:solidFill>
                <a:latin typeface="Atkinson Hyperlegible"/>
                <a:ea typeface="Atkinson Hyperlegible"/>
                <a:cs typeface="Atkinson Hyperlegible"/>
              </a:defRPr>
            </a:lvl3pPr>
            <a:lvl4pPr algn="l">
              <a:defRPr sz="1725" b="1">
                <a:solidFill>
                  <a:srgbClr val="137B73"/>
                </a:solidFill>
                <a:latin typeface="Atkinson Hyperlegible"/>
                <a:ea typeface="Atkinson Hyperlegible"/>
                <a:cs typeface="Atkinson Hyperlegible"/>
              </a:defRPr>
            </a:lvl4pPr>
            <a:lvl5pPr algn="l">
              <a:defRPr sz="1725" b="1">
                <a:solidFill>
                  <a:srgbClr val="137B73"/>
                </a:solidFill>
                <a:latin typeface="Atkinson Hyperlegible"/>
                <a:ea typeface="Atkinson Hyperlegible"/>
                <a:cs typeface="Atkinson Hyperlegible"/>
              </a:defRPr>
            </a:lvl5pPr>
            <a:lvl6pPr algn="l">
              <a:defRPr sz="1725" b="1">
                <a:solidFill>
                  <a:srgbClr val="137B73"/>
                </a:solidFill>
                <a:latin typeface="Atkinson Hyperlegible"/>
                <a:ea typeface="Atkinson Hyperlegible"/>
                <a:cs typeface="Atkinson Hyperlegible"/>
              </a:defRPr>
            </a:lvl6pPr>
            <a:lvl7pPr algn="l">
              <a:defRPr sz="1725" b="1">
                <a:solidFill>
                  <a:srgbClr val="137B73"/>
                </a:solidFill>
                <a:latin typeface="Atkinson Hyperlegible"/>
                <a:ea typeface="Atkinson Hyperlegible"/>
                <a:cs typeface="Atkinson Hyperlegible"/>
              </a:defRPr>
            </a:lvl7pPr>
            <a:lvl8pPr algn="l">
              <a:defRPr sz="1725" b="1">
                <a:solidFill>
                  <a:srgbClr val="137B73"/>
                </a:solidFill>
                <a:latin typeface="Atkinson Hyperlegible"/>
                <a:ea typeface="Atkinson Hyperlegible"/>
                <a:cs typeface="Atkinson Hyperlegible"/>
              </a:defRPr>
            </a:lvl8pPr>
            <a:lvl9pPr algn="l">
              <a:defRPr sz="1725" b="1">
                <a:solidFill>
                  <a:srgbClr val="137B73"/>
                </a:solidFill>
                <a:latin typeface="Atkinson Hyperlegible"/>
                <a:ea typeface="Atkinson Hyperlegible"/>
                <a:cs typeface="Atkinson Hyperlegible"/>
              </a:defRPr>
            </a:lvl9pPr>
          </a:lstStyle>
          <a:p xmlns:a="http://schemas.openxmlformats.org/drawingml/2006/main">
            <a:pPr algn="l">
              <a:defRPr sz="1725" b="1">
                <a:solidFill>
                  <a:srgbClr val="137B73"/>
                </a:solidFill>
                <a:latin typeface="Atkinson Hyperlegible"/>
                <a:ea typeface="Atkinson Hyperlegible"/>
                <a:cs typeface="Atkinson Hyperlegible"/>
              </a:defRPr>
            </a:pPr>
            <a:r>
              <a:rPr sz="1725" b="1">
                <a:solidFill>
                  <a:srgbClr val="137B73"/>
                </a:solidFill>
                <a:latin typeface="Atkinson Hyperlegible"/>
                <a:ea typeface="Atkinson Hyperlegible"/>
                <a:cs typeface="Atkinson Hyperlegible"/>
              </a:rPr>
              <a:t>All demand and supply traces are synthetic. The map shows administrative geography.</a:t>
            </a:r>
          </a:p>
        </p:txBody>
      </p:sp>
    </p:spTree>
    <p:extLst>
      <p:ext uri="{BB962C8B-B14F-4D97-AF65-F5344CB8AC3E}">
        <p14:creationId xmlns:p14="http://schemas.microsoft.com/office/powerpoint/2010/main" val="489690562"/>
      </p:ext>
    </p:extLst>
  </p:cSld>
</p:sld>
</file>

<file path=ppt/slides/slide3.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13" name="shape-22">
            <a:extLst xmlns:a="http://schemas.openxmlformats.org/drawingml/2006/main">
              <a:ext uri="{FF2B5EF4-FFF2-40B4-BE49-F238E27FC236}">
                <a16:creationId xmlns:a16="http://schemas.microsoft.com/office/drawing/2014/main" id="{F032A59B-9B18-4488-A530-4F82C4915C3D}"/>
              </a:ext>
            </a:extLst>
          </p:cNvPr>
          <p:cNvSpPr>
            <a:spLocks xmlns:a="http://schemas.openxmlformats.org/drawingml/2006/main" noGrp="1"/>
          </p:cNvSpPr>
          <p:nvPr/>
        </p:nvSpPr>
        <p:spPr>
          <a:xfrm xmlns:a="http://schemas.openxmlformats.org/drawingml/2006/main">
            <a:off x="609600" y="266700"/>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37B73"/>
                </a:solidFill>
                <a:latin typeface="Atkinson Hyperlegible"/>
                <a:ea typeface="Atkinson Hyperlegible"/>
                <a:cs typeface="Atkinson Hyperlegible"/>
              </a:defRPr>
            </a:defPPr>
            <a:lvl1pPr algn="l">
              <a:defRPr sz="1350" b="1">
                <a:solidFill>
                  <a:srgbClr val="137B73"/>
                </a:solidFill>
                <a:latin typeface="Atkinson Hyperlegible"/>
                <a:ea typeface="Atkinson Hyperlegible"/>
                <a:cs typeface="Atkinson Hyperlegible"/>
              </a:defRPr>
            </a:lvl1pPr>
            <a:lvl2pPr algn="l">
              <a:defRPr sz="1350" b="1">
                <a:solidFill>
                  <a:srgbClr val="137B73"/>
                </a:solidFill>
                <a:latin typeface="Atkinson Hyperlegible"/>
                <a:ea typeface="Atkinson Hyperlegible"/>
                <a:cs typeface="Atkinson Hyperlegible"/>
              </a:defRPr>
            </a:lvl2pPr>
            <a:lvl3pPr algn="l">
              <a:defRPr sz="1350" b="1">
                <a:solidFill>
                  <a:srgbClr val="137B73"/>
                </a:solidFill>
                <a:latin typeface="Atkinson Hyperlegible"/>
                <a:ea typeface="Atkinson Hyperlegible"/>
                <a:cs typeface="Atkinson Hyperlegible"/>
              </a:defRPr>
            </a:lvl3pPr>
            <a:lvl4pPr algn="l">
              <a:defRPr sz="1350" b="1">
                <a:solidFill>
                  <a:srgbClr val="137B73"/>
                </a:solidFill>
                <a:latin typeface="Atkinson Hyperlegible"/>
                <a:ea typeface="Atkinson Hyperlegible"/>
                <a:cs typeface="Atkinson Hyperlegible"/>
              </a:defRPr>
            </a:lvl4pPr>
            <a:lvl5pPr algn="l">
              <a:defRPr sz="1350" b="1">
                <a:solidFill>
                  <a:srgbClr val="137B73"/>
                </a:solidFill>
                <a:latin typeface="Atkinson Hyperlegible"/>
                <a:ea typeface="Atkinson Hyperlegible"/>
                <a:cs typeface="Atkinson Hyperlegible"/>
              </a:defRPr>
            </a:lvl5pPr>
            <a:lvl6pPr algn="l">
              <a:defRPr sz="1350" b="1">
                <a:solidFill>
                  <a:srgbClr val="137B73"/>
                </a:solidFill>
                <a:latin typeface="Atkinson Hyperlegible"/>
                <a:ea typeface="Atkinson Hyperlegible"/>
                <a:cs typeface="Atkinson Hyperlegible"/>
              </a:defRPr>
            </a:lvl6pPr>
            <a:lvl7pPr algn="l">
              <a:defRPr sz="1350" b="1">
                <a:solidFill>
                  <a:srgbClr val="137B73"/>
                </a:solidFill>
                <a:latin typeface="Atkinson Hyperlegible"/>
                <a:ea typeface="Atkinson Hyperlegible"/>
                <a:cs typeface="Atkinson Hyperlegible"/>
              </a:defRPr>
            </a:lvl7pPr>
            <a:lvl8pPr algn="l">
              <a:defRPr sz="1350" b="1">
                <a:solidFill>
                  <a:srgbClr val="137B73"/>
                </a:solidFill>
                <a:latin typeface="Atkinson Hyperlegible"/>
                <a:ea typeface="Atkinson Hyperlegible"/>
                <a:cs typeface="Atkinson Hyperlegible"/>
              </a:defRPr>
            </a:lvl8pPr>
            <a:lvl9pPr algn="l">
              <a:defRPr sz="1350" b="1">
                <a:solidFill>
                  <a:srgbClr val="137B73"/>
                </a:solidFill>
                <a:latin typeface="Atkinson Hyperlegible"/>
                <a:ea typeface="Atkinson Hyperlegible"/>
                <a:cs typeface="Atkinson Hyperlegible"/>
              </a:defRPr>
            </a:lvl9pPr>
          </a:lstStyle>
          <a:p xmlns:a="http://schemas.openxmlformats.org/drawingml/2006/main">
            <a:pPr algn="l">
              <a:defRPr sz="1350" b="1">
                <a:solidFill>
                  <a:srgbClr val="137B73"/>
                </a:solidFill>
                <a:latin typeface="Atkinson Hyperlegible"/>
                <a:ea typeface="Atkinson Hyperlegible"/>
                <a:cs typeface="Atkinson Hyperlegible"/>
              </a:defRPr>
            </a:pPr>
            <a:r>
              <a:rPr sz="1350" b="1">
                <a:solidFill>
                  <a:srgbClr val="137B73"/>
                </a:solidFill>
                <a:latin typeface="Atkinson Hyperlegible"/>
                <a:ea typeface="Atkinson Hyperlegible"/>
                <a:cs typeface="Atkinson Hyperlegible"/>
              </a:rPr>
              <a:t>GridGuard Khartoum</a:t>
            </a:r>
          </a:p>
        </p:txBody>
      </p:sp>
      <p:sp>
        <p:nvSpPr>
          <p:cNvPr id="2" name="shape-23">
            <a:extLst xmlns:a="http://schemas.openxmlformats.org/drawingml/2006/main">
              <a:ext uri="{FF2B5EF4-FFF2-40B4-BE49-F238E27FC236}">
                <a16:creationId xmlns:a16="http://schemas.microsoft.com/office/drawing/2014/main" id="{77CD9A09-D0DC-4937-A22B-5972C7F1FBB7}"/>
              </a:ext>
            </a:extLst>
          </p:cNvPr>
          <p:cNvSpPr>
            <a:spLocks xmlns:a="http://schemas.openxmlformats.org/drawingml/2006/main" noGrp="1"/>
          </p:cNvSpPr>
          <p:nvPr/>
        </p:nvSpPr>
        <p:spPr>
          <a:xfrm xmlns:a="http://schemas.openxmlformats.org/drawingml/2006/main">
            <a:off x="609600" y="7334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F43"/>
                </a:solidFill>
                <a:latin typeface="Atkinson Hyperlegible"/>
                <a:ea typeface="Atkinson Hyperlegible"/>
                <a:cs typeface="Atkinson Hyperlegible"/>
              </a:defRPr>
            </a:defPPr>
            <a:lvl1pPr algn="l">
              <a:defRPr sz="3150" b="1">
                <a:solidFill>
                  <a:srgbClr val="173F43"/>
                </a:solidFill>
                <a:latin typeface="Atkinson Hyperlegible"/>
                <a:ea typeface="Atkinson Hyperlegible"/>
                <a:cs typeface="Atkinson Hyperlegible"/>
              </a:defRPr>
            </a:lvl1pPr>
            <a:lvl2pPr algn="l">
              <a:defRPr sz="3150" b="1">
                <a:solidFill>
                  <a:srgbClr val="173F43"/>
                </a:solidFill>
                <a:latin typeface="Atkinson Hyperlegible"/>
                <a:ea typeface="Atkinson Hyperlegible"/>
                <a:cs typeface="Atkinson Hyperlegible"/>
              </a:defRPr>
            </a:lvl2pPr>
            <a:lvl3pPr algn="l">
              <a:defRPr sz="3150" b="1">
                <a:solidFill>
                  <a:srgbClr val="173F43"/>
                </a:solidFill>
                <a:latin typeface="Atkinson Hyperlegible"/>
                <a:ea typeface="Atkinson Hyperlegible"/>
                <a:cs typeface="Atkinson Hyperlegible"/>
              </a:defRPr>
            </a:lvl3pPr>
            <a:lvl4pPr algn="l">
              <a:defRPr sz="3150" b="1">
                <a:solidFill>
                  <a:srgbClr val="173F43"/>
                </a:solidFill>
                <a:latin typeface="Atkinson Hyperlegible"/>
                <a:ea typeface="Atkinson Hyperlegible"/>
                <a:cs typeface="Atkinson Hyperlegible"/>
              </a:defRPr>
            </a:lvl4pPr>
            <a:lvl5pPr algn="l">
              <a:defRPr sz="3150" b="1">
                <a:solidFill>
                  <a:srgbClr val="173F43"/>
                </a:solidFill>
                <a:latin typeface="Atkinson Hyperlegible"/>
                <a:ea typeface="Atkinson Hyperlegible"/>
                <a:cs typeface="Atkinson Hyperlegible"/>
              </a:defRPr>
            </a:lvl5pPr>
            <a:lvl6pPr algn="l">
              <a:defRPr sz="3150" b="1">
                <a:solidFill>
                  <a:srgbClr val="173F43"/>
                </a:solidFill>
                <a:latin typeface="Atkinson Hyperlegible"/>
                <a:ea typeface="Atkinson Hyperlegible"/>
                <a:cs typeface="Atkinson Hyperlegible"/>
              </a:defRPr>
            </a:lvl6pPr>
            <a:lvl7pPr algn="l">
              <a:defRPr sz="3150" b="1">
                <a:solidFill>
                  <a:srgbClr val="173F43"/>
                </a:solidFill>
                <a:latin typeface="Atkinson Hyperlegible"/>
                <a:ea typeface="Atkinson Hyperlegible"/>
                <a:cs typeface="Atkinson Hyperlegible"/>
              </a:defRPr>
            </a:lvl7pPr>
            <a:lvl8pPr algn="l">
              <a:defRPr sz="3150" b="1">
                <a:solidFill>
                  <a:srgbClr val="173F43"/>
                </a:solidFill>
                <a:latin typeface="Atkinson Hyperlegible"/>
                <a:ea typeface="Atkinson Hyperlegible"/>
                <a:cs typeface="Atkinson Hyperlegible"/>
              </a:defRPr>
            </a:lvl8pPr>
            <a:lvl9pPr algn="l">
              <a:defRPr sz="3150" b="1">
                <a:solidFill>
                  <a:srgbClr val="173F43"/>
                </a:solidFill>
                <a:latin typeface="Atkinson Hyperlegible"/>
                <a:ea typeface="Atkinson Hyperlegible"/>
                <a:cs typeface="Atkinson Hyperlegible"/>
              </a:defRPr>
            </a:lvl9pPr>
          </a:lstStyle>
          <a:p xmlns:a="http://schemas.openxmlformats.org/drawingml/2006/main">
            <a:pPr algn="l">
              <a:defRPr sz="3150" b="1">
                <a:solidFill>
                  <a:srgbClr val="173F43"/>
                </a:solidFill>
                <a:latin typeface="Atkinson Hyperlegible"/>
                <a:ea typeface="Atkinson Hyperlegible"/>
                <a:cs typeface="Atkinson Hyperlegible"/>
              </a:defRPr>
            </a:pPr>
            <a:r>
              <a:rPr sz="3150" b="1">
                <a:solidFill>
                  <a:srgbClr val="173F43"/>
                </a:solidFill>
                <a:latin typeface="Atkinson Hyperlegible"/>
                <a:ea typeface="Atkinson Hyperlegible"/>
                <a:cs typeface="Atkinson Hyperlegible"/>
              </a:rPr>
              <a:t>The simulation and service choices</a:t>
            </a:r>
          </a:p>
        </p:txBody>
      </p:sp>
      <p:sp>
        <p:nvSpPr>
          <p:cNvPr id="3" name="shape-24">
            <a:extLst xmlns:a="http://schemas.openxmlformats.org/drawingml/2006/main">
              <a:ext uri="{FF2B5EF4-FFF2-40B4-BE49-F238E27FC236}">
                <a16:creationId xmlns:a16="http://schemas.microsoft.com/office/drawing/2014/main" id="{CCB748A9-3B94-4EEB-BA86-28DC3BF5D509}"/>
              </a:ext>
            </a:extLst>
          </p:cNvPr>
          <p:cNvSpPr>
            <a:spLocks xmlns:a="http://schemas.openxmlformats.org/drawingml/2006/main" noGrp="1"/>
          </p:cNvSpPr>
          <p:nvPr/>
        </p:nvSpPr>
        <p:spPr>
          <a:xfrm xmlns:a="http://schemas.openxmlformats.org/drawingml/2006/main">
            <a:off x="609600" y="136207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787A"/>
                </a:solidFill>
                <a:latin typeface="Atkinson Hyperlegible"/>
                <a:ea typeface="Atkinson Hyperlegible"/>
                <a:cs typeface="Atkinson Hyperlegible"/>
              </a:defRPr>
            </a:defPPr>
            <a:lvl1pPr algn="l">
              <a:defRPr sz="1725" b="0">
                <a:solidFill>
                  <a:srgbClr val="58787A"/>
                </a:solidFill>
                <a:latin typeface="Atkinson Hyperlegible"/>
                <a:ea typeface="Atkinson Hyperlegible"/>
                <a:cs typeface="Atkinson Hyperlegible"/>
              </a:defRPr>
            </a:lvl1pPr>
            <a:lvl2pPr algn="l">
              <a:defRPr sz="1725" b="0">
                <a:solidFill>
                  <a:srgbClr val="58787A"/>
                </a:solidFill>
                <a:latin typeface="Atkinson Hyperlegible"/>
                <a:ea typeface="Atkinson Hyperlegible"/>
                <a:cs typeface="Atkinson Hyperlegible"/>
              </a:defRPr>
            </a:lvl2pPr>
            <a:lvl3pPr algn="l">
              <a:defRPr sz="1725" b="0">
                <a:solidFill>
                  <a:srgbClr val="58787A"/>
                </a:solidFill>
                <a:latin typeface="Atkinson Hyperlegible"/>
                <a:ea typeface="Atkinson Hyperlegible"/>
                <a:cs typeface="Atkinson Hyperlegible"/>
              </a:defRPr>
            </a:lvl3pPr>
            <a:lvl4pPr algn="l">
              <a:defRPr sz="1725" b="0">
                <a:solidFill>
                  <a:srgbClr val="58787A"/>
                </a:solidFill>
                <a:latin typeface="Atkinson Hyperlegible"/>
                <a:ea typeface="Atkinson Hyperlegible"/>
                <a:cs typeface="Atkinson Hyperlegible"/>
              </a:defRPr>
            </a:lvl4pPr>
            <a:lvl5pPr algn="l">
              <a:defRPr sz="1725" b="0">
                <a:solidFill>
                  <a:srgbClr val="58787A"/>
                </a:solidFill>
                <a:latin typeface="Atkinson Hyperlegible"/>
                <a:ea typeface="Atkinson Hyperlegible"/>
                <a:cs typeface="Atkinson Hyperlegible"/>
              </a:defRPr>
            </a:lvl5pPr>
            <a:lvl6pPr algn="l">
              <a:defRPr sz="1725" b="0">
                <a:solidFill>
                  <a:srgbClr val="58787A"/>
                </a:solidFill>
                <a:latin typeface="Atkinson Hyperlegible"/>
                <a:ea typeface="Atkinson Hyperlegible"/>
                <a:cs typeface="Atkinson Hyperlegible"/>
              </a:defRPr>
            </a:lvl6pPr>
            <a:lvl7pPr algn="l">
              <a:defRPr sz="1725" b="0">
                <a:solidFill>
                  <a:srgbClr val="58787A"/>
                </a:solidFill>
                <a:latin typeface="Atkinson Hyperlegible"/>
                <a:ea typeface="Atkinson Hyperlegible"/>
                <a:cs typeface="Atkinson Hyperlegible"/>
              </a:defRPr>
            </a:lvl7pPr>
            <a:lvl8pPr algn="l">
              <a:defRPr sz="1725" b="0">
                <a:solidFill>
                  <a:srgbClr val="58787A"/>
                </a:solidFill>
                <a:latin typeface="Atkinson Hyperlegible"/>
                <a:ea typeface="Atkinson Hyperlegible"/>
                <a:cs typeface="Atkinson Hyperlegible"/>
              </a:defRPr>
            </a:lvl8pPr>
            <a:lvl9pPr algn="l">
              <a:defRPr sz="1725" b="0">
                <a:solidFill>
                  <a:srgbClr val="58787A"/>
                </a:solidFill>
                <a:latin typeface="Atkinson Hyperlegible"/>
                <a:ea typeface="Atkinson Hyperlegible"/>
                <a:cs typeface="Atkinson Hyperlegible"/>
              </a:defRPr>
            </a:lvl9pPr>
          </a:lstStyle>
          <a:p xmlns:a="http://schemas.openxmlformats.org/drawingml/2006/main">
            <a:pPr algn="l">
              <a:defRPr sz="1725" b="0">
                <a:solidFill>
                  <a:srgbClr val="58787A"/>
                </a:solidFill>
                <a:latin typeface="Atkinson Hyperlegible"/>
                <a:ea typeface="Atkinson Hyperlegible"/>
                <a:cs typeface="Atkinson Hyperlegible"/>
              </a:defRPr>
            </a:pPr>
            <a:r>
              <a:rPr sz="1725" b="0">
                <a:solidFill>
                  <a:srgbClr val="58787A"/>
                </a:solidFill>
                <a:latin typeface="Atkinson Hyperlegible"/>
                <a:ea typeface="Atkinson Hyperlegible"/>
                <a:cs typeface="Atkinson Hyperlegible"/>
              </a:rPr>
              <a:t>24 hourly decisions with current observations and accumulated service history</a:t>
            </a:r>
          </a:p>
        </p:txBody>
      </p:sp>
      <p:sp>
        <p:nvSpPr>
          <p:cNvPr id="4" name="shape-25">
            <a:extLst xmlns:a="http://schemas.openxmlformats.org/drawingml/2006/main">
              <a:ext uri="{FF2B5EF4-FFF2-40B4-BE49-F238E27FC236}">
                <a16:creationId xmlns:a16="http://schemas.microsoft.com/office/drawing/2014/main" id="{CFD078A1-CD17-4B90-A103-15E8BD4BB09D}"/>
              </a:ext>
            </a:extLst>
          </p:cNvPr>
          <p:cNvSpPr>
            <a:spLocks xmlns:a="http://schemas.openxmlformats.org/drawingml/2006/main" noGrp="1"/>
          </p:cNvSpPr>
          <p:nvPr/>
        </p:nvSpPr>
        <p:spPr>
          <a:xfrm xmlns:a="http://schemas.openxmlformats.org/drawingml/2006/main">
            <a:off x="609600" y="6448425"/>
            <a:ext cx="10972800" cy="9525"/>
          </a:xfrm>
          <a:prstGeom xmlns:a="http://schemas.openxmlformats.org/drawingml/2006/main" prst="rect">
            <a:avLst/>
          </a:prstGeom>
          <a:solidFill xmlns:a="http://schemas.openxmlformats.org/drawingml/2006/main">
            <a:srgbClr val="D8E5DF"/>
          </a:solidFill>
          <a:ln xmlns:a="http://schemas.openxmlformats.org/drawingml/2006/main" w="0">
            <a:noFill/>
          </a:ln>
        </p:spPr>
      </p:sp>
      <p:sp>
        <p:nvSpPr>
          <p:cNvPr id="5" name="shape-26">
            <a:extLst xmlns:a="http://schemas.openxmlformats.org/drawingml/2006/main">
              <a:ext uri="{FF2B5EF4-FFF2-40B4-BE49-F238E27FC236}">
                <a16:creationId xmlns:a16="http://schemas.microsoft.com/office/drawing/2014/main" id="{F2084C26-E3DF-45E6-A810-8ECA3D702996}"/>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8787A"/>
                </a:solidFill>
                <a:latin typeface="Atkinson Hyperlegible"/>
                <a:ea typeface="Atkinson Hyperlegible"/>
                <a:cs typeface="Atkinson Hyperlegible"/>
              </a:defRPr>
            </a:defPPr>
            <a:lvl1pPr algn="l">
              <a:defRPr sz="1050" b="0">
                <a:solidFill>
                  <a:srgbClr val="58787A"/>
                </a:solidFill>
                <a:latin typeface="Atkinson Hyperlegible"/>
                <a:ea typeface="Atkinson Hyperlegible"/>
                <a:cs typeface="Atkinson Hyperlegible"/>
              </a:defRPr>
            </a:lvl1pPr>
            <a:lvl2pPr algn="l">
              <a:defRPr sz="1050" b="0">
                <a:solidFill>
                  <a:srgbClr val="58787A"/>
                </a:solidFill>
                <a:latin typeface="Atkinson Hyperlegible"/>
                <a:ea typeface="Atkinson Hyperlegible"/>
                <a:cs typeface="Atkinson Hyperlegible"/>
              </a:defRPr>
            </a:lvl2pPr>
            <a:lvl3pPr algn="l">
              <a:defRPr sz="1050" b="0">
                <a:solidFill>
                  <a:srgbClr val="58787A"/>
                </a:solidFill>
                <a:latin typeface="Atkinson Hyperlegible"/>
                <a:ea typeface="Atkinson Hyperlegible"/>
                <a:cs typeface="Atkinson Hyperlegible"/>
              </a:defRPr>
            </a:lvl3pPr>
            <a:lvl4pPr algn="l">
              <a:defRPr sz="1050" b="0">
                <a:solidFill>
                  <a:srgbClr val="58787A"/>
                </a:solidFill>
                <a:latin typeface="Atkinson Hyperlegible"/>
                <a:ea typeface="Atkinson Hyperlegible"/>
                <a:cs typeface="Atkinson Hyperlegible"/>
              </a:defRPr>
            </a:lvl4pPr>
            <a:lvl5pPr algn="l">
              <a:defRPr sz="1050" b="0">
                <a:solidFill>
                  <a:srgbClr val="58787A"/>
                </a:solidFill>
                <a:latin typeface="Atkinson Hyperlegible"/>
                <a:ea typeface="Atkinson Hyperlegible"/>
                <a:cs typeface="Atkinson Hyperlegible"/>
              </a:defRPr>
            </a:lvl5pPr>
            <a:lvl6pPr algn="l">
              <a:defRPr sz="1050" b="0">
                <a:solidFill>
                  <a:srgbClr val="58787A"/>
                </a:solidFill>
                <a:latin typeface="Atkinson Hyperlegible"/>
                <a:ea typeface="Atkinson Hyperlegible"/>
                <a:cs typeface="Atkinson Hyperlegible"/>
              </a:defRPr>
            </a:lvl6pPr>
            <a:lvl7pPr algn="l">
              <a:defRPr sz="1050" b="0">
                <a:solidFill>
                  <a:srgbClr val="58787A"/>
                </a:solidFill>
                <a:latin typeface="Atkinson Hyperlegible"/>
                <a:ea typeface="Atkinson Hyperlegible"/>
                <a:cs typeface="Atkinson Hyperlegible"/>
              </a:defRPr>
            </a:lvl7pPr>
            <a:lvl8pPr algn="l">
              <a:defRPr sz="1050" b="0">
                <a:solidFill>
                  <a:srgbClr val="58787A"/>
                </a:solidFill>
                <a:latin typeface="Atkinson Hyperlegible"/>
                <a:ea typeface="Atkinson Hyperlegible"/>
                <a:cs typeface="Atkinson Hyperlegible"/>
              </a:defRPr>
            </a:lvl8pPr>
            <a:lvl9pPr algn="l">
              <a:defRPr sz="1050" b="0">
                <a:solidFill>
                  <a:srgbClr val="58787A"/>
                </a:solidFill>
                <a:latin typeface="Atkinson Hyperlegible"/>
                <a:ea typeface="Atkinson Hyperlegible"/>
                <a:cs typeface="Atkinson Hyperlegible"/>
              </a:defRPr>
            </a:lvl9pPr>
          </a:lstStyle>
          <a:p xmlns:a="http://schemas.openxmlformats.org/drawingml/2006/main">
            <a:pPr algn="l">
              <a:defRPr sz="1050" b="0">
                <a:solidFill>
                  <a:srgbClr val="58787A"/>
                </a:solidFill>
                <a:latin typeface="Atkinson Hyperlegible"/>
                <a:ea typeface="Atkinson Hyperlegible"/>
                <a:cs typeface="Atkinson Hyperlegible"/>
              </a:defRPr>
            </a:pPr>
            <a:r>
              <a:rPr sz="1050" b="0">
                <a:solidFill>
                  <a:srgbClr val="58787A"/>
                </a:solidFill>
                <a:latin typeface="Atkinson Hyperlegible"/>
                <a:ea typeface="Atkinson Hyperlegible"/>
                <a:cs typeface="Atkinson Hyperlegible"/>
              </a:rPr>
              <a:t>Synthetic scenarios. Decision support only.</a:t>
            </a:r>
          </a:p>
        </p:txBody>
      </p:sp>
      <p:sp>
        <p:nvSpPr>
          <p:cNvPr id="6" name="shape-27">
            <a:extLst xmlns:a="http://schemas.openxmlformats.org/drawingml/2006/main">
              <a:ext uri="{FF2B5EF4-FFF2-40B4-BE49-F238E27FC236}">
                <a16:creationId xmlns:a16="http://schemas.microsoft.com/office/drawing/2014/main" id="{804B8144-5D51-474E-BE76-99B4316A2261}"/>
              </a:ext>
            </a:extLst>
          </p:cNvPr>
          <p:cNvSpPr>
            <a:spLocks xmlns:a="http://schemas.openxmlformats.org/drawingml/2006/main" noGrp="1"/>
          </p:cNvSpPr>
          <p:nvPr/>
        </p:nvSpPr>
        <p:spPr>
          <a:xfrm xmlns:a="http://schemas.openxmlformats.org/drawingml/2006/main">
            <a:off x="11001375" y="6515100"/>
            <a:ext cx="581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137B73"/>
                </a:solidFill>
                <a:latin typeface="Atkinson Hyperlegible"/>
                <a:ea typeface="Atkinson Hyperlegible"/>
                <a:cs typeface="Atkinson Hyperlegible"/>
              </a:defRPr>
            </a:defPPr>
            <a:lvl1pPr algn="r">
              <a:defRPr sz="1275" b="0">
                <a:solidFill>
                  <a:srgbClr val="137B73"/>
                </a:solidFill>
                <a:latin typeface="Atkinson Hyperlegible"/>
                <a:ea typeface="Atkinson Hyperlegible"/>
                <a:cs typeface="Atkinson Hyperlegible"/>
              </a:defRPr>
            </a:lvl1pPr>
            <a:lvl2pPr algn="r">
              <a:defRPr sz="1275" b="0">
                <a:solidFill>
                  <a:srgbClr val="137B73"/>
                </a:solidFill>
                <a:latin typeface="Atkinson Hyperlegible"/>
                <a:ea typeface="Atkinson Hyperlegible"/>
                <a:cs typeface="Atkinson Hyperlegible"/>
              </a:defRPr>
            </a:lvl2pPr>
            <a:lvl3pPr algn="r">
              <a:defRPr sz="1275" b="0">
                <a:solidFill>
                  <a:srgbClr val="137B73"/>
                </a:solidFill>
                <a:latin typeface="Atkinson Hyperlegible"/>
                <a:ea typeface="Atkinson Hyperlegible"/>
                <a:cs typeface="Atkinson Hyperlegible"/>
              </a:defRPr>
            </a:lvl3pPr>
            <a:lvl4pPr algn="r">
              <a:defRPr sz="1275" b="0">
                <a:solidFill>
                  <a:srgbClr val="137B73"/>
                </a:solidFill>
                <a:latin typeface="Atkinson Hyperlegible"/>
                <a:ea typeface="Atkinson Hyperlegible"/>
                <a:cs typeface="Atkinson Hyperlegible"/>
              </a:defRPr>
            </a:lvl4pPr>
            <a:lvl5pPr algn="r">
              <a:defRPr sz="1275" b="0">
                <a:solidFill>
                  <a:srgbClr val="137B73"/>
                </a:solidFill>
                <a:latin typeface="Atkinson Hyperlegible"/>
                <a:ea typeface="Atkinson Hyperlegible"/>
                <a:cs typeface="Atkinson Hyperlegible"/>
              </a:defRPr>
            </a:lvl5pPr>
            <a:lvl6pPr algn="r">
              <a:defRPr sz="1275" b="0">
                <a:solidFill>
                  <a:srgbClr val="137B73"/>
                </a:solidFill>
                <a:latin typeface="Atkinson Hyperlegible"/>
                <a:ea typeface="Atkinson Hyperlegible"/>
                <a:cs typeface="Atkinson Hyperlegible"/>
              </a:defRPr>
            </a:lvl6pPr>
            <a:lvl7pPr algn="r">
              <a:defRPr sz="1275" b="0">
                <a:solidFill>
                  <a:srgbClr val="137B73"/>
                </a:solidFill>
                <a:latin typeface="Atkinson Hyperlegible"/>
                <a:ea typeface="Atkinson Hyperlegible"/>
                <a:cs typeface="Atkinson Hyperlegible"/>
              </a:defRPr>
            </a:lvl7pPr>
            <a:lvl8pPr algn="r">
              <a:defRPr sz="1275" b="0">
                <a:solidFill>
                  <a:srgbClr val="137B73"/>
                </a:solidFill>
                <a:latin typeface="Atkinson Hyperlegible"/>
                <a:ea typeface="Atkinson Hyperlegible"/>
                <a:cs typeface="Atkinson Hyperlegible"/>
              </a:defRPr>
            </a:lvl8pPr>
            <a:lvl9pPr algn="r">
              <a:defRPr sz="1275" b="0">
                <a:solidFill>
                  <a:srgbClr val="137B73"/>
                </a:solidFill>
                <a:latin typeface="Atkinson Hyperlegible"/>
                <a:ea typeface="Atkinson Hyperlegible"/>
                <a:cs typeface="Atkinson Hyperlegible"/>
              </a:defRPr>
            </a:lvl9pPr>
          </a:lstStyle>
          <a:p xmlns:a="http://schemas.openxmlformats.org/drawingml/2006/main">
            <a:pPr algn="r">
              <a:defRPr sz="1275" b="0">
                <a:solidFill>
                  <a:srgbClr val="137B73"/>
                </a:solidFill>
                <a:latin typeface="Atkinson Hyperlegible"/>
                <a:ea typeface="Atkinson Hyperlegible"/>
                <a:cs typeface="Atkinson Hyperlegible"/>
              </a:defRPr>
            </a:pPr>
            <a:r>
              <a:rPr sz="1275" b="0">
                <a:solidFill>
                  <a:srgbClr val="137B73"/>
                </a:solidFill>
                <a:latin typeface="Atkinson Hyperlegible"/>
                <a:ea typeface="Atkinson Hyperlegible"/>
                <a:cs typeface="Atkinson Hyperlegible"/>
              </a:rPr>
              <a:t>03</a:t>
            </a:r>
          </a:p>
        </p:txBody>
      </p:sp>
      <p:graphicFrame>
        <p:nvGraphicFramePr>
          <p:cNvPr id="7" name="">
            <a:extLst xmlns:a="http://schemas.openxmlformats.org/drawingml/2006/main">
              <a:ext uri="{FF2B5EF4-FFF2-40B4-BE49-F238E27FC236}">
                <a16:creationId xmlns:a16="http://schemas.microsoft.com/office/drawing/2014/main" id="{02D7F4A4-6518-42F4-90A3-A867F5CAB400}"/>
              </a:ext>
            </a:extLst>
          </p:cNvPr>
          <p:cNvGraphicFramePr/>
          <p:nvPr/>
        </p:nvGraphicFramePr>
        <p:xfrm>
          <a:off xmlns:a="http://schemas.openxmlformats.org/drawingml/2006/main" x="609600" y="2076450"/>
          <a:ext xmlns:a="http://schemas.openxmlformats.org/drawingml/2006/main" cx="5334000" cy="2247900"/>
        </p:xfrm>
        <a:graphic xmlns:a="http://schemas.openxmlformats.org/drawingml/2006/main">
          <a:graphicData uri="http://schemas.openxmlformats.org/drawingml/2006/table">
            <a:tbl>
              <a:tblPr/>
              <a:tblGrid>
                <a:gridCol w="1809750"/>
                <a:gridCol w="3524250"/>
              </a:tblGrid>
              <a:tr h="561975">
                <a:tc>
                  <a:txBody>
                    <a:bodyPr lIns="95250" tIns="95250" rIns="95250" bIns="95250"/>
                    <a:lstStyle/>
                    <a:p>
                      <a:r>
                        <a:rPr sz="1575" b="1">
                          <a:solidFill>
                            <a:srgbClr val="FFFFFF"/>
                          </a:solidFill>
                          <a:latin typeface="Atkinson Hyperlegible"/>
                          <a:ea typeface="Atkinson Hyperlegible"/>
                          <a:cs typeface="Atkinson Hyperlegible"/>
                        </a:rPr>
                        <a:t>Service tier</a:t>
                      </a:r>
                    </a:p>
                  </a:txBody>
                  <a:tcPr marL="114300" marR="95250" marT="104775" marB="85725">
                    <a:solidFill>
                      <a:srgbClr val="137B73"/>
                    </a:solidFill>
                  </a:tcPr>
                </a:tc>
                <a:tc>
                  <a:txBody>
                    <a:bodyPr lIns="95250" tIns="95250" rIns="95250" bIns="95250"/>
                    <a:lstStyle/>
                    <a:p>
                      <a:r>
                        <a:rPr sz="1575" b="1">
                          <a:solidFill>
                            <a:srgbClr val="FFFFFF"/>
                          </a:solidFill>
                          <a:latin typeface="Atkinson Hyperlegible"/>
                          <a:ea typeface="Atkinson Hyperlegible"/>
                          <a:cs typeface="Atkinson Hyperlegible"/>
                        </a:rPr>
                        <a:t>Requested demand</a:t>
                      </a:r>
                    </a:p>
                  </a:txBody>
                  <a:tcPr marL="114300" marR="95250" marT="104775" marB="85725">
                    <a:solidFill>
                      <a:srgbClr val="137B73"/>
                    </a:solidFill>
                  </a:tcPr>
                </a:tc>
              </a:tr>
              <a:tr h="561975">
                <a:tc>
                  <a:txBody>
                    <a:bodyPr lIns="95250" tIns="95250" rIns="95250" bIns="95250"/>
                    <a:lstStyle/>
                    <a:p>
                      <a:r>
                        <a:rPr sz="1575" b="0">
                          <a:solidFill>
                            <a:srgbClr val="173F43"/>
                          </a:solidFill>
                          <a:latin typeface="Atkinson Hyperlegible"/>
                          <a:ea typeface="Atkinson Hyperlegible"/>
                          <a:cs typeface="Atkinson Hyperlegible"/>
                        </a:rPr>
                        <a:t>Off</a:t>
                      </a:r>
                    </a:p>
                  </a:txBody>
                  <a:tcPr marL="114300" marR="95250" marT="104775" marB="85725">
                    <a:solidFill>
                      <a:srgbClr val="FFFFFF"/>
                    </a:solidFill>
                  </a:tcPr>
                </a:tc>
                <a:tc>
                  <a:txBody>
                    <a:bodyPr lIns="95250" tIns="95250" rIns="95250" bIns="95250"/>
                    <a:lstStyle/>
                    <a:p>
                      <a:r>
                        <a:rPr sz="1575" b="0">
                          <a:solidFill>
                            <a:srgbClr val="173F43"/>
                          </a:solidFill>
                          <a:latin typeface="Atkinson Hyperlegible"/>
                          <a:ea typeface="Atkinson Hyperlegible"/>
                          <a:cs typeface="Atkinson Hyperlegible"/>
                        </a:rPr>
                        <a:t>No sectors</a:t>
                      </a:r>
                    </a:p>
                  </a:txBody>
                  <a:tcPr marL="114300" marR="95250" marT="104775" marB="85725">
                    <a:solidFill>
                      <a:srgbClr val="FFFFFF"/>
                    </a:solidFill>
                  </a:tcPr>
                </a:tc>
              </a:tr>
              <a:tr h="561975">
                <a:tc>
                  <a:txBody>
                    <a:bodyPr lIns="95250" tIns="95250" rIns="95250" bIns="95250"/>
                    <a:lstStyle/>
                    <a:p>
                      <a:r>
                        <a:rPr sz="1575" b="0">
                          <a:solidFill>
                            <a:srgbClr val="173F43"/>
                          </a:solidFill>
                          <a:latin typeface="Atkinson Hyperlegible"/>
                          <a:ea typeface="Atkinson Hyperlegible"/>
                          <a:cs typeface="Atkinson Hyperlegible"/>
                        </a:rPr>
                        <a:t>Critical Only</a:t>
                      </a:r>
                    </a:p>
                  </a:txBody>
                  <a:tcPr marL="114300" marR="95250" marT="104775" marB="85725">
                    <a:solidFill>
                      <a:srgbClr val="E7F0EC"/>
                    </a:solidFill>
                  </a:tcPr>
                </a:tc>
                <a:tc>
                  <a:txBody>
                    <a:bodyPr lIns="95250" tIns="95250" rIns="95250" bIns="95250"/>
                    <a:lstStyle/>
                    <a:p>
                      <a:r>
                        <a:rPr sz="1575" b="0">
                          <a:solidFill>
                            <a:srgbClr val="173F43"/>
                          </a:solidFill>
                          <a:latin typeface="Atkinson Hyperlegible"/>
                          <a:ea typeface="Atkinson Hyperlegible"/>
                          <a:cs typeface="Atkinson Hyperlegible"/>
                        </a:rPr>
                        <a:t>Hospital, Water and Bakery</a:t>
                      </a:r>
                    </a:p>
                  </a:txBody>
                  <a:tcPr marL="114300" marR="95250" marT="104775" marB="85725">
                    <a:solidFill>
                      <a:srgbClr val="E7F0EC"/>
                    </a:solidFill>
                  </a:tcPr>
                </a:tc>
              </a:tr>
              <a:tr h="561975">
                <a:tc>
                  <a:txBody>
                    <a:bodyPr lIns="95250" tIns="95250" rIns="95250" bIns="95250"/>
                    <a:lstStyle/>
                    <a:p>
                      <a:r>
                        <a:rPr sz="1575" b="0">
                          <a:solidFill>
                            <a:srgbClr val="173F43"/>
                          </a:solidFill>
                          <a:latin typeface="Atkinson Hyperlegible"/>
                          <a:ea typeface="Atkinson Hyperlegible"/>
                          <a:cs typeface="Atkinson Hyperlegible"/>
                        </a:rPr>
                        <a:t>Full Service</a:t>
                      </a:r>
                    </a:p>
                  </a:txBody>
                  <a:tcPr marL="114300" marR="95250" marT="104775" marB="85725">
                    <a:solidFill>
                      <a:srgbClr val="FFFFFF"/>
                    </a:solidFill>
                  </a:tcPr>
                </a:tc>
                <a:tc>
                  <a:txBody>
                    <a:bodyPr lIns="95250" tIns="95250" rIns="95250" bIns="95250"/>
                    <a:lstStyle/>
                    <a:p>
                      <a:r>
                        <a:rPr sz="1575" b="0">
                          <a:solidFill>
                            <a:srgbClr val="173F43"/>
                          </a:solidFill>
                          <a:latin typeface="Atkinson Hyperlegible"/>
                          <a:ea typeface="Atkinson Hyperlegible"/>
                          <a:cs typeface="Atkinson Hyperlegible"/>
                        </a:rPr>
                        <a:t>All five sectors</a:t>
                      </a:r>
                    </a:p>
                  </a:txBody>
                  <a:tcPr marL="114300" marR="95250" marT="104775" marB="85725">
                    <a:solidFill>
                      <a:srgbClr val="FFFFFF"/>
                    </a:solidFill>
                  </a:tcPr>
                </a:tc>
              </a:tr>
            </a:tbl>
          </a:graphicData>
        </a:graphic>
      </p:graphicFrame>
      <p:graphicFrame>
        <p:nvGraphicFramePr>
          <p:cNvPr id="8" name="">
            <a:extLst xmlns:a="http://schemas.openxmlformats.org/drawingml/2006/main">
              <a:ext uri="{FF2B5EF4-FFF2-40B4-BE49-F238E27FC236}">
                <a16:creationId xmlns:a16="http://schemas.microsoft.com/office/drawing/2014/main" id="{37127AD6-A19B-450B-9F75-6F8938A41268}"/>
              </a:ext>
            </a:extLst>
          </p:cNvPr>
          <p:cNvGraphicFramePr/>
          <p:nvPr/>
        </p:nvGraphicFramePr>
        <p:xfrm>
          <a:off xmlns:a="http://schemas.openxmlformats.org/drawingml/2006/main" x="6238875" y="2076450"/>
          <a:ext xmlns:a="http://schemas.openxmlformats.org/drawingml/2006/main" cx="5343525" cy="2247900"/>
        </p:xfrm>
        <a:graphic xmlns:a="http://schemas.openxmlformats.org/drawingml/2006/main">
          <a:graphicData uri="http://schemas.openxmlformats.org/drawingml/2006/table">
            <a:tbl>
              <a:tblPr/>
              <a:tblGrid>
                <a:gridCol w="1428750"/>
                <a:gridCol w="3914775"/>
              </a:tblGrid>
              <a:tr h="561975">
                <a:tc>
                  <a:txBody>
                    <a:bodyPr lIns="95250" tIns="95250" rIns="95250" bIns="95250"/>
                    <a:lstStyle/>
                    <a:p>
                      <a:r>
                        <a:rPr sz="1575" b="1">
                          <a:solidFill>
                            <a:srgbClr val="FFFFFF"/>
                          </a:solidFill>
                          <a:latin typeface="Atkinson Hyperlegible"/>
                          <a:ea typeface="Atkinson Hyperlegible"/>
                          <a:cs typeface="Atkinson Hyperlegible"/>
                        </a:rPr>
                        <a:t>Shortage</a:t>
                      </a:r>
                    </a:p>
                  </a:txBody>
                  <a:tcPr marL="114300" marR="95250" marT="104775" marB="85725">
                    <a:solidFill>
                      <a:srgbClr val="137B73"/>
                    </a:solidFill>
                  </a:tcPr>
                </a:tc>
                <a:tc>
                  <a:txBody>
                    <a:bodyPr lIns="95250" tIns="95250" rIns="95250" bIns="95250"/>
                    <a:lstStyle/>
                    <a:p>
                      <a:r>
                        <a:rPr sz="1575" b="1">
                          <a:solidFill>
                            <a:srgbClr val="FFFFFF"/>
                          </a:solidFill>
                          <a:latin typeface="Atkinson Hyperlegible"/>
                          <a:ea typeface="Atkinson Hyperlegible"/>
                          <a:cs typeface="Atkinson Hyperlegible"/>
                        </a:rPr>
                        <a:t>Supply construction</a:t>
                      </a:r>
                    </a:p>
                  </a:txBody>
                  <a:tcPr marL="114300" marR="95250" marT="104775" marB="85725">
                    <a:solidFill>
                      <a:srgbClr val="137B73"/>
                    </a:solidFill>
                  </a:tcPr>
                </a:tc>
              </a:tr>
              <a:tr h="561975">
                <a:tc>
                  <a:txBody>
                    <a:bodyPr lIns="95250" tIns="95250" rIns="95250" bIns="95250"/>
                    <a:lstStyle/>
                    <a:p>
                      <a:r>
                        <a:rPr sz="1575" b="0">
                          <a:solidFill>
                            <a:srgbClr val="173F43"/>
                          </a:solidFill>
                          <a:latin typeface="Atkinson Hyperlegible"/>
                          <a:ea typeface="Atkinson Hyperlegible"/>
                          <a:cs typeface="Atkinson Hyperlegible"/>
                        </a:rPr>
                        <a:t>Mild</a:t>
                      </a:r>
                    </a:p>
                  </a:txBody>
                  <a:tcPr marL="114300" marR="95250" marT="104775" marB="85725">
                    <a:solidFill>
                      <a:srgbClr val="FFFFFF"/>
                    </a:solidFill>
                  </a:tcPr>
                </a:tc>
                <a:tc>
                  <a:txBody>
                    <a:bodyPr lIns="95250" tIns="95250" rIns="95250" bIns="95250"/>
                    <a:lstStyle/>
                    <a:p>
                      <a:r>
                        <a:rPr sz="1575" b="0">
                          <a:solidFill>
                            <a:srgbClr val="173F43"/>
                          </a:solidFill>
                          <a:latin typeface="Atkinson Hyperlegible"/>
                          <a:ea typeface="Atkinson Hyperlegible"/>
                          <a:cs typeface="Atkinson Hyperlegible"/>
                        </a:rPr>
                        <a:t>80% of total demand</a:t>
                      </a:r>
                    </a:p>
                  </a:txBody>
                  <a:tcPr marL="114300" marR="95250" marT="104775" marB="85725">
                    <a:solidFill>
                      <a:srgbClr val="FFFFFF"/>
                    </a:solidFill>
                  </a:tcPr>
                </a:tc>
              </a:tr>
              <a:tr h="561975">
                <a:tc>
                  <a:txBody>
                    <a:bodyPr lIns="95250" tIns="95250" rIns="95250" bIns="95250"/>
                    <a:lstStyle/>
                    <a:p>
                      <a:r>
                        <a:rPr sz="1575" b="0">
                          <a:solidFill>
                            <a:srgbClr val="173F43"/>
                          </a:solidFill>
                          <a:latin typeface="Atkinson Hyperlegible"/>
                          <a:ea typeface="Atkinson Hyperlegible"/>
                          <a:cs typeface="Atkinson Hyperlegible"/>
                        </a:rPr>
                        <a:t>Moderate</a:t>
                      </a:r>
                    </a:p>
                  </a:txBody>
                  <a:tcPr marL="114300" marR="95250" marT="104775" marB="85725">
                    <a:solidFill>
                      <a:srgbClr val="E7F0EC"/>
                    </a:solidFill>
                  </a:tcPr>
                </a:tc>
                <a:tc>
                  <a:txBody>
                    <a:bodyPr lIns="95250" tIns="95250" rIns="95250" bIns="95250"/>
                    <a:lstStyle/>
                    <a:p>
                      <a:r>
                        <a:rPr sz="1575" b="0">
                          <a:solidFill>
                            <a:srgbClr val="173F43"/>
                          </a:solidFill>
                          <a:latin typeface="Atkinson Hyperlegible"/>
                          <a:ea typeface="Atkinson Hyperlegible"/>
                          <a:cs typeface="Atkinson Hyperlegible"/>
                        </a:rPr>
                        <a:t>65%, minus 10 pp at hours 17–20</a:t>
                      </a:r>
                    </a:p>
                  </a:txBody>
                  <a:tcPr marL="114300" marR="95250" marT="104775" marB="85725">
                    <a:solidFill>
                      <a:srgbClr val="E7F0EC"/>
                    </a:solidFill>
                  </a:tcPr>
                </a:tc>
              </a:tr>
              <a:tr h="561975">
                <a:tc>
                  <a:txBody>
                    <a:bodyPr lIns="95250" tIns="95250" rIns="95250" bIns="95250"/>
                    <a:lstStyle/>
                    <a:p>
                      <a:r>
                        <a:rPr sz="1575" b="0">
                          <a:solidFill>
                            <a:srgbClr val="173F43"/>
                          </a:solidFill>
                          <a:latin typeface="Atkinson Hyperlegible"/>
                          <a:ea typeface="Atkinson Hyperlegible"/>
                          <a:cs typeface="Atkinson Hyperlegible"/>
                        </a:rPr>
                        <a:t>Severe</a:t>
                      </a:r>
                    </a:p>
                  </a:txBody>
                  <a:tcPr marL="114300" marR="95250" marT="104775" marB="85725">
                    <a:solidFill>
                      <a:srgbClr val="FFFFFF"/>
                    </a:solidFill>
                  </a:tcPr>
                </a:tc>
                <a:tc>
                  <a:txBody>
                    <a:bodyPr lIns="95250" tIns="95250" rIns="95250" bIns="95250"/>
                    <a:lstStyle/>
                    <a:p>
                      <a:r>
                        <a:rPr sz="1575" b="0">
                          <a:solidFill>
                            <a:srgbClr val="173F43"/>
                          </a:solidFill>
                          <a:latin typeface="Atkinson Hyperlegible"/>
                          <a:ea typeface="Atkinson Hyperlegible"/>
                          <a:cs typeface="Atkinson Hyperlegible"/>
                        </a:rPr>
                        <a:t>50%, minus 15 pp at hours 16–21</a:t>
                      </a:r>
                    </a:p>
                  </a:txBody>
                  <a:tcPr marL="114300" marR="95250" marT="104775" marB="85725">
                    <a:solidFill>
                      <a:srgbClr val="FFFFFF"/>
                    </a:solidFill>
                  </a:tcPr>
                </a:tc>
              </a:tr>
            </a:tbl>
          </a:graphicData>
        </a:graphic>
      </p:graphicFrame>
      <p:sp>
        <p:nvSpPr>
          <p:cNvPr id="9" name="shape-28">
            <a:extLst xmlns:a="http://schemas.openxmlformats.org/drawingml/2006/main">
              <a:ext uri="{FF2B5EF4-FFF2-40B4-BE49-F238E27FC236}">
                <a16:creationId xmlns:a16="http://schemas.microsoft.com/office/drawing/2014/main" id="{C8F2504E-D088-460C-B0E3-6A42E4553082}"/>
              </a:ext>
            </a:extLst>
          </p:cNvPr>
          <p:cNvSpPr>
            <a:spLocks xmlns:a="http://schemas.openxmlformats.org/drawingml/2006/main" noGrp="1"/>
          </p:cNvSpPr>
          <p:nvPr/>
        </p:nvSpPr>
        <p:spPr>
          <a:xfrm xmlns:a="http://schemas.openxmlformats.org/drawingml/2006/main">
            <a:off x="609600" y="4781550"/>
            <a:ext cx="57150" cy="257175"/>
          </a:xfrm>
          <a:prstGeom xmlns:a="http://schemas.openxmlformats.org/drawingml/2006/main" prst="rect">
            <a:avLst/>
          </a:prstGeom>
          <a:solidFill xmlns:a="http://schemas.openxmlformats.org/drawingml/2006/main">
            <a:srgbClr val="E77D60"/>
          </a:solidFill>
          <a:ln xmlns:a="http://schemas.openxmlformats.org/drawingml/2006/main" w="0">
            <a:noFill/>
          </a:ln>
        </p:spPr>
      </p:sp>
      <p:sp>
        <p:nvSpPr>
          <p:cNvPr id="10" name="shape-29">
            <a:extLst xmlns:a="http://schemas.openxmlformats.org/drawingml/2006/main">
              <a:ext uri="{FF2B5EF4-FFF2-40B4-BE49-F238E27FC236}">
                <a16:creationId xmlns:a16="http://schemas.microsoft.com/office/drawing/2014/main" id="{4143C812-5BBF-48FB-9FCE-58835B82EED3}"/>
              </a:ext>
            </a:extLst>
          </p:cNvPr>
          <p:cNvSpPr>
            <a:spLocks xmlns:a="http://schemas.openxmlformats.org/drawingml/2006/main" noGrp="1"/>
          </p:cNvSpPr>
          <p:nvPr/>
        </p:nvSpPr>
        <p:spPr>
          <a:xfrm xmlns:a="http://schemas.openxmlformats.org/drawingml/2006/main">
            <a:off x="828675" y="4667250"/>
            <a:ext cx="10734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3F43"/>
                </a:solidFill>
                <a:latin typeface="Atkinson Hyperlegible"/>
                <a:ea typeface="Atkinson Hyperlegible"/>
                <a:cs typeface="Atkinson Hyperlegible"/>
              </a:defRPr>
            </a:defPPr>
            <a:lvl1pPr algn="l">
              <a:defRPr sz="1875" b="0">
                <a:solidFill>
                  <a:srgbClr val="173F43"/>
                </a:solidFill>
                <a:latin typeface="Atkinson Hyperlegible"/>
                <a:ea typeface="Atkinson Hyperlegible"/>
                <a:cs typeface="Atkinson Hyperlegible"/>
              </a:defRPr>
            </a:lvl1pPr>
            <a:lvl2pPr algn="l">
              <a:defRPr sz="1875" b="0">
                <a:solidFill>
                  <a:srgbClr val="173F43"/>
                </a:solidFill>
                <a:latin typeface="Atkinson Hyperlegible"/>
                <a:ea typeface="Atkinson Hyperlegible"/>
                <a:cs typeface="Atkinson Hyperlegible"/>
              </a:defRPr>
            </a:lvl2pPr>
            <a:lvl3pPr algn="l">
              <a:defRPr sz="1875" b="0">
                <a:solidFill>
                  <a:srgbClr val="173F43"/>
                </a:solidFill>
                <a:latin typeface="Atkinson Hyperlegible"/>
                <a:ea typeface="Atkinson Hyperlegible"/>
                <a:cs typeface="Atkinson Hyperlegible"/>
              </a:defRPr>
            </a:lvl3pPr>
            <a:lvl4pPr algn="l">
              <a:defRPr sz="1875" b="0">
                <a:solidFill>
                  <a:srgbClr val="173F43"/>
                </a:solidFill>
                <a:latin typeface="Atkinson Hyperlegible"/>
                <a:ea typeface="Atkinson Hyperlegible"/>
                <a:cs typeface="Atkinson Hyperlegible"/>
              </a:defRPr>
            </a:lvl4pPr>
            <a:lvl5pPr algn="l">
              <a:defRPr sz="1875" b="0">
                <a:solidFill>
                  <a:srgbClr val="173F43"/>
                </a:solidFill>
                <a:latin typeface="Atkinson Hyperlegible"/>
                <a:ea typeface="Atkinson Hyperlegible"/>
                <a:cs typeface="Atkinson Hyperlegible"/>
              </a:defRPr>
            </a:lvl5pPr>
            <a:lvl6pPr algn="l">
              <a:defRPr sz="1875" b="0">
                <a:solidFill>
                  <a:srgbClr val="173F43"/>
                </a:solidFill>
                <a:latin typeface="Atkinson Hyperlegible"/>
                <a:ea typeface="Atkinson Hyperlegible"/>
                <a:cs typeface="Atkinson Hyperlegible"/>
              </a:defRPr>
            </a:lvl6pPr>
            <a:lvl7pPr algn="l">
              <a:defRPr sz="1875" b="0">
                <a:solidFill>
                  <a:srgbClr val="173F43"/>
                </a:solidFill>
                <a:latin typeface="Atkinson Hyperlegible"/>
                <a:ea typeface="Atkinson Hyperlegible"/>
                <a:cs typeface="Atkinson Hyperlegible"/>
              </a:defRPr>
            </a:lvl7pPr>
            <a:lvl8pPr algn="l">
              <a:defRPr sz="1875" b="0">
                <a:solidFill>
                  <a:srgbClr val="173F43"/>
                </a:solidFill>
                <a:latin typeface="Atkinson Hyperlegible"/>
                <a:ea typeface="Atkinson Hyperlegible"/>
                <a:cs typeface="Atkinson Hyperlegible"/>
              </a:defRPr>
            </a:lvl8pPr>
            <a:lvl9pPr algn="l">
              <a:defRPr sz="1875" b="0">
                <a:solidFill>
                  <a:srgbClr val="173F43"/>
                </a:solidFill>
                <a:latin typeface="Atkinson Hyperlegible"/>
                <a:ea typeface="Atkinson Hyperlegible"/>
                <a:cs typeface="Atkinson Hyperlegible"/>
              </a:defRPr>
            </a:lvl9pPr>
          </a:lstStyle>
          <a:p xmlns:a="http://schemas.openxmlformats.org/drawingml/2006/main">
            <a:pPr algn="l">
              <a:defRPr sz="1875" b="0">
                <a:solidFill>
                  <a:srgbClr val="173F43"/>
                </a:solidFill>
                <a:latin typeface="Atkinson Hyperlegible"/>
                <a:ea typeface="Atkinson Hyperlegible"/>
                <a:cs typeface="Atkinson Hyperlegible"/>
              </a:defRPr>
            </a:pPr>
            <a:r>
              <a:rPr sz="1875" b="0">
                <a:solidFill>
                  <a:srgbClr val="173F43"/>
                </a:solidFill>
                <a:latin typeface="Atkinson Hyperlegible"/>
                <a:ea typeface="Atkinson Hyperlegible"/>
                <a:cs typeface="Atkinson Hyperlegible"/>
              </a:rPr>
              <a:t>Independent demand and supply perturbations within ±5%.</a:t>
            </a:r>
          </a:p>
        </p:txBody>
      </p:sp>
      <p:sp>
        <p:nvSpPr>
          <p:cNvPr id="11" name="shape-30">
            <a:extLst xmlns:a="http://schemas.openxmlformats.org/drawingml/2006/main">
              <a:ext uri="{FF2B5EF4-FFF2-40B4-BE49-F238E27FC236}">
                <a16:creationId xmlns:a16="http://schemas.microsoft.com/office/drawing/2014/main" id="{04A6AAEC-DE59-40AC-9B2F-FCDAA2090F07}"/>
              </a:ext>
            </a:extLst>
          </p:cNvPr>
          <p:cNvSpPr>
            <a:spLocks xmlns:a="http://schemas.openxmlformats.org/drawingml/2006/main" noGrp="1"/>
          </p:cNvSpPr>
          <p:nvPr/>
        </p:nvSpPr>
        <p:spPr>
          <a:xfrm xmlns:a="http://schemas.openxmlformats.org/drawingml/2006/main">
            <a:off x="609600" y="5410200"/>
            <a:ext cx="57150" cy="257175"/>
          </a:xfrm>
          <a:prstGeom xmlns:a="http://schemas.openxmlformats.org/drawingml/2006/main" prst="rect">
            <a:avLst/>
          </a:prstGeom>
          <a:solidFill xmlns:a="http://schemas.openxmlformats.org/drawingml/2006/main">
            <a:srgbClr val="E77D60"/>
          </a:solidFill>
          <a:ln xmlns:a="http://schemas.openxmlformats.org/drawingml/2006/main" w="0">
            <a:noFill/>
          </a:ln>
        </p:spPr>
      </p:sp>
      <p:sp>
        <p:nvSpPr>
          <p:cNvPr id="12" name="shape-31">
            <a:extLst xmlns:a="http://schemas.openxmlformats.org/drawingml/2006/main">
              <a:ext uri="{FF2B5EF4-FFF2-40B4-BE49-F238E27FC236}">
                <a16:creationId xmlns:a16="http://schemas.microsoft.com/office/drawing/2014/main" id="{D3F1B74B-642D-49A9-BE35-BEC4CD3A63BC}"/>
              </a:ext>
            </a:extLst>
          </p:cNvPr>
          <p:cNvSpPr>
            <a:spLocks xmlns:a="http://schemas.openxmlformats.org/drawingml/2006/main" noGrp="1"/>
          </p:cNvSpPr>
          <p:nvPr/>
        </p:nvSpPr>
        <p:spPr>
          <a:xfrm xmlns:a="http://schemas.openxmlformats.org/drawingml/2006/main">
            <a:off x="828675" y="5295900"/>
            <a:ext cx="10734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3F43"/>
                </a:solidFill>
                <a:latin typeface="Atkinson Hyperlegible"/>
                <a:ea typeface="Atkinson Hyperlegible"/>
                <a:cs typeface="Atkinson Hyperlegible"/>
              </a:defRPr>
            </a:defPPr>
            <a:lvl1pPr algn="l">
              <a:defRPr sz="1875" b="0">
                <a:solidFill>
                  <a:srgbClr val="173F43"/>
                </a:solidFill>
                <a:latin typeface="Atkinson Hyperlegible"/>
                <a:ea typeface="Atkinson Hyperlegible"/>
                <a:cs typeface="Atkinson Hyperlegible"/>
              </a:defRPr>
            </a:lvl1pPr>
            <a:lvl2pPr algn="l">
              <a:defRPr sz="1875" b="0">
                <a:solidFill>
                  <a:srgbClr val="173F43"/>
                </a:solidFill>
                <a:latin typeface="Atkinson Hyperlegible"/>
                <a:ea typeface="Atkinson Hyperlegible"/>
                <a:cs typeface="Atkinson Hyperlegible"/>
              </a:defRPr>
            </a:lvl2pPr>
            <a:lvl3pPr algn="l">
              <a:defRPr sz="1875" b="0">
                <a:solidFill>
                  <a:srgbClr val="173F43"/>
                </a:solidFill>
                <a:latin typeface="Atkinson Hyperlegible"/>
                <a:ea typeface="Atkinson Hyperlegible"/>
                <a:cs typeface="Atkinson Hyperlegible"/>
              </a:defRPr>
            </a:lvl3pPr>
            <a:lvl4pPr algn="l">
              <a:defRPr sz="1875" b="0">
                <a:solidFill>
                  <a:srgbClr val="173F43"/>
                </a:solidFill>
                <a:latin typeface="Atkinson Hyperlegible"/>
                <a:ea typeface="Atkinson Hyperlegible"/>
                <a:cs typeface="Atkinson Hyperlegible"/>
              </a:defRPr>
            </a:lvl4pPr>
            <a:lvl5pPr algn="l">
              <a:defRPr sz="1875" b="0">
                <a:solidFill>
                  <a:srgbClr val="173F43"/>
                </a:solidFill>
                <a:latin typeface="Atkinson Hyperlegible"/>
                <a:ea typeface="Atkinson Hyperlegible"/>
                <a:cs typeface="Atkinson Hyperlegible"/>
              </a:defRPr>
            </a:lvl5pPr>
            <a:lvl6pPr algn="l">
              <a:defRPr sz="1875" b="0">
                <a:solidFill>
                  <a:srgbClr val="173F43"/>
                </a:solidFill>
                <a:latin typeface="Atkinson Hyperlegible"/>
                <a:ea typeface="Atkinson Hyperlegible"/>
                <a:cs typeface="Atkinson Hyperlegible"/>
              </a:defRPr>
            </a:lvl6pPr>
            <a:lvl7pPr algn="l">
              <a:defRPr sz="1875" b="0">
                <a:solidFill>
                  <a:srgbClr val="173F43"/>
                </a:solidFill>
                <a:latin typeface="Atkinson Hyperlegible"/>
                <a:ea typeface="Atkinson Hyperlegible"/>
                <a:cs typeface="Atkinson Hyperlegible"/>
              </a:defRPr>
            </a:lvl7pPr>
            <a:lvl8pPr algn="l">
              <a:defRPr sz="1875" b="0">
                <a:solidFill>
                  <a:srgbClr val="173F43"/>
                </a:solidFill>
                <a:latin typeface="Atkinson Hyperlegible"/>
                <a:ea typeface="Atkinson Hyperlegible"/>
                <a:cs typeface="Atkinson Hyperlegible"/>
              </a:defRPr>
            </a:lvl8pPr>
            <a:lvl9pPr algn="l">
              <a:defRPr sz="1875" b="0">
                <a:solidFill>
                  <a:srgbClr val="173F43"/>
                </a:solidFill>
                <a:latin typeface="Atkinson Hyperlegible"/>
                <a:ea typeface="Atkinson Hyperlegible"/>
                <a:cs typeface="Atkinson Hyperlegible"/>
              </a:defRPr>
            </a:lvl9pPr>
          </a:lstStyle>
          <a:p xmlns:a="http://schemas.openxmlformats.org/drawingml/2006/main">
            <a:pPr algn="l">
              <a:defRPr sz="1875" b="0">
                <a:solidFill>
                  <a:srgbClr val="173F43"/>
                </a:solidFill>
                <a:latin typeface="Atkinson Hyperlegible"/>
                <a:ea typeface="Atkinson Hyperlegible"/>
                <a:cs typeface="Atkinson Hyperlegible"/>
              </a:defRPr>
            </a:pPr>
            <a:r>
              <a:rPr sz="1875" b="0">
                <a:solidFill>
                  <a:srgbClr val="173F43"/>
                </a:solidFill>
                <a:latin typeface="Atkinson Hyperlegible"/>
                <a:ea typeface="Atkinson Hyperlegible"/>
                <a:cs typeface="Atkinson Hyperlegible"/>
              </a:rPr>
              <a:t>One supply pool. No network power flow, storage or restoration transients.</a:t>
            </a:r>
          </a:p>
        </p:txBody>
      </p:sp>
    </p:spTree>
    <p:extLst>
      <p:ext uri="{BB962C8B-B14F-4D97-AF65-F5344CB8AC3E}">
        <p14:creationId xmlns:p14="http://schemas.microsoft.com/office/powerpoint/2010/main" val="2012401117"/>
      </p:ext>
    </p:extLst>
  </p:cSld>
</p:sld>
</file>

<file path=ppt/slides/slide4.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12" name="shape-32">
            <a:extLst xmlns:a="http://schemas.openxmlformats.org/drawingml/2006/main">
              <a:ext uri="{FF2B5EF4-FFF2-40B4-BE49-F238E27FC236}">
                <a16:creationId xmlns:a16="http://schemas.microsoft.com/office/drawing/2014/main" id="{736CDC9B-FE30-4B48-950A-AF67565840D5}"/>
              </a:ext>
            </a:extLst>
          </p:cNvPr>
          <p:cNvSpPr>
            <a:spLocks xmlns:a="http://schemas.openxmlformats.org/drawingml/2006/main" noGrp="1"/>
          </p:cNvSpPr>
          <p:nvPr/>
        </p:nvSpPr>
        <p:spPr>
          <a:xfrm xmlns:a="http://schemas.openxmlformats.org/drawingml/2006/main">
            <a:off x="609600" y="266700"/>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37B73"/>
                </a:solidFill>
                <a:latin typeface="Atkinson Hyperlegible"/>
                <a:ea typeface="Atkinson Hyperlegible"/>
                <a:cs typeface="Atkinson Hyperlegible"/>
              </a:defRPr>
            </a:defPPr>
            <a:lvl1pPr algn="l">
              <a:defRPr sz="1350" b="1">
                <a:solidFill>
                  <a:srgbClr val="137B73"/>
                </a:solidFill>
                <a:latin typeface="Atkinson Hyperlegible"/>
                <a:ea typeface="Atkinson Hyperlegible"/>
                <a:cs typeface="Atkinson Hyperlegible"/>
              </a:defRPr>
            </a:lvl1pPr>
            <a:lvl2pPr algn="l">
              <a:defRPr sz="1350" b="1">
                <a:solidFill>
                  <a:srgbClr val="137B73"/>
                </a:solidFill>
                <a:latin typeface="Atkinson Hyperlegible"/>
                <a:ea typeface="Atkinson Hyperlegible"/>
                <a:cs typeface="Atkinson Hyperlegible"/>
              </a:defRPr>
            </a:lvl2pPr>
            <a:lvl3pPr algn="l">
              <a:defRPr sz="1350" b="1">
                <a:solidFill>
                  <a:srgbClr val="137B73"/>
                </a:solidFill>
                <a:latin typeface="Atkinson Hyperlegible"/>
                <a:ea typeface="Atkinson Hyperlegible"/>
                <a:cs typeface="Atkinson Hyperlegible"/>
              </a:defRPr>
            </a:lvl3pPr>
            <a:lvl4pPr algn="l">
              <a:defRPr sz="1350" b="1">
                <a:solidFill>
                  <a:srgbClr val="137B73"/>
                </a:solidFill>
                <a:latin typeface="Atkinson Hyperlegible"/>
                <a:ea typeface="Atkinson Hyperlegible"/>
                <a:cs typeface="Atkinson Hyperlegible"/>
              </a:defRPr>
            </a:lvl4pPr>
            <a:lvl5pPr algn="l">
              <a:defRPr sz="1350" b="1">
                <a:solidFill>
                  <a:srgbClr val="137B73"/>
                </a:solidFill>
                <a:latin typeface="Atkinson Hyperlegible"/>
                <a:ea typeface="Atkinson Hyperlegible"/>
                <a:cs typeface="Atkinson Hyperlegible"/>
              </a:defRPr>
            </a:lvl5pPr>
            <a:lvl6pPr algn="l">
              <a:defRPr sz="1350" b="1">
                <a:solidFill>
                  <a:srgbClr val="137B73"/>
                </a:solidFill>
                <a:latin typeface="Atkinson Hyperlegible"/>
                <a:ea typeface="Atkinson Hyperlegible"/>
                <a:cs typeface="Atkinson Hyperlegible"/>
              </a:defRPr>
            </a:lvl6pPr>
            <a:lvl7pPr algn="l">
              <a:defRPr sz="1350" b="1">
                <a:solidFill>
                  <a:srgbClr val="137B73"/>
                </a:solidFill>
                <a:latin typeface="Atkinson Hyperlegible"/>
                <a:ea typeface="Atkinson Hyperlegible"/>
                <a:cs typeface="Atkinson Hyperlegible"/>
              </a:defRPr>
            </a:lvl7pPr>
            <a:lvl8pPr algn="l">
              <a:defRPr sz="1350" b="1">
                <a:solidFill>
                  <a:srgbClr val="137B73"/>
                </a:solidFill>
                <a:latin typeface="Atkinson Hyperlegible"/>
                <a:ea typeface="Atkinson Hyperlegible"/>
                <a:cs typeface="Atkinson Hyperlegible"/>
              </a:defRPr>
            </a:lvl8pPr>
            <a:lvl9pPr algn="l">
              <a:defRPr sz="1350" b="1">
                <a:solidFill>
                  <a:srgbClr val="137B73"/>
                </a:solidFill>
                <a:latin typeface="Atkinson Hyperlegible"/>
                <a:ea typeface="Atkinson Hyperlegible"/>
                <a:cs typeface="Atkinson Hyperlegible"/>
              </a:defRPr>
            </a:lvl9pPr>
          </a:lstStyle>
          <a:p xmlns:a="http://schemas.openxmlformats.org/drawingml/2006/main">
            <a:pPr algn="l">
              <a:defRPr sz="1350" b="1">
                <a:solidFill>
                  <a:srgbClr val="137B73"/>
                </a:solidFill>
                <a:latin typeface="Atkinson Hyperlegible"/>
                <a:ea typeface="Atkinson Hyperlegible"/>
                <a:cs typeface="Atkinson Hyperlegible"/>
              </a:defRPr>
            </a:pPr>
            <a:r>
              <a:rPr sz="1350" b="1">
                <a:solidFill>
                  <a:srgbClr val="137B73"/>
                </a:solidFill>
                <a:latin typeface="Atkinson Hyperlegible"/>
                <a:ea typeface="Atkinson Hyperlegible"/>
                <a:cs typeface="Atkinson Hyperlegible"/>
              </a:rPr>
              <a:t>GridGuard Khartoum</a:t>
            </a:r>
          </a:p>
        </p:txBody>
      </p:sp>
      <p:sp>
        <p:nvSpPr>
          <p:cNvPr id="2" name="shape-33">
            <a:extLst xmlns:a="http://schemas.openxmlformats.org/drawingml/2006/main">
              <a:ext uri="{FF2B5EF4-FFF2-40B4-BE49-F238E27FC236}">
                <a16:creationId xmlns:a16="http://schemas.microsoft.com/office/drawing/2014/main" id="{1994C7E1-8057-4927-916F-65133D282D78}"/>
              </a:ext>
            </a:extLst>
          </p:cNvPr>
          <p:cNvSpPr>
            <a:spLocks xmlns:a="http://schemas.openxmlformats.org/drawingml/2006/main" noGrp="1"/>
          </p:cNvSpPr>
          <p:nvPr/>
        </p:nvSpPr>
        <p:spPr>
          <a:xfrm xmlns:a="http://schemas.openxmlformats.org/drawingml/2006/main">
            <a:off x="609600" y="7334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F43"/>
                </a:solidFill>
                <a:latin typeface="Atkinson Hyperlegible"/>
                <a:ea typeface="Atkinson Hyperlegible"/>
                <a:cs typeface="Atkinson Hyperlegible"/>
              </a:defRPr>
            </a:defPPr>
            <a:lvl1pPr algn="l">
              <a:defRPr sz="3150" b="1">
                <a:solidFill>
                  <a:srgbClr val="173F43"/>
                </a:solidFill>
                <a:latin typeface="Atkinson Hyperlegible"/>
                <a:ea typeface="Atkinson Hyperlegible"/>
                <a:cs typeface="Atkinson Hyperlegible"/>
              </a:defRPr>
            </a:lvl1pPr>
            <a:lvl2pPr algn="l">
              <a:defRPr sz="3150" b="1">
                <a:solidFill>
                  <a:srgbClr val="173F43"/>
                </a:solidFill>
                <a:latin typeface="Atkinson Hyperlegible"/>
                <a:ea typeface="Atkinson Hyperlegible"/>
                <a:cs typeface="Atkinson Hyperlegible"/>
              </a:defRPr>
            </a:lvl2pPr>
            <a:lvl3pPr algn="l">
              <a:defRPr sz="3150" b="1">
                <a:solidFill>
                  <a:srgbClr val="173F43"/>
                </a:solidFill>
                <a:latin typeface="Atkinson Hyperlegible"/>
                <a:ea typeface="Atkinson Hyperlegible"/>
                <a:cs typeface="Atkinson Hyperlegible"/>
              </a:defRPr>
            </a:lvl3pPr>
            <a:lvl4pPr algn="l">
              <a:defRPr sz="3150" b="1">
                <a:solidFill>
                  <a:srgbClr val="173F43"/>
                </a:solidFill>
                <a:latin typeface="Atkinson Hyperlegible"/>
                <a:ea typeface="Atkinson Hyperlegible"/>
                <a:cs typeface="Atkinson Hyperlegible"/>
              </a:defRPr>
            </a:lvl4pPr>
            <a:lvl5pPr algn="l">
              <a:defRPr sz="3150" b="1">
                <a:solidFill>
                  <a:srgbClr val="173F43"/>
                </a:solidFill>
                <a:latin typeface="Atkinson Hyperlegible"/>
                <a:ea typeface="Atkinson Hyperlegible"/>
                <a:cs typeface="Atkinson Hyperlegible"/>
              </a:defRPr>
            </a:lvl5pPr>
            <a:lvl6pPr algn="l">
              <a:defRPr sz="3150" b="1">
                <a:solidFill>
                  <a:srgbClr val="173F43"/>
                </a:solidFill>
                <a:latin typeface="Atkinson Hyperlegible"/>
                <a:ea typeface="Atkinson Hyperlegible"/>
                <a:cs typeface="Atkinson Hyperlegible"/>
              </a:defRPr>
            </a:lvl6pPr>
            <a:lvl7pPr algn="l">
              <a:defRPr sz="3150" b="1">
                <a:solidFill>
                  <a:srgbClr val="173F43"/>
                </a:solidFill>
                <a:latin typeface="Atkinson Hyperlegible"/>
                <a:ea typeface="Atkinson Hyperlegible"/>
                <a:cs typeface="Atkinson Hyperlegible"/>
              </a:defRPr>
            </a:lvl7pPr>
            <a:lvl8pPr algn="l">
              <a:defRPr sz="3150" b="1">
                <a:solidFill>
                  <a:srgbClr val="173F43"/>
                </a:solidFill>
                <a:latin typeface="Atkinson Hyperlegible"/>
                <a:ea typeface="Atkinson Hyperlegible"/>
                <a:cs typeface="Atkinson Hyperlegible"/>
              </a:defRPr>
            </a:lvl8pPr>
            <a:lvl9pPr algn="l">
              <a:defRPr sz="3150" b="1">
                <a:solidFill>
                  <a:srgbClr val="173F43"/>
                </a:solidFill>
                <a:latin typeface="Atkinson Hyperlegible"/>
                <a:ea typeface="Atkinson Hyperlegible"/>
                <a:cs typeface="Atkinson Hyperlegible"/>
              </a:defRPr>
            </a:lvl9pPr>
          </a:lstStyle>
          <a:p xmlns:a="http://schemas.openxmlformats.org/drawingml/2006/main">
            <a:pPr algn="l">
              <a:defRPr sz="3150" b="1">
                <a:solidFill>
                  <a:srgbClr val="173F43"/>
                </a:solidFill>
                <a:latin typeface="Atkinson Hyperlegible"/>
                <a:ea typeface="Atkinson Hyperlegible"/>
                <a:cs typeface="Atkinson Hyperlegible"/>
              </a:defRPr>
            </a:pPr>
            <a:r>
              <a:rPr sz="3150" b="1">
                <a:solidFill>
                  <a:srgbClr val="173F43"/>
                </a:solidFill>
                <a:latin typeface="Atkinson Hyperlegible"/>
                <a:ea typeface="Atkinson Hyperlegible"/>
                <a:cs typeface="Atkinson Hyperlegible"/>
              </a:rPr>
              <a:t>Critical protection through feasible actions</a:t>
            </a:r>
          </a:p>
        </p:txBody>
      </p:sp>
      <p:sp>
        <p:nvSpPr>
          <p:cNvPr id="3" name="shape-34">
            <a:extLst xmlns:a="http://schemas.openxmlformats.org/drawingml/2006/main">
              <a:ext uri="{FF2B5EF4-FFF2-40B4-BE49-F238E27FC236}">
                <a16:creationId xmlns:a16="http://schemas.microsoft.com/office/drawing/2014/main" id="{26305D37-A698-4E70-A9AD-9D586C9B67E0}"/>
              </a:ext>
            </a:extLst>
          </p:cNvPr>
          <p:cNvSpPr>
            <a:spLocks xmlns:a="http://schemas.openxmlformats.org/drawingml/2006/main" noGrp="1"/>
          </p:cNvSpPr>
          <p:nvPr/>
        </p:nvSpPr>
        <p:spPr>
          <a:xfrm xmlns:a="http://schemas.openxmlformats.org/drawingml/2006/main">
            <a:off x="609600" y="136207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787A"/>
                </a:solidFill>
                <a:latin typeface="Atkinson Hyperlegible"/>
                <a:ea typeface="Atkinson Hyperlegible"/>
                <a:cs typeface="Atkinson Hyperlegible"/>
              </a:defRPr>
            </a:defPPr>
            <a:lvl1pPr algn="l">
              <a:defRPr sz="1725" b="0">
                <a:solidFill>
                  <a:srgbClr val="58787A"/>
                </a:solidFill>
                <a:latin typeface="Atkinson Hyperlegible"/>
                <a:ea typeface="Atkinson Hyperlegible"/>
                <a:cs typeface="Atkinson Hyperlegible"/>
              </a:defRPr>
            </a:lvl1pPr>
            <a:lvl2pPr algn="l">
              <a:defRPr sz="1725" b="0">
                <a:solidFill>
                  <a:srgbClr val="58787A"/>
                </a:solidFill>
                <a:latin typeface="Atkinson Hyperlegible"/>
                <a:ea typeface="Atkinson Hyperlegible"/>
                <a:cs typeface="Atkinson Hyperlegible"/>
              </a:defRPr>
            </a:lvl2pPr>
            <a:lvl3pPr algn="l">
              <a:defRPr sz="1725" b="0">
                <a:solidFill>
                  <a:srgbClr val="58787A"/>
                </a:solidFill>
                <a:latin typeface="Atkinson Hyperlegible"/>
                <a:ea typeface="Atkinson Hyperlegible"/>
                <a:cs typeface="Atkinson Hyperlegible"/>
              </a:defRPr>
            </a:lvl3pPr>
            <a:lvl4pPr algn="l">
              <a:defRPr sz="1725" b="0">
                <a:solidFill>
                  <a:srgbClr val="58787A"/>
                </a:solidFill>
                <a:latin typeface="Atkinson Hyperlegible"/>
                <a:ea typeface="Atkinson Hyperlegible"/>
                <a:cs typeface="Atkinson Hyperlegible"/>
              </a:defRPr>
            </a:lvl4pPr>
            <a:lvl5pPr algn="l">
              <a:defRPr sz="1725" b="0">
                <a:solidFill>
                  <a:srgbClr val="58787A"/>
                </a:solidFill>
                <a:latin typeface="Atkinson Hyperlegible"/>
                <a:ea typeface="Atkinson Hyperlegible"/>
                <a:cs typeface="Atkinson Hyperlegible"/>
              </a:defRPr>
            </a:lvl5pPr>
            <a:lvl6pPr algn="l">
              <a:defRPr sz="1725" b="0">
                <a:solidFill>
                  <a:srgbClr val="58787A"/>
                </a:solidFill>
                <a:latin typeface="Atkinson Hyperlegible"/>
                <a:ea typeface="Atkinson Hyperlegible"/>
                <a:cs typeface="Atkinson Hyperlegible"/>
              </a:defRPr>
            </a:lvl6pPr>
            <a:lvl7pPr algn="l">
              <a:defRPr sz="1725" b="0">
                <a:solidFill>
                  <a:srgbClr val="58787A"/>
                </a:solidFill>
                <a:latin typeface="Atkinson Hyperlegible"/>
                <a:ea typeface="Atkinson Hyperlegible"/>
                <a:cs typeface="Atkinson Hyperlegible"/>
              </a:defRPr>
            </a:lvl7pPr>
            <a:lvl8pPr algn="l">
              <a:defRPr sz="1725" b="0">
                <a:solidFill>
                  <a:srgbClr val="58787A"/>
                </a:solidFill>
                <a:latin typeface="Atkinson Hyperlegible"/>
                <a:ea typeface="Atkinson Hyperlegible"/>
                <a:cs typeface="Atkinson Hyperlegible"/>
              </a:defRPr>
            </a:lvl8pPr>
            <a:lvl9pPr algn="l">
              <a:defRPr sz="1725" b="0">
                <a:solidFill>
                  <a:srgbClr val="58787A"/>
                </a:solidFill>
                <a:latin typeface="Atkinson Hyperlegible"/>
                <a:ea typeface="Atkinson Hyperlegible"/>
                <a:cs typeface="Atkinson Hyperlegible"/>
              </a:defRPr>
            </a:lvl9pPr>
          </a:lstStyle>
          <a:p xmlns:a="http://schemas.openxmlformats.org/drawingml/2006/main">
            <a:pPr algn="l">
              <a:defRPr sz="1725" b="0">
                <a:solidFill>
                  <a:srgbClr val="58787A"/>
                </a:solidFill>
                <a:latin typeface="Atkinson Hyperlegible"/>
                <a:ea typeface="Atkinson Hyperlegible"/>
                <a:cs typeface="Atkinson Hyperlegible"/>
              </a:defRPr>
            </a:pPr>
            <a:r>
              <a:rPr sz="1725" b="0">
                <a:solidFill>
                  <a:srgbClr val="58787A"/>
                </a:solidFill>
                <a:latin typeface="Atkinson Hyperlegible"/>
                <a:ea typeface="Atkinson Hyperlegible"/>
                <a:cs typeface="Atkinson Hyperlegible"/>
              </a:rPr>
              <a:t>PPO and Constrained Optimization share 128 Critical Only / Full Service combinations</a:t>
            </a:r>
          </a:p>
        </p:txBody>
      </p:sp>
      <p:sp>
        <p:nvSpPr>
          <p:cNvPr id="4" name="shape-35">
            <a:extLst xmlns:a="http://schemas.openxmlformats.org/drawingml/2006/main">
              <a:ext uri="{FF2B5EF4-FFF2-40B4-BE49-F238E27FC236}">
                <a16:creationId xmlns:a16="http://schemas.microsoft.com/office/drawing/2014/main" id="{97CF75A3-296A-4350-B9CB-BE4A62D40D5B}"/>
              </a:ext>
            </a:extLst>
          </p:cNvPr>
          <p:cNvSpPr>
            <a:spLocks xmlns:a="http://schemas.openxmlformats.org/drawingml/2006/main" noGrp="1"/>
          </p:cNvSpPr>
          <p:nvPr/>
        </p:nvSpPr>
        <p:spPr>
          <a:xfrm xmlns:a="http://schemas.openxmlformats.org/drawingml/2006/main">
            <a:off x="609600" y="6448425"/>
            <a:ext cx="10972800" cy="9525"/>
          </a:xfrm>
          <a:prstGeom xmlns:a="http://schemas.openxmlformats.org/drawingml/2006/main" prst="rect">
            <a:avLst/>
          </a:prstGeom>
          <a:solidFill xmlns:a="http://schemas.openxmlformats.org/drawingml/2006/main">
            <a:srgbClr val="D8E5DF"/>
          </a:solidFill>
          <a:ln xmlns:a="http://schemas.openxmlformats.org/drawingml/2006/main" w="0">
            <a:noFill/>
          </a:ln>
        </p:spPr>
      </p:sp>
      <p:sp>
        <p:nvSpPr>
          <p:cNvPr id="5" name="shape-36">
            <a:extLst xmlns:a="http://schemas.openxmlformats.org/drawingml/2006/main">
              <a:ext uri="{FF2B5EF4-FFF2-40B4-BE49-F238E27FC236}">
                <a16:creationId xmlns:a16="http://schemas.microsoft.com/office/drawing/2014/main" id="{1B992867-05B7-4451-8BA7-2509A0612099}"/>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8787A"/>
                </a:solidFill>
                <a:latin typeface="Atkinson Hyperlegible"/>
                <a:ea typeface="Atkinson Hyperlegible"/>
                <a:cs typeface="Atkinson Hyperlegible"/>
              </a:defRPr>
            </a:defPPr>
            <a:lvl1pPr algn="l">
              <a:defRPr sz="1050" b="0">
                <a:solidFill>
                  <a:srgbClr val="58787A"/>
                </a:solidFill>
                <a:latin typeface="Atkinson Hyperlegible"/>
                <a:ea typeface="Atkinson Hyperlegible"/>
                <a:cs typeface="Atkinson Hyperlegible"/>
              </a:defRPr>
            </a:lvl1pPr>
            <a:lvl2pPr algn="l">
              <a:defRPr sz="1050" b="0">
                <a:solidFill>
                  <a:srgbClr val="58787A"/>
                </a:solidFill>
                <a:latin typeface="Atkinson Hyperlegible"/>
                <a:ea typeface="Atkinson Hyperlegible"/>
                <a:cs typeface="Atkinson Hyperlegible"/>
              </a:defRPr>
            </a:lvl2pPr>
            <a:lvl3pPr algn="l">
              <a:defRPr sz="1050" b="0">
                <a:solidFill>
                  <a:srgbClr val="58787A"/>
                </a:solidFill>
                <a:latin typeface="Atkinson Hyperlegible"/>
                <a:ea typeface="Atkinson Hyperlegible"/>
                <a:cs typeface="Atkinson Hyperlegible"/>
              </a:defRPr>
            </a:lvl3pPr>
            <a:lvl4pPr algn="l">
              <a:defRPr sz="1050" b="0">
                <a:solidFill>
                  <a:srgbClr val="58787A"/>
                </a:solidFill>
                <a:latin typeface="Atkinson Hyperlegible"/>
                <a:ea typeface="Atkinson Hyperlegible"/>
                <a:cs typeface="Atkinson Hyperlegible"/>
              </a:defRPr>
            </a:lvl4pPr>
            <a:lvl5pPr algn="l">
              <a:defRPr sz="1050" b="0">
                <a:solidFill>
                  <a:srgbClr val="58787A"/>
                </a:solidFill>
                <a:latin typeface="Atkinson Hyperlegible"/>
                <a:ea typeface="Atkinson Hyperlegible"/>
                <a:cs typeface="Atkinson Hyperlegible"/>
              </a:defRPr>
            </a:lvl5pPr>
            <a:lvl6pPr algn="l">
              <a:defRPr sz="1050" b="0">
                <a:solidFill>
                  <a:srgbClr val="58787A"/>
                </a:solidFill>
                <a:latin typeface="Atkinson Hyperlegible"/>
                <a:ea typeface="Atkinson Hyperlegible"/>
                <a:cs typeface="Atkinson Hyperlegible"/>
              </a:defRPr>
            </a:lvl6pPr>
            <a:lvl7pPr algn="l">
              <a:defRPr sz="1050" b="0">
                <a:solidFill>
                  <a:srgbClr val="58787A"/>
                </a:solidFill>
                <a:latin typeface="Atkinson Hyperlegible"/>
                <a:ea typeface="Atkinson Hyperlegible"/>
                <a:cs typeface="Atkinson Hyperlegible"/>
              </a:defRPr>
            </a:lvl7pPr>
            <a:lvl8pPr algn="l">
              <a:defRPr sz="1050" b="0">
                <a:solidFill>
                  <a:srgbClr val="58787A"/>
                </a:solidFill>
                <a:latin typeface="Atkinson Hyperlegible"/>
                <a:ea typeface="Atkinson Hyperlegible"/>
                <a:cs typeface="Atkinson Hyperlegible"/>
              </a:defRPr>
            </a:lvl8pPr>
            <a:lvl9pPr algn="l">
              <a:defRPr sz="1050" b="0">
                <a:solidFill>
                  <a:srgbClr val="58787A"/>
                </a:solidFill>
                <a:latin typeface="Atkinson Hyperlegible"/>
                <a:ea typeface="Atkinson Hyperlegible"/>
                <a:cs typeface="Atkinson Hyperlegible"/>
              </a:defRPr>
            </a:lvl9pPr>
          </a:lstStyle>
          <a:p xmlns:a="http://schemas.openxmlformats.org/drawingml/2006/main">
            <a:pPr algn="l">
              <a:defRPr sz="1050" b="0">
                <a:solidFill>
                  <a:srgbClr val="58787A"/>
                </a:solidFill>
                <a:latin typeface="Atkinson Hyperlegible"/>
                <a:ea typeface="Atkinson Hyperlegible"/>
                <a:cs typeface="Atkinson Hyperlegible"/>
              </a:defRPr>
            </a:pPr>
            <a:r>
              <a:rPr sz="1050" b="0">
                <a:solidFill>
                  <a:srgbClr val="58787A"/>
                </a:solidFill>
                <a:latin typeface="Atkinson Hyperlegible"/>
                <a:ea typeface="Atkinson Hyperlegible"/>
                <a:cs typeface="Atkinson Hyperlegible"/>
              </a:rPr>
              <a:t>Masking: Huang and Ontañón (2022). Safety distinction: García and Fernández (2015).</a:t>
            </a:r>
          </a:p>
        </p:txBody>
      </p:sp>
      <p:sp>
        <p:nvSpPr>
          <p:cNvPr id="6" name="shape-37">
            <a:extLst xmlns:a="http://schemas.openxmlformats.org/drawingml/2006/main">
              <a:ext uri="{FF2B5EF4-FFF2-40B4-BE49-F238E27FC236}">
                <a16:creationId xmlns:a16="http://schemas.microsoft.com/office/drawing/2014/main" id="{A74D79C7-E8F3-4A29-A984-9CB4D9980F4B}"/>
              </a:ext>
            </a:extLst>
          </p:cNvPr>
          <p:cNvSpPr>
            <a:spLocks xmlns:a="http://schemas.openxmlformats.org/drawingml/2006/main" noGrp="1"/>
          </p:cNvSpPr>
          <p:nvPr/>
        </p:nvSpPr>
        <p:spPr>
          <a:xfrm xmlns:a="http://schemas.openxmlformats.org/drawingml/2006/main">
            <a:off x="11001375" y="6515100"/>
            <a:ext cx="581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137B73"/>
                </a:solidFill>
                <a:latin typeface="Atkinson Hyperlegible"/>
                <a:ea typeface="Atkinson Hyperlegible"/>
                <a:cs typeface="Atkinson Hyperlegible"/>
              </a:defRPr>
            </a:defPPr>
            <a:lvl1pPr algn="r">
              <a:defRPr sz="1275" b="0">
                <a:solidFill>
                  <a:srgbClr val="137B73"/>
                </a:solidFill>
                <a:latin typeface="Atkinson Hyperlegible"/>
                <a:ea typeface="Atkinson Hyperlegible"/>
                <a:cs typeface="Atkinson Hyperlegible"/>
              </a:defRPr>
            </a:lvl1pPr>
            <a:lvl2pPr algn="r">
              <a:defRPr sz="1275" b="0">
                <a:solidFill>
                  <a:srgbClr val="137B73"/>
                </a:solidFill>
                <a:latin typeface="Atkinson Hyperlegible"/>
                <a:ea typeface="Atkinson Hyperlegible"/>
                <a:cs typeface="Atkinson Hyperlegible"/>
              </a:defRPr>
            </a:lvl2pPr>
            <a:lvl3pPr algn="r">
              <a:defRPr sz="1275" b="0">
                <a:solidFill>
                  <a:srgbClr val="137B73"/>
                </a:solidFill>
                <a:latin typeface="Atkinson Hyperlegible"/>
                <a:ea typeface="Atkinson Hyperlegible"/>
                <a:cs typeface="Atkinson Hyperlegible"/>
              </a:defRPr>
            </a:lvl3pPr>
            <a:lvl4pPr algn="r">
              <a:defRPr sz="1275" b="0">
                <a:solidFill>
                  <a:srgbClr val="137B73"/>
                </a:solidFill>
                <a:latin typeface="Atkinson Hyperlegible"/>
                <a:ea typeface="Atkinson Hyperlegible"/>
                <a:cs typeface="Atkinson Hyperlegible"/>
              </a:defRPr>
            </a:lvl4pPr>
            <a:lvl5pPr algn="r">
              <a:defRPr sz="1275" b="0">
                <a:solidFill>
                  <a:srgbClr val="137B73"/>
                </a:solidFill>
                <a:latin typeface="Atkinson Hyperlegible"/>
                <a:ea typeface="Atkinson Hyperlegible"/>
                <a:cs typeface="Atkinson Hyperlegible"/>
              </a:defRPr>
            </a:lvl5pPr>
            <a:lvl6pPr algn="r">
              <a:defRPr sz="1275" b="0">
                <a:solidFill>
                  <a:srgbClr val="137B73"/>
                </a:solidFill>
                <a:latin typeface="Atkinson Hyperlegible"/>
                <a:ea typeface="Atkinson Hyperlegible"/>
                <a:cs typeface="Atkinson Hyperlegible"/>
              </a:defRPr>
            </a:lvl6pPr>
            <a:lvl7pPr algn="r">
              <a:defRPr sz="1275" b="0">
                <a:solidFill>
                  <a:srgbClr val="137B73"/>
                </a:solidFill>
                <a:latin typeface="Atkinson Hyperlegible"/>
                <a:ea typeface="Atkinson Hyperlegible"/>
                <a:cs typeface="Atkinson Hyperlegible"/>
              </a:defRPr>
            </a:lvl7pPr>
            <a:lvl8pPr algn="r">
              <a:defRPr sz="1275" b="0">
                <a:solidFill>
                  <a:srgbClr val="137B73"/>
                </a:solidFill>
                <a:latin typeface="Atkinson Hyperlegible"/>
                <a:ea typeface="Atkinson Hyperlegible"/>
                <a:cs typeface="Atkinson Hyperlegible"/>
              </a:defRPr>
            </a:lvl8pPr>
            <a:lvl9pPr algn="r">
              <a:defRPr sz="1275" b="0">
                <a:solidFill>
                  <a:srgbClr val="137B73"/>
                </a:solidFill>
                <a:latin typeface="Atkinson Hyperlegible"/>
                <a:ea typeface="Atkinson Hyperlegible"/>
                <a:cs typeface="Atkinson Hyperlegible"/>
              </a:defRPr>
            </a:lvl9pPr>
          </a:lstStyle>
          <a:p xmlns:a="http://schemas.openxmlformats.org/drawingml/2006/main">
            <a:pPr algn="r">
              <a:defRPr sz="1275" b="0">
                <a:solidFill>
                  <a:srgbClr val="137B73"/>
                </a:solidFill>
                <a:latin typeface="Atkinson Hyperlegible"/>
                <a:ea typeface="Atkinson Hyperlegible"/>
                <a:cs typeface="Atkinson Hyperlegible"/>
              </a:defRPr>
            </a:pPr>
            <a:r>
              <a:rPr sz="1275" b="0">
                <a:solidFill>
                  <a:srgbClr val="137B73"/>
                </a:solidFill>
                <a:latin typeface="Atkinson Hyperlegible"/>
                <a:ea typeface="Atkinson Hyperlegible"/>
                <a:cs typeface="Atkinson Hyperlegible"/>
              </a:rPr>
              <a:t>04</a:t>
            </a:r>
          </a:p>
        </p:txBody>
      </p:sp>
      <p:sp>
        <p:nvSpPr>
          <p:cNvPr id="7" name="shape-38">
            <a:extLst xmlns:a="http://schemas.openxmlformats.org/drawingml/2006/main">
              <a:ext uri="{FF2B5EF4-FFF2-40B4-BE49-F238E27FC236}">
                <a16:creationId xmlns:a16="http://schemas.microsoft.com/office/drawing/2014/main" id="{3CEF9328-0631-4DF6-82CC-11129506F218}"/>
              </a:ext>
            </a:extLst>
          </p:cNvPr>
          <p:cNvSpPr>
            <a:spLocks xmlns:a="http://schemas.openxmlformats.org/drawingml/2006/main" noGrp="1"/>
          </p:cNvSpPr>
          <p:nvPr/>
        </p:nvSpPr>
        <p:spPr>
          <a:xfrm xmlns:a="http://schemas.openxmlformats.org/drawingml/2006/main">
            <a:off x="609600" y="2076450"/>
            <a:ext cx="542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37B73"/>
                </a:solidFill>
                <a:latin typeface="Atkinson Hyperlegible"/>
                <a:ea typeface="Atkinson Hyperlegible"/>
                <a:cs typeface="Atkinson Hyperlegible"/>
              </a:defRPr>
            </a:defPPr>
            <a:lvl1pPr algn="l">
              <a:defRPr sz="2100" b="1">
                <a:solidFill>
                  <a:srgbClr val="137B73"/>
                </a:solidFill>
                <a:latin typeface="Atkinson Hyperlegible"/>
                <a:ea typeface="Atkinson Hyperlegible"/>
                <a:cs typeface="Atkinson Hyperlegible"/>
              </a:defRPr>
            </a:lvl1pPr>
            <a:lvl2pPr algn="l">
              <a:defRPr sz="2100" b="1">
                <a:solidFill>
                  <a:srgbClr val="137B73"/>
                </a:solidFill>
                <a:latin typeface="Atkinson Hyperlegible"/>
                <a:ea typeface="Atkinson Hyperlegible"/>
                <a:cs typeface="Atkinson Hyperlegible"/>
              </a:defRPr>
            </a:lvl2pPr>
            <a:lvl3pPr algn="l">
              <a:defRPr sz="2100" b="1">
                <a:solidFill>
                  <a:srgbClr val="137B73"/>
                </a:solidFill>
                <a:latin typeface="Atkinson Hyperlegible"/>
                <a:ea typeface="Atkinson Hyperlegible"/>
                <a:cs typeface="Atkinson Hyperlegible"/>
              </a:defRPr>
            </a:lvl3pPr>
            <a:lvl4pPr algn="l">
              <a:defRPr sz="2100" b="1">
                <a:solidFill>
                  <a:srgbClr val="137B73"/>
                </a:solidFill>
                <a:latin typeface="Atkinson Hyperlegible"/>
                <a:ea typeface="Atkinson Hyperlegible"/>
                <a:cs typeface="Atkinson Hyperlegible"/>
              </a:defRPr>
            </a:lvl4pPr>
            <a:lvl5pPr algn="l">
              <a:defRPr sz="2100" b="1">
                <a:solidFill>
                  <a:srgbClr val="137B73"/>
                </a:solidFill>
                <a:latin typeface="Atkinson Hyperlegible"/>
                <a:ea typeface="Atkinson Hyperlegible"/>
                <a:cs typeface="Atkinson Hyperlegible"/>
              </a:defRPr>
            </a:lvl5pPr>
            <a:lvl6pPr algn="l">
              <a:defRPr sz="2100" b="1">
                <a:solidFill>
                  <a:srgbClr val="137B73"/>
                </a:solidFill>
                <a:latin typeface="Atkinson Hyperlegible"/>
                <a:ea typeface="Atkinson Hyperlegible"/>
                <a:cs typeface="Atkinson Hyperlegible"/>
              </a:defRPr>
            </a:lvl6pPr>
            <a:lvl7pPr algn="l">
              <a:defRPr sz="2100" b="1">
                <a:solidFill>
                  <a:srgbClr val="137B73"/>
                </a:solidFill>
                <a:latin typeface="Atkinson Hyperlegible"/>
                <a:ea typeface="Atkinson Hyperlegible"/>
                <a:cs typeface="Atkinson Hyperlegible"/>
              </a:defRPr>
            </a:lvl7pPr>
            <a:lvl8pPr algn="l">
              <a:defRPr sz="2100" b="1">
                <a:solidFill>
                  <a:srgbClr val="137B73"/>
                </a:solidFill>
                <a:latin typeface="Atkinson Hyperlegible"/>
                <a:ea typeface="Atkinson Hyperlegible"/>
                <a:cs typeface="Atkinson Hyperlegible"/>
              </a:defRPr>
            </a:lvl8pPr>
            <a:lvl9pPr algn="l">
              <a:defRPr sz="2100" b="1">
                <a:solidFill>
                  <a:srgbClr val="137B73"/>
                </a:solidFill>
                <a:latin typeface="Atkinson Hyperlegible"/>
                <a:ea typeface="Atkinson Hyperlegible"/>
                <a:cs typeface="Atkinson Hyperlegible"/>
              </a:defRPr>
            </a:lvl9pPr>
          </a:lstStyle>
          <a:p xmlns:a="http://schemas.openxmlformats.org/drawingml/2006/main">
            <a:pPr algn="l">
              <a:defRPr sz="2100" b="1">
                <a:solidFill>
                  <a:srgbClr val="137B73"/>
                </a:solidFill>
                <a:latin typeface="Atkinson Hyperlegible"/>
                <a:ea typeface="Atkinson Hyperlegible"/>
                <a:cs typeface="Atkinson Hyperlegible"/>
              </a:defRPr>
            </a:pPr>
            <a:r>
              <a:rPr sz="2100" b="1">
                <a:solidFill>
                  <a:srgbClr val="137B73"/>
                </a:solidFill>
                <a:latin typeface="Atkinson Hyperlegible"/>
                <a:ea typeface="Atkinson Hyperlegible"/>
                <a:cs typeface="Atkinson Hyperlegible"/>
              </a:rPr>
              <a:t>Critical reservation</a:t>
            </a:r>
          </a:p>
        </p:txBody>
      </p:sp>
      <p:pic>
        <p:nvPicPr>
          <p:cNvPr id="8" name="">
            <a:extLst xmlns:a="http://schemas.openxmlformats.org/drawingml/2006/main">
              <a:ext uri="{FF2B5EF4-FFF2-40B4-BE49-F238E27FC236}">
                <a16:creationId xmlns:a16="http://schemas.microsoft.com/office/drawing/2014/main" id="{B7103D00-26A8-4FF4-9E78-3F83F69770B0}"/>
              </a:ext>
            </a:extLst>
          </p:cNvPr>
          <p:cNvPicPr>
            <a:picLocks xmlns:a="http://schemas.openxmlformats.org/drawingml/2006/main" noChangeAspect="1"/>
          </p:cNvPicPr>
          <p:nvPr/>
        </p:nvPicPr>
        <p:blipFill>
          <a:blip xmlns:r="http://schemas.openxmlformats.org/officeDocument/2006/relationships" xmlns:a="http://schemas.openxmlformats.org/drawingml/2006/main" r:embed="R6ab7861180004ec0"/>
          <a:stretch xmlns:a="http://schemas.openxmlformats.org/drawingml/2006/main"/>
        </p:blipFill>
        <p:spPr>
          <a:xfrm xmlns:a="http://schemas.openxmlformats.org/drawingml/2006/main">
            <a:off x="4457199" y="2619375"/>
            <a:ext cx="3010903" cy="628650"/>
          </a:xfrm>
          <a:prstGeom xmlns:a="http://schemas.openxmlformats.org/drawingml/2006/main" prst="rect">
            <a:avLst/>
          </a:prstGeom>
        </p:spPr>
      </p:pic>
      <p:sp>
        <p:nvSpPr>
          <p:cNvPr id="9" name="shape-39">
            <a:extLst xmlns:a="http://schemas.openxmlformats.org/drawingml/2006/main">
              <a:ext uri="{FF2B5EF4-FFF2-40B4-BE49-F238E27FC236}">
                <a16:creationId xmlns:a16="http://schemas.microsoft.com/office/drawing/2014/main" id="{9D033902-247F-4747-8C47-BCE27A317A2E}"/>
              </a:ext>
            </a:extLst>
          </p:cNvPr>
          <p:cNvSpPr>
            <a:spLocks xmlns:a="http://schemas.openxmlformats.org/drawingml/2006/main" noGrp="1"/>
          </p:cNvSpPr>
          <p:nvPr/>
        </p:nvSpPr>
        <p:spPr>
          <a:xfrm xmlns:a="http://schemas.openxmlformats.org/drawingml/2006/main">
            <a:off x="609600" y="34004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787A"/>
                </a:solidFill>
                <a:latin typeface="Atkinson Hyperlegible"/>
                <a:ea typeface="Atkinson Hyperlegible"/>
                <a:cs typeface="Atkinson Hyperlegible"/>
              </a:defRPr>
            </a:defPPr>
            <a:lvl1pPr algn="l">
              <a:defRPr sz="1800" b="0">
                <a:solidFill>
                  <a:srgbClr val="58787A"/>
                </a:solidFill>
                <a:latin typeface="Atkinson Hyperlegible"/>
                <a:ea typeface="Atkinson Hyperlegible"/>
                <a:cs typeface="Atkinson Hyperlegible"/>
              </a:defRPr>
            </a:lvl1pPr>
            <a:lvl2pPr algn="l">
              <a:defRPr sz="1800" b="0">
                <a:solidFill>
                  <a:srgbClr val="58787A"/>
                </a:solidFill>
                <a:latin typeface="Atkinson Hyperlegible"/>
                <a:ea typeface="Atkinson Hyperlegible"/>
                <a:cs typeface="Atkinson Hyperlegible"/>
              </a:defRPr>
            </a:lvl2pPr>
            <a:lvl3pPr algn="l">
              <a:defRPr sz="1800" b="0">
                <a:solidFill>
                  <a:srgbClr val="58787A"/>
                </a:solidFill>
                <a:latin typeface="Atkinson Hyperlegible"/>
                <a:ea typeface="Atkinson Hyperlegible"/>
                <a:cs typeface="Atkinson Hyperlegible"/>
              </a:defRPr>
            </a:lvl3pPr>
            <a:lvl4pPr algn="l">
              <a:defRPr sz="1800" b="0">
                <a:solidFill>
                  <a:srgbClr val="58787A"/>
                </a:solidFill>
                <a:latin typeface="Atkinson Hyperlegible"/>
                <a:ea typeface="Atkinson Hyperlegible"/>
                <a:cs typeface="Atkinson Hyperlegible"/>
              </a:defRPr>
            </a:lvl4pPr>
            <a:lvl5pPr algn="l">
              <a:defRPr sz="1800" b="0">
                <a:solidFill>
                  <a:srgbClr val="58787A"/>
                </a:solidFill>
                <a:latin typeface="Atkinson Hyperlegible"/>
                <a:ea typeface="Atkinson Hyperlegible"/>
                <a:cs typeface="Atkinson Hyperlegible"/>
              </a:defRPr>
            </a:lvl5pPr>
            <a:lvl6pPr algn="l">
              <a:defRPr sz="1800" b="0">
                <a:solidFill>
                  <a:srgbClr val="58787A"/>
                </a:solidFill>
                <a:latin typeface="Atkinson Hyperlegible"/>
                <a:ea typeface="Atkinson Hyperlegible"/>
                <a:cs typeface="Atkinson Hyperlegible"/>
              </a:defRPr>
            </a:lvl6pPr>
            <a:lvl7pPr algn="l">
              <a:defRPr sz="1800" b="0">
                <a:solidFill>
                  <a:srgbClr val="58787A"/>
                </a:solidFill>
                <a:latin typeface="Atkinson Hyperlegible"/>
                <a:ea typeface="Atkinson Hyperlegible"/>
                <a:cs typeface="Atkinson Hyperlegible"/>
              </a:defRPr>
            </a:lvl7pPr>
            <a:lvl8pPr algn="l">
              <a:defRPr sz="1800" b="0">
                <a:solidFill>
                  <a:srgbClr val="58787A"/>
                </a:solidFill>
                <a:latin typeface="Atkinson Hyperlegible"/>
                <a:ea typeface="Atkinson Hyperlegible"/>
                <a:cs typeface="Atkinson Hyperlegible"/>
              </a:defRPr>
            </a:lvl8pPr>
            <a:lvl9pPr algn="l">
              <a:defRPr sz="1800" b="0">
                <a:solidFill>
                  <a:srgbClr val="58787A"/>
                </a:solidFill>
                <a:latin typeface="Atkinson Hyperlegible"/>
                <a:ea typeface="Atkinson Hyperlegible"/>
                <a:cs typeface="Atkinson Hyperlegible"/>
              </a:defRPr>
            </a:lvl9pPr>
          </a:lstStyle>
          <a:p xmlns:a="http://schemas.openxmlformats.org/drawingml/2006/main">
            <a:pPr algn="l">
              <a:defRPr sz="1800" b="0">
                <a:solidFill>
                  <a:srgbClr val="58787A"/>
                </a:solidFill>
                <a:latin typeface="Atkinson Hyperlegible"/>
                <a:ea typeface="Atkinson Hyperlegible"/>
                <a:cs typeface="Atkinson Hyperlegible"/>
              </a:defRPr>
            </a:pPr>
            <a:r>
              <a:rPr sz="1800" b="0">
                <a:solidFill>
                  <a:srgbClr val="58787A"/>
                </a:solidFill>
                <a:latin typeface="Atkinson Hyperlegible"/>
                <a:ea typeface="Atkinson Hyperlegible"/>
                <a:cs typeface="Atkinson Hyperlegible"/>
              </a:rPr>
              <a:t>C: total critical demand     bᵢ: locality noncritical demand     S: available supply</a:t>
            </a:r>
          </a:p>
        </p:txBody>
      </p:sp>
      <p:pic>
        <p:nvPicPr>
          <p:cNvPr id="10" name="">
            <a:extLst xmlns:a="http://schemas.openxmlformats.org/drawingml/2006/main">
              <a:ext uri="{FF2B5EF4-FFF2-40B4-BE49-F238E27FC236}">
                <a16:creationId xmlns:a16="http://schemas.microsoft.com/office/drawing/2014/main" id="{B15A58F4-ADF9-4147-B3F6-177BD6AAB3B2}"/>
              </a:ext>
            </a:extLst>
          </p:cNvPr>
          <p:cNvPicPr>
            <a:picLocks xmlns:a="http://schemas.openxmlformats.org/drawingml/2006/main" noChangeAspect="1"/>
          </p:cNvPicPr>
          <p:nvPr/>
        </p:nvPicPr>
        <p:blipFill>
          <a:blip xmlns:r="http://schemas.openxmlformats.org/officeDocument/2006/relationships" xmlns:a="http://schemas.openxmlformats.org/drawingml/2006/main" r:embed="Re26554383e134b9c"/>
          <a:stretch xmlns:a="http://schemas.openxmlformats.org/drawingml/2006/main"/>
        </p:blipFill>
        <p:spPr>
          <a:xfrm xmlns:a="http://schemas.openxmlformats.org/drawingml/2006/main">
            <a:off x="2573317" y="4010025"/>
            <a:ext cx="6778666" cy="695325"/>
          </a:xfrm>
          <a:prstGeom xmlns:a="http://schemas.openxmlformats.org/drawingml/2006/main" prst="rect">
            <a:avLst/>
          </a:prstGeom>
        </p:spPr>
      </p:pic>
      <p:sp>
        <p:nvSpPr>
          <p:cNvPr id="11" name="shape-40">
            <a:extLst xmlns:a="http://schemas.openxmlformats.org/drawingml/2006/main">
              <a:ext uri="{FF2B5EF4-FFF2-40B4-BE49-F238E27FC236}">
                <a16:creationId xmlns:a16="http://schemas.microsoft.com/office/drawing/2014/main" id="{1A9915F8-0AFD-40D8-8AD5-83DF523C32EC}"/>
              </a:ext>
            </a:extLst>
          </p:cNvPr>
          <p:cNvSpPr>
            <a:spLocks xmlns:a="http://schemas.openxmlformats.org/drawingml/2006/main" noGrp="1"/>
          </p:cNvSpPr>
          <p:nvPr/>
        </p:nvSpPr>
        <p:spPr>
          <a:xfrm xmlns:a="http://schemas.openxmlformats.org/drawingml/2006/main">
            <a:off x="609600" y="49911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3F43"/>
                </a:solidFill>
                <a:latin typeface="Atkinson Hyperlegible"/>
                <a:ea typeface="Atkinson Hyperlegible"/>
                <a:cs typeface="Atkinson Hyperlegible"/>
              </a:defRPr>
            </a:defPPr>
            <a:lvl1pPr algn="l">
              <a:defRPr sz="1950" b="0">
                <a:solidFill>
                  <a:srgbClr val="173F43"/>
                </a:solidFill>
                <a:latin typeface="Atkinson Hyperlegible"/>
                <a:ea typeface="Atkinson Hyperlegible"/>
                <a:cs typeface="Atkinson Hyperlegible"/>
              </a:defRPr>
            </a:lvl1pPr>
            <a:lvl2pPr algn="l">
              <a:defRPr sz="1950" b="0">
                <a:solidFill>
                  <a:srgbClr val="173F43"/>
                </a:solidFill>
                <a:latin typeface="Atkinson Hyperlegible"/>
                <a:ea typeface="Atkinson Hyperlegible"/>
                <a:cs typeface="Atkinson Hyperlegible"/>
              </a:defRPr>
            </a:lvl2pPr>
            <a:lvl3pPr algn="l">
              <a:defRPr sz="1950" b="0">
                <a:solidFill>
                  <a:srgbClr val="173F43"/>
                </a:solidFill>
                <a:latin typeface="Atkinson Hyperlegible"/>
                <a:ea typeface="Atkinson Hyperlegible"/>
                <a:cs typeface="Atkinson Hyperlegible"/>
              </a:defRPr>
            </a:lvl3pPr>
            <a:lvl4pPr algn="l">
              <a:defRPr sz="1950" b="0">
                <a:solidFill>
                  <a:srgbClr val="173F43"/>
                </a:solidFill>
                <a:latin typeface="Atkinson Hyperlegible"/>
                <a:ea typeface="Atkinson Hyperlegible"/>
                <a:cs typeface="Atkinson Hyperlegible"/>
              </a:defRPr>
            </a:lvl4pPr>
            <a:lvl5pPr algn="l">
              <a:defRPr sz="1950" b="0">
                <a:solidFill>
                  <a:srgbClr val="173F43"/>
                </a:solidFill>
                <a:latin typeface="Atkinson Hyperlegible"/>
                <a:ea typeface="Atkinson Hyperlegible"/>
                <a:cs typeface="Atkinson Hyperlegible"/>
              </a:defRPr>
            </a:lvl5pPr>
            <a:lvl6pPr algn="l">
              <a:defRPr sz="1950" b="0">
                <a:solidFill>
                  <a:srgbClr val="173F43"/>
                </a:solidFill>
                <a:latin typeface="Atkinson Hyperlegible"/>
                <a:ea typeface="Atkinson Hyperlegible"/>
                <a:cs typeface="Atkinson Hyperlegible"/>
              </a:defRPr>
            </a:lvl6pPr>
            <a:lvl7pPr algn="l">
              <a:defRPr sz="1950" b="0">
                <a:solidFill>
                  <a:srgbClr val="173F43"/>
                </a:solidFill>
                <a:latin typeface="Atkinson Hyperlegible"/>
                <a:ea typeface="Atkinson Hyperlegible"/>
                <a:cs typeface="Atkinson Hyperlegible"/>
              </a:defRPr>
            </a:lvl7pPr>
            <a:lvl8pPr algn="l">
              <a:defRPr sz="1950" b="0">
                <a:solidFill>
                  <a:srgbClr val="173F43"/>
                </a:solidFill>
                <a:latin typeface="Atkinson Hyperlegible"/>
                <a:ea typeface="Atkinson Hyperlegible"/>
                <a:cs typeface="Atkinson Hyperlegible"/>
              </a:defRPr>
            </a:lvl8pPr>
            <a:lvl9pPr algn="l">
              <a:defRPr sz="1950" b="0">
                <a:solidFill>
                  <a:srgbClr val="173F43"/>
                </a:solidFill>
                <a:latin typeface="Atkinson Hyperlegible"/>
                <a:ea typeface="Atkinson Hyperlegible"/>
                <a:cs typeface="Atkinson Hyperlegible"/>
              </a:defRPr>
            </a:lvl9pPr>
          </a:lstStyle>
          <a:p xmlns:a="http://schemas.openxmlformats.org/drawingml/2006/main">
            <a:pPr algn="l">
              <a:defRPr sz="1950" b="0">
                <a:solidFill>
                  <a:srgbClr val="173F43"/>
                </a:solidFill>
                <a:latin typeface="Atkinson Hyperlegible"/>
                <a:ea typeface="Atkinson Hyperlegible"/>
                <a:cs typeface="Atkinson Hyperlegible"/>
              </a:defRPr>
            </a:pPr>
            <a:r>
              <a:rPr sz="1950" b="0">
                <a:solidFill>
                  <a:srgbClr val="173F43"/>
                </a:solidFill>
                <a:latin typeface="Atkinson Hyperlegible"/>
                <a:ea typeface="Atkinson Hyperlegible"/>
                <a:cs typeface="Atkinson Hyperlegible"/>
              </a:rPr>
              <a:t>Shared proportional dispatch uses ε = 10⁻⁸. If critical demand cannot fit, the all-Critical-Only fallback still records the resulting interruption.</a:t>
            </a:r>
          </a:p>
        </p:txBody>
      </p:sp>
    </p:spTree>
    <p:extLst>
      <p:ext uri="{BB962C8B-B14F-4D97-AF65-F5344CB8AC3E}">
        <p14:creationId xmlns:p14="http://schemas.microsoft.com/office/powerpoint/2010/main" val="1129322066"/>
      </p:ext>
    </p:extLst>
  </p:cSld>
</p:sld>
</file>

<file path=ppt/slides/slide5.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9" name="shape-41">
            <a:extLst xmlns:a="http://schemas.openxmlformats.org/drawingml/2006/main">
              <a:ext uri="{FF2B5EF4-FFF2-40B4-BE49-F238E27FC236}">
                <a16:creationId xmlns:a16="http://schemas.microsoft.com/office/drawing/2014/main" id="{4EE6C1CC-E707-4EE4-A192-1D944349C2CA}"/>
              </a:ext>
            </a:extLst>
          </p:cNvPr>
          <p:cNvSpPr>
            <a:spLocks xmlns:a="http://schemas.openxmlformats.org/drawingml/2006/main" noGrp="1"/>
          </p:cNvSpPr>
          <p:nvPr/>
        </p:nvSpPr>
        <p:spPr>
          <a:xfrm xmlns:a="http://schemas.openxmlformats.org/drawingml/2006/main">
            <a:off x="609600" y="266700"/>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37B73"/>
                </a:solidFill>
                <a:latin typeface="Atkinson Hyperlegible"/>
                <a:ea typeface="Atkinson Hyperlegible"/>
                <a:cs typeface="Atkinson Hyperlegible"/>
              </a:defRPr>
            </a:defPPr>
            <a:lvl1pPr algn="l">
              <a:defRPr sz="1350" b="1">
                <a:solidFill>
                  <a:srgbClr val="137B73"/>
                </a:solidFill>
                <a:latin typeface="Atkinson Hyperlegible"/>
                <a:ea typeface="Atkinson Hyperlegible"/>
                <a:cs typeface="Atkinson Hyperlegible"/>
              </a:defRPr>
            </a:lvl1pPr>
            <a:lvl2pPr algn="l">
              <a:defRPr sz="1350" b="1">
                <a:solidFill>
                  <a:srgbClr val="137B73"/>
                </a:solidFill>
                <a:latin typeface="Atkinson Hyperlegible"/>
                <a:ea typeface="Atkinson Hyperlegible"/>
                <a:cs typeface="Atkinson Hyperlegible"/>
              </a:defRPr>
            </a:lvl2pPr>
            <a:lvl3pPr algn="l">
              <a:defRPr sz="1350" b="1">
                <a:solidFill>
                  <a:srgbClr val="137B73"/>
                </a:solidFill>
                <a:latin typeface="Atkinson Hyperlegible"/>
                <a:ea typeface="Atkinson Hyperlegible"/>
                <a:cs typeface="Atkinson Hyperlegible"/>
              </a:defRPr>
            </a:lvl3pPr>
            <a:lvl4pPr algn="l">
              <a:defRPr sz="1350" b="1">
                <a:solidFill>
                  <a:srgbClr val="137B73"/>
                </a:solidFill>
                <a:latin typeface="Atkinson Hyperlegible"/>
                <a:ea typeface="Atkinson Hyperlegible"/>
                <a:cs typeface="Atkinson Hyperlegible"/>
              </a:defRPr>
            </a:lvl4pPr>
            <a:lvl5pPr algn="l">
              <a:defRPr sz="1350" b="1">
                <a:solidFill>
                  <a:srgbClr val="137B73"/>
                </a:solidFill>
                <a:latin typeface="Atkinson Hyperlegible"/>
                <a:ea typeface="Atkinson Hyperlegible"/>
                <a:cs typeface="Atkinson Hyperlegible"/>
              </a:defRPr>
            </a:lvl5pPr>
            <a:lvl6pPr algn="l">
              <a:defRPr sz="1350" b="1">
                <a:solidFill>
                  <a:srgbClr val="137B73"/>
                </a:solidFill>
                <a:latin typeface="Atkinson Hyperlegible"/>
                <a:ea typeface="Atkinson Hyperlegible"/>
                <a:cs typeface="Atkinson Hyperlegible"/>
              </a:defRPr>
            </a:lvl6pPr>
            <a:lvl7pPr algn="l">
              <a:defRPr sz="1350" b="1">
                <a:solidFill>
                  <a:srgbClr val="137B73"/>
                </a:solidFill>
                <a:latin typeface="Atkinson Hyperlegible"/>
                <a:ea typeface="Atkinson Hyperlegible"/>
                <a:cs typeface="Atkinson Hyperlegible"/>
              </a:defRPr>
            </a:lvl7pPr>
            <a:lvl8pPr algn="l">
              <a:defRPr sz="1350" b="1">
                <a:solidFill>
                  <a:srgbClr val="137B73"/>
                </a:solidFill>
                <a:latin typeface="Atkinson Hyperlegible"/>
                <a:ea typeface="Atkinson Hyperlegible"/>
                <a:cs typeface="Atkinson Hyperlegible"/>
              </a:defRPr>
            </a:lvl8pPr>
            <a:lvl9pPr algn="l">
              <a:defRPr sz="1350" b="1">
                <a:solidFill>
                  <a:srgbClr val="137B73"/>
                </a:solidFill>
                <a:latin typeface="Atkinson Hyperlegible"/>
                <a:ea typeface="Atkinson Hyperlegible"/>
                <a:cs typeface="Atkinson Hyperlegible"/>
              </a:defRPr>
            </a:lvl9pPr>
          </a:lstStyle>
          <a:p xmlns:a="http://schemas.openxmlformats.org/drawingml/2006/main">
            <a:pPr algn="l">
              <a:defRPr sz="1350" b="1">
                <a:solidFill>
                  <a:srgbClr val="137B73"/>
                </a:solidFill>
                <a:latin typeface="Atkinson Hyperlegible"/>
                <a:ea typeface="Atkinson Hyperlegible"/>
                <a:cs typeface="Atkinson Hyperlegible"/>
              </a:defRPr>
            </a:pPr>
            <a:r>
              <a:rPr sz="1350" b="1">
                <a:solidFill>
                  <a:srgbClr val="137B73"/>
                </a:solidFill>
                <a:latin typeface="Atkinson Hyperlegible"/>
                <a:ea typeface="Atkinson Hyperlegible"/>
                <a:cs typeface="Atkinson Hyperlegible"/>
              </a:rPr>
              <a:t>GridGuard Khartoum</a:t>
            </a:r>
          </a:p>
        </p:txBody>
      </p:sp>
      <p:sp>
        <p:nvSpPr>
          <p:cNvPr id="2" name="shape-42">
            <a:extLst xmlns:a="http://schemas.openxmlformats.org/drawingml/2006/main">
              <a:ext uri="{FF2B5EF4-FFF2-40B4-BE49-F238E27FC236}">
                <a16:creationId xmlns:a16="http://schemas.microsoft.com/office/drawing/2014/main" id="{AB7146C4-B47D-46B7-94AC-3E58D79CEFB9}"/>
              </a:ext>
            </a:extLst>
          </p:cNvPr>
          <p:cNvSpPr>
            <a:spLocks xmlns:a="http://schemas.openxmlformats.org/drawingml/2006/main" noGrp="1"/>
          </p:cNvSpPr>
          <p:nvPr/>
        </p:nvSpPr>
        <p:spPr>
          <a:xfrm xmlns:a="http://schemas.openxmlformats.org/drawingml/2006/main">
            <a:off x="609600" y="7334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F43"/>
                </a:solidFill>
                <a:latin typeface="Atkinson Hyperlegible"/>
                <a:ea typeface="Atkinson Hyperlegible"/>
                <a:cs typeface="Atkinson Hyperlegible"/>
              </a:defRPr>
            </a:defPPr>
            <a:lvl1pPr algn="l">
              <a:defRPr sz="3150" b="1">
                <a:solidFill>
                  <a:srgbClr val="173F43"/>
                </a:solidFill>
                <a:latin typeface="Atkinson Hyperlegible"/>
                <a:ea typeface="Atkinson Hyperlegible"/>
                <a:cs typeface="Atkinson Hyperlegible"/>
              </a:defRPr>
            </a:lvl1pPr>
            <a:lvl2pPr algn="l">
              <a:defRPr sz="3150" b="1">
                <a:solidFill>
                  <a:srgbClr val="173F43"/>
                </a:solidFill>
                <a:latin typeface="Atkinson Hyperlegible"/>
                <a:ea typeface="Atkinson Hyperlegible"/>
                <a:cs typeface="Atkinson Hyperlegible"/>
              </a:defRPr>
            </a:lvl2pPr>
            <a:lvl3pPr algn="l">
              <a:defRPr sz="3150" b="1">
                <a:solidFill>
                  <a:srgbClr val="173F43"/>
                </a:solidFill>
                <a:latin typeface="Atkinson Hyperlegible"/>
                <a:ea typeface="Atkinson Hyperlegible"/>
                <a:cs typeface="Atkinson Hyperlegible"/>
              </a:defRPr>
            </a:lvl3pPr>
            <a:lvl4pPr algn="l">
              <a:defRPr sz="3150" b="1">
                <a:solidFill>
                  <a:srgbClr val="173F43"/>
                </a:solidFill>
                <a:latin typeface="Atkinson Hyperlegible"/>
                <a:ea typeface="Atkinson Hyperlegible"/>
                <a:cs typeface="Atkinson Hyperlegible"/>
              </a:defRPr>
            </a:lvl4pPr>
            <a:lvl5pPr algn="l">
              <a:defRPr sz="3150" b="1">
                <a:solidFill>
                  <a:srgbClr val="173F43"/>
                </a:solidFill>
                <a:latin typeface="Atkinson Hyperlegible"/>
                <a:ea typeface="Atkinson Hyperlegible"/>
                <a:cs typeface="Atkinson Hyperlegible"/>
              </a:defRPr>
            </a:lvl5pPr>
            <a:lvl6pPr algn="l">
              <a:defRPr sz="3150" b="1">
                <a:solidFill>
                  <a:srgbClr val="173F43"/>
                </a:solidFill>
                <a:latin typeface="Atkinson Hyperlegible"/>
                <a:ea typeface="Atkinson Hyperlegible"/>
                <a:cs typeface="Atkinson Hyperlegible"/>
              </a:defRPr>
            </a:lvl6pPr>
            <a:lvl7pPr algn="l">
              <a:defRPr sz="3150" b="1">
                <a:solidFill>
                  <a:srgbClr val="173F43"/>
                </a:solidFill>
                <a:latin typeface="Atkinson Hyperlegible"/>
                <a:ea typeface="Atkinson Hyperlegible"/>
                <a:cs typeface="Atkinson Hyperlegible"/>
              </a:defRPr>
            </a:lvl7pPr>
            <a:lvl8pPr algn="l">
              <a:defRPr sz="3150" b="1">
                <a:solidFill>
                  <a:srgbClr val="173F43"/>
                </a:solidFill>
                <a:latin typeface="Atkinson Hyperlegible"/>
                <a:ea typeface="Atkinson Hyperlegible"/>
                <a:cs typeface="Atkinson Hyperlegible"/>
              </a:defRPr>
            </a:lvl8pPr>
            <a:lvl9pPr algn="l">
              <a:defRPr sz="3150" b="1">
                <a:solidFill>
                  <a:srgbClr val="173F43"/>
                </a:solidFill>
                <a:latin typeface="Atkinson Hyperlegible"/>
                <a:ea typeface="Atkinson Hyperlegible"/>
                <a:cs typeface="Atkinson Hyperlegible"/>
              </a:defRPr>
            </a:lvl9pPr>
          </a:lstStyle>
          <a:p xmlns:a="http://schemas.openxmlformats.org/drawingml/2006/main">
            <a:pPr algn="l">
              <a:defRPr sz="3150" b="1">
                <a:solidFill>
                  <a:srgbClr val="173F43"/>
                </a:solidFill>
                <a:latin typeface="Atkinson Hyperlegible"/>
                <a:ea typeface="Atkinson Hyperlegible"/>
                <a:cs typeface="Atkinson Hyperlegible"/>
              </a:defRPr>
            </a:pPr>
            <a:r>
              <a:rPr sz="3150" b="1">
                <a:solidFill>
                  <a:srgbClr val="173F43"/>
                </a:solidFill>
                <a:latin typeface="Atkinson Hyperlegible"/>
                <a:ea typeface="Atkinson Hyperlegible"/>
                <a:cs typeface="Atkinson Hyperlegible"/>
              </a:rPr>
              <a:t>Three decision procedures</a:t>
            </a:r>
          </a:p>
        </p:txBody>
      </p:sp>
      <p:sp>
        <p:nvSpPr>
          <p:cNvPr id="3" name="shape-43">
            <a:extLst xmlns:a="http://schemas.openxmlformats.org/drawingml/2006/main">
              <a:ext uri="{FF2B5EF4-FFF2-40B4-BE49-F238E27FC236}">
                <a16:creationId xmlns:a16="http://schemas.microsoft.com/office/drawing/2014/main" id="{850DF8D4-2084-4B35-A90C-0D00E0E35EB3}"/>
              </a:ext>
            </a:extLst>
          </p:cNvPr>
          <p:cNvSpPr>
            <a:spLocks xmlns:a="http://schemas.openxmlformats.org/drawingml/2006/main" noGrp="1"/>
          </p:cNvSpPr>
          <p:nvPr/>
        </p:nvSpPr>
        <p:spPr>
          <a:xfrm xmlns:a="http://schemas.openxmlformats.org/drawingml/2006/main">
            <a:off x="609600" y="136207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787A"/>
                </a:solidFill>
                <a:latin typeface="Atkinson Hyperlegible"/>
                <a:ea typeface="Atkinson Hyperlegible"/>
                <a:cs typeface="Atkinson Hyperlegible"/>
              </a:defRPr>
            </a:defPPr>
            <a:lvl1pPr algn="l">
              <a:defRPr sz="1725" b="0">
                <a:solidFill>
                  <a:srgbClr val="58787A"/>
                </a:solidFill>
                <a:latin typeface="Atkinson Hyperlegible"/>
                <a:ea typeface="Atkinson Hyperlegible"/>
                <a:cs typeface="Atkinson Hyperlegible"/>
              </a:defRPr>
            </a:lvl1pPr>
            <a:lvl2pPr algn="l">
              <a:defRPr sz="1725" b="0">
                <a:solidFill>
                  <a:srgbClr val="58787A"/>
                </a:solidFill>
                <a:latin typeface="Atkinson Hyperlegible"/>
                <a:ea typeface="Atkinson Hyperlegible"/>
                <a:cs typeface="Atkinson Hyperlegible"/>
              </a:defRPr>
            </a:lvl2pPr>
            <a:lvl3pPr algn="l">
              <a:defRPr sz="1725" b="0">
                <a:solidFill>
                  <a:srgbClr val="58787A"/>
                </a:solidFill>
                <a:latin typeface="Atkinson Hyperlegible"/>
                <a:ea typeface="Atkinson Hyperlegible"/>
                <a:cs typeface="Atkinson Hyperlegible"/>
              </a:defRPr>
            </a:lvl3pPr>
            <a:lvl4pPr algn="l">
              <a:defRPr sz="1725" b="0">
                <a:solidFill>
                  <a:srgbClr val="58787A"/>
                </a:solidFill>
                <a:latin typeface="Atkinson Hyperlegible"/>
                <a:ea typeface="Atkinson Hyperlegible"/>
                <a:cs typeface="Atkinson Hyperlegible"/>
              </a:defRPr>
            </a:lvl4pPr>
            <a:lvl5pPr algn="l">
              <a:defRPr sz="1725" b="0">
                <a:solidFill>
                  <a:srgbClr val="58787A"/>
                </a:solidFill>
                <a:latin typeface="Atkinson Hyperlegible"/>
                <a:ea typeface="Atkinson Hyperlegible"/>
                <a:cs typeface="Atkinson Hyperlegible"/>
              </a:defRPr>
            </a:lvl5pPr>
            <a:lvl6pPr algn="l">
              <a:defRPr sz="1725" b="0">
                <a:solidFill>
                  <a:srgbClr val="58787A"/>
                </a:solidFill>
                <a:latin typeface="Atkinson Hyperlegible"/>
                <a:ea typeface="Atkinson Hyperlegible"/>
                <a:cs typeface="Atkinson Hyperlegible"/>
              </a:defRPr>
            </a:lvl6pPr>
            <a:lvl7pPr algn="l">
              <a:defRPr sz="1725" b="0">
                <a:solidFill>
                  <a:srgbClr val="58787A"/>
                </a:solidFill>
                <a:latin typeface="Atkinson Hyperlegible"/>
                <a:ea typeface="Atkinson Hyperlegible"/>
                <a:cs typeface="Atkinson Hyperlegible"/>
              </a:defRPr>
            </a:lvl7pPr>
            <a:lvl8pPr algn="l">
              <a:defRPr sz="1725" b="0">
                <a:solidFill>
                  <a:srgbClr val="58787A"/>
                </a:solidFill>
                <a:latin typeface="Atkinson Hyperlegible"/>
                <a:ea typeface="Atkinson Hyperlegible"/>
                <a:cs typeface="Atkinson Hyperlegible"/>
              </a:defRPr>
            </a:lvl8pPr>
            <a:lvl9pPr algn="l">
              <a:defRPr sz="1725" b="0">
                <a:solidFill>
                  <a:srgbClr val="58787A"/>
                </a:solidFill>
                <a:latin typeface="Atkinson Hyperlegible"/>
                <a:ea typeface="Atkinson Hyperlegible"/>
                <a:cs typeface="Atkinson Hyperlegible"/>
              </a:defRPr>
            </a:lvl9pPr>
          </a:lstStyle>
          <a:p xmlns:a="http://schemas.openxmlformats.org/drawingml/2006/main">
            <a:pPr algn="l">
              <a:defRPr sz="1725" b="0">
                <a:solidFill>
                  <a:srgbClr val="58787A"/>
                </a:solidFill>
                <a:latin typeface="Atkinson Hyperlegible"/>
                <a:ea typeface="Atkinson Hyperlegible"/>
                <a:cs typeface="Atkinson Hyperlegible"/>
              </a:defRPr>
            </a:pPr>
            <a:r>
              <a:rPr sz="1725" b="0">
                <a:solidFill>
                  <a:srgbClr val="58787A"/>
                </a:solidFill>
                <a:latin typeface="Atkinson Hyperlegible"/>
                <a:ea typeface="Atkinson Hyperlegible"/>
                <a:cs typeface="Atkinson Hyperlegible"/>
              </a:rPr>
              <a:t>The optimizer and PPO receive equivalent causal information and the same feasible set</a:t>
            </a:r>
          </a:p>
        </p:txBody>
      </p:sp>
      <p:sp>
        <p:nvSpPr>
          <p:cNvPr id="4" name="shape-44">
            <a:extLst xmlns:a="http://schemas.openxmlformats.org/drawingml/2006/main">
              <a:ext uri="{FF2B5EF4-FFF2-40B4-BE49-F238E27FC236}">
                <a16:creationId xmlns:a16="http://schemas.microsoft.com/office/drawing/2014/main" id="{55487C2D-E885-4EA2-9A93-38AB1E0D3424}"/>
              </a:ext>
            </a:extLst>
          </p:cNvPr>
          <p:cNvSpPr>
            <a:spLocks xmlns:a="http://schemas.openxmlformats.org/drawingml/2006/main" noGrp="1"/>
          </p:cNvSpPr>
          <p:nvPr/>
        </p:nvSpPr>
        <p:spPr>
          <a:xfrm xmlns:a="http://schemas.openxmlformats.org/drawingml/2006/main">
            <a:off x="609600" y="6448425"/>
            <a:ext cx="10972800" cy="9525"/>
          </a:xfrm>
          <a:prstGeom xmlns:a="http://schemas.openxmlformats.org/drawingml/2006/main" prst="rect">
            <a:avLst/>
          </a:prstGeom>
          <a:solidFill xmlns:a="http://schemas.openxmlformats.org/drawingml/2006/main">
            <a:srgbClr val="D8E5DF"/>
          </a:solidFill>
          <a:ln xmlns:a="http://schemas.openxmlformats.org/drawingml/2006/main" w="0">
            <a:noFill/>
          </a:ln>
        </p:spPr>
      </p:sp>
      <p:sp>
        <p:nvSpPr>
          <p:cNvPr id="5" name="shape-45">
            <a:extLst xmlns:a="http://schemas.openxmlformats.org/drawingml/2006/main">
              <a:ext uri="{FF2B5EF4-FFF2-40B4-BE49-F238E27FC236}">
                <a16:creationId xmlns:a16="http://schemas.microsoft.com/office/drawing/2014/main" id="{A60F0063-6966-4799-A0DB-B1D8CA4A28B1}"/>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8787A"/>
                </a:solidFill>
                <a:latin typeface="Atkinson Hyperlegible"/>
                <a:ea typeface="Atkinson Hyperlegible"/>
                <a:cs typeface="Atkinson Hyperlegible"/>
              </a:defRPr>
            </a:defPPr>
            <a:lvl1pPr algn="l">
              <a:defRPr sz="1050" b="0">
                <a:solidFill>
                  <a:srgbClr val="58787A"/>
                </a:solidFill>
                <a:latin typeface="Atkinson Hyperlegible"/>
                <a:ea typeface="Atkinson Hyperlegible"/>
                <a:cs typeface="Atkinson Hyperlegible"/>
              </a:defRPr>
            </a:lvl1pPr>
            <a:lvl2pPr algn="l">
              <a:defRPr sz="1050" b="0">
                <a:solidFill>
                  <a:srgbClr val="58787A"/>
                </a:solidFill>
                <a:latin typeface="Atkinson Hyperlegible"/>
                <a:ea typeface="Atkinson Hyperlegible"/>
                <a:cs typeface="Atkinson Hyperlegible"/>
              </a:defRPr>
            </a:lvl2pPr>
            <a:lvl3pPr algn="l">
              <a:defRPr sz="1050" b="0">
                <a:solidFill>
                  <a:srgbClr val="58787A"/>
                </a:solidFill>
                <a:latin typeface="Atkinson Hyperlegible"/>
                <a:ea typeface="Atkinson Hyperlegible"/>
                <a:cs typeface="Atkinson Hyperlegible"/>
              </a:defRPr>
            </a:lvl3pPr>
            <a:lvl4pPr algn="l">
              <a:defRPr sz="1050" b="0">
                <a:solidFill>
                  <a:srgbClr val="58787A"/>
                </a:solidFill>
                <a:latin typeface="Atkinson Hyperlegible"/>
                <a:ea typeface="Atkinson Hyperlegible"/>
                <a:cs typeface="Atkinson Hyperlegible"/>
              </a:defRPr>
            </a:lvl4pPr>
            <a:lvl5pPr algn="l">
              <a:defRPr sz="1050" b="0">
                <a:solidFill>
                  <a:srgbClr val="58787A"/>
                </a:solidFill>
                <a:latin typeface="Atkinson Hyperlegible"/>
                <a:ea typeface="Atkinson Hyperlegible"/>
                <a:cs typeface="Atkinson Hyperlegible"/>
              </a:defRPr>
            </a:lvl5pPr>
            <a:lvl6pPr algn="l">
              <a:defRPr sz="1050" b="0">
                <a:solidFill>
                  <a:srgbClr val="58787A"/>
                </a:solidFill>
                <a:latin typeface="Atkinson Hyperlegible"/>
                <a:ea typeface="Atkinson Hyperlegible"/>
                <a:cs typeface="Atkinson Hyperlegible"/>
              </a:defRPr>
            </a:lvl6pPr>
            <a:lvl7pPr algn="l">
              <a:defRPr sz="1050" b="0">
                <a:solidFill>
                  <a:srgbClr val="58787A"/>
                </a:solidFill>
                <a:latin typeface="Atkinson Hyperlegible"/>
                <a:ea typeface="Atkinson Hyperlegible"/>
                <a:cs typeface="Atkinson Hyperlegible"/>
              </a:defRPr>
            </a:lvl7pPr>
            <a:lvl8pPr algn="l">
              <a:defRPr sz="1050" b="0">
                <a:solidFill>
                  <a:srgbClr val="58787A"/>
                </a:solidFill>
                <a:latin typeface="Atkinson Hyperlegible"/>
                <a:ea typeface="Atkinson Hyperlegible"/>
                <a:cs typeface="Atkinson Hyperlegible"/>
              </a:defRPr>
            </a:lvl8pPr>
            <a:lvl9pPr algn="l">
              <a:defRPr sz="1050" b="0">
                <a:solidFill>
                  <a:srgbClr val="58787A"/>
                </a:solidFill>
                <a:latin typeface="Atkinson Hyperlegible"/>
                <a:ea typeface="Atkinson Hyperlegible"/>
                <a:cs typeface="Atkinson Hyperlegible"/>
              </a:defRPr>
            </a:lvl9pPr>
          </a:lstStyle>
          <a:p xmlns:a="http://schemas.openxmlformats.org/drawingml/2006/main">
            <a:pPr algn="l">
              <a:defRPr sz="1050" b="0">
                <a:solidFill>
                  <a:srgbClr val="58787A"/>
                </a:solidFill>
                <a:latin typeface="Atkinson Hyperlegible"/>
                <a:ea typeface="Atkinson Hyperlegible"/>
                <a:cs typeface="Atkinson Hyperlegible"/>
              </a:defRPr>
            </a:pPr>
            <a:r>
              <a:rPr sz="1050" b="0">
                <a:solidFill>
                  <a:srgbClr val="58787A"/>
                </a:solidFill>
                <a:latin typeface="Atkinson Hyperlegible"/>
                <a:ea typeface="Atkinson Hyperlegible"/>
                <a:cs typeface="Atkinson Hyperlegible"/>
              </a:rPr>
              <a:t>Synthetic scenarios. Decision support only.</a:t>
            </a:r>
          </a:p>
        </p:txBody>
      </p:sp>
      <p:sp>
        <p:nvSpPr>
          <p:cNvPr id="6" name="shape-46">
            <a:extLst xmlns:a="http://schemas.openxmlformats.org/drawingml/2006/main">
              <a:ext uri="{FF2B5EF4-FFF2-40B4-BE49-F238E27FC236}">
                <a16:creationId xmlns:a16="http://schemas.microsoft.com/office/drawing/2014/main" id="{E6F1A106-89B5-445F-8BA2-9610FC2160BC}"/>
              </a:ext>
            </a:extLst>
          </p:cNvPr>
          <p:cNvSpPr>
            <a:spLocks xmlns:a="http://schemas.openxmlformats.org/drawingml/2006/main" noGrp="1"/>
          </p:cNvSpPr>
          <p:nvPr/>
        </p:nvSpPr>
        <p:spPr>
          <a:xfrm xmlns:a="http://schemas.openxmlformats.org/drawingml/2006/main">
            <a:off x="11001375" y="6515100"/>
            <a:ext cx="581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137B73"/>
                </a:solidFill>
                <a:latin typeface="Atkinson Hyperlegible"/>
                <a:ea typeface="Atkinson Hyperlegible"/>
                <a:cs typeface="Atkinson Hyperlegible"/>
              </a:defRPr>
            </a:defPPr>
            <a:lvl1pPr algn="r">
              <a:defRPr sz="1275" b="0">
                <a:solidFill>
                  <a:srgbClr val="137B73"/>
                </a:solidFill>
                <a:latin typeface="Atkinson Hyperlegible"/>
                <a:ea typeface="Atkinson Hyperlegible"/>
                <a:cs typeface="Atkinson Hyperlegible"/>
              </a:defRPr>
            </a:lvl1pPr>
            <a:lvl2pPr algn="r">
              <a:defRPr sz="1275" b="0">
                <a:solidFill>
                  <a:srgbClr val="137B73"/>
                </a:solidFill>
                <a:latin typeface="Atkinson Hyperlegible"/>
                <a:ea typeface="Atkinson Hyperlegible"/>
                <a:cs typeface="Atkinson Hyperlegible"/>
              </a:defRPr>
            </a:lvl2pPr>
            <a:lvl3pPr algn="r">
              <a:defRPr sz="1275" b="0">
                <a:solidFill>
                  <a:srgbClr val="137B73"/>
                </a:solidFill>
                <a:latin typeface="Atkinson Hyperlegible"/>
                <a:ea typeface="Atkinson Hyperlegible"/>
                <a:cs typeface="Atkinson Hyperlegible"/>
              </a:defRPr>
            </a:lvl3pPr>
            <a:lvl4pPr algn="r">
              <a:defRPr sz="1275" b="0">
                <a:solidFill>
                  <a:srgbClr val="137B73"/>
                </a:solidFill>
                <a:latin typeface="Atkinson Hyperlegible"/>
                <a:ea typeface="Atkinson Hyperlegible"/>
                <a:cs typeface="Atkinson Hyperlegible"/>
              </a:defRPr>
            </a:lvl4pPr>
            <a:lvl5pPr algn="r">
              <a:defRPr sz="1275" b="0">
                <a:solidFill>
                  <a:srgbClr val="137B73"/>
                </a:solidFill>
                <a:latin typeface="Atkinson Hyperlegible"/>
                <a:ea typeface="Atkinson Hyperlegible"/>
                <a:cs typeface="Atkinson Hyperlegible"/>
              </a:defRPr>
            </a:lvl5pPr>
            <a:lvl6pPr algn="r">
              <a:defRPr sz="1275" b="0">
                <a:solidFill>
                  <a:srgbClr val="137B73"/>
                </a:solidFill>
                <a:latin typeface="Atkinson Hyperlegible"/>
                <a:ea typeface="Atkinson Hyperlegible"/>
                <a:cs typeface="Atkinson Hyperlegible"/>
              </a:defRPr>
            </a:lvl6pPr>
            <a:lvl7pPr algn="r">
              <a:defRPr sz="1275" b="0">
                <a:solidFill>
                  <a:srgbClr val="137B73"/>
                </a:solidFill>
                <a:latin typeface="Atkinson Hyperlegible"/>
                <a:ea typeface="Atkinson Hyperlegible"/>
                <a:cs typeface="Atkinson Hyperlegible"/>
              </a:defRPr>
            </a:lvl7pPr>
            <a:lvl8pPr algn="r">
              <a:defRPr sz="1275" b="0">
                <a:solidFill>
                  <a:srgbClr val="137B73"/>
                </a:solidFill>
                <a:latin typeface="Atkinson Hyperlegible"/>
                <a:ea typeface="Atkinson Hyperlegible"/>
                <a:cs typeface="Atkinson Hyperlegible"/>
              </a:defRPr>
            </a:lvl8pPr>
            <a:lvl9pPr algn="r">
              <a:defRPr sz="1275" b="0">
                <a:solidFill>
                  <a:srgbClr val="137B73"/>
                </a:solidFill>
                <a:latin typeface="Atkinson Hyperlegible"/>
                <a:ea typeface="Atkinson Hyperlegible"/>
                <a:cs typeface="Atkinson Hyperlegible"/>
              </a:defRPr>
            </a:lvl9pPr>
          </a:lstStyle>
          <a:p xmlns:a="http://schemas.openxmlformats.org/drawingml/2006/main">
            <a:pPr algn="r">
              <a:defRPr sz="1275" b="0">
                <a:solidFill>
                  <a:srgbClr val="137B73"/>
                </a:solidFill>
                <a:latin typeface="Atkinson Hyperlegible"/>
                <a:ea typeface="Atkinson Hyperlegible"/>
                <a:cs typeface="Atkinson Hyperlegible"/>
              </a:defRPr>
            </a:pPr>
            <a:r>
              <a:rPr sz="1275" b="0">
                <a:solidFill>
                  <a:srgbClr val="137B73"/>
                </a:solidFill>
                <a:latin typeface="Atkinson Hyperlegible"/>
                <a:ea typeface="Atkinson Hyperlegible"/>
                <a:cs typeface="Atkinson Hyperlegible"/>
              </a:rPr>
              <a:t>05</a:t>
            </a:r>
          </a:p>
        </p:txBody>
      </p:sp>
      <p:graphicFrame>
        <p:nvGraphicFramePr>
          <p:cNvPr id="7" name="">
            <a:extLst xmlns:a="http://schemas.openxmlformats.org/drawingml/2006/main">
              <a:ext uri="{FF2B5EF4-FFF2-40B4-BE49-F238E27FC236}">
                <a16:creationId xmlns:a16="http://schemas.microsoft.com/office/drawing/2014/main" id="{B31D488D-FEDB-4BBF-A63E-32D44734DD5E}"/>
              </a:ext>
            </a:extLst>
          </p:cNvPr>
          <p:cNvGraphicFramePr/>
          <p:nvPr/>
        </p:nvGraphicFramePr>
        <p:xfrm>
          <a:off xmlns:a="http://schemas.openxmlformats.org/drawingml/2006/main" x="609600" y="2143125"/>
          <a:ext xmlns:a="http://schemas.openxmlformats.org/drawingml/2006/main" cx="10972800" cy="2724150"/>
        </p:xfrm>
        <a:graphic xmlns:a="http://schemas.openxmlformats.org/drawingml/2006/main">
          <a:graphicData uri="http://schemas.openxmlformats.org/drawingml/2006/table">
            <a:tbl>
              <a:tblPr/>
              <a:tblGrid>
                <a:gridCol w="2619375"/>
                <a:gridCol w="5810250"/>
                <a:gridCol w="2543175"/>
              </a:tblGrid>
              <a:tr h="681038">
                <a:tc>
                  <a:txBody>
                    <a:bodyPr lIns="95250" tIns="95250" rIns="95250" bIns="95250"/>
                    <a:lstStyle/>
                    <a:p>
                      <a:r>
                        <a:rPr sz="1575" b="1">
                          <a:solidFill>
                            <a:srgbClr val="FFFFFF"/>
                          </a:solidFill>
                          <a:latin typeface="Atkinson Hyperlegible"/>
                          <a:ea typeface="Atkinson Hyperlegible"/>
                          <a:cs typeface="Atkinson Hyperlegible"/>
                        </a:rPr>
                        <a:t>Controller</a:t>
                      </a:r>
                    </a:p>
                  </a:txBody>
                  <a:tcPr marL="114300" marR="95250" marT="104775" marB="85725">
                    <a:solidFill>
                      <a:srgbClr val="137B73"/>
                    </a:solidFill>
                  </a:tcPr>
                </a:tc>
                <a:tc>
                  <a:txBody>
                    <a:bodyPr lIns="95250" tIns="95250" rIns="95250" bIns="95250"/>
                    <a:lstStyle/>
                    <a:p>
                      <a:r>
                        <a:rPr sz="1575" b="1">
                          <a:solidFill>
                            <a:srgbClr val="FFFFFF"/>
                          </a:solidFill>
                          <a:latin typeface="Atkinson Hyperlegible"/>
                          <a:ea typeface="Atkinson Hyperlegible"/>
                          <a:cs typeface="Atkinson Hyperlegible"/>
                        </a:rPr>
                        <a:t>Decision rule</a:t>
                      </a:r>
                    </a:p>
                  </a:txBody>
                  <a:tcPr marL="114300" marR="95250" marT="104775" marB="85725">
                    <a:solidFill>
                      <a:srgbClr val="137B73"/>
                    </a:solidFill>
                  </a:tcPr>
                </a:tc>
                <a:tc>
                  <a:txBody>
                    <a:bodyPr lIns="95250" tIns="95250" rIns="95250" bIns="95250"/>
                    <a:lstStyle/>
                    <a:p>
                      <a:r>
                        <a:rPr sz="1575" b="1">
                          <a:solidFill>
                            <a:srgbClr val="FFFFFF"/>
                          </a:solidFill>
                          <a:latin typeface="Atkinson Hyperlegible"/>
                          <a:ea typeface="Atkinson Hyperlegible"/>
                          <a:cs typeface="Atkinson Hyperlegible"/>
                        </a:rPr>
                        <a:t>Horizon</a:t>
                      </a:r>
                    </a:p>
                  </a:txBody>
                  <a:tcPr marL="114300" marR="95250" marT="104775" marB="85725">
                    <a:solidFill>
                      <a:srgbClr val="137B73"/>
                    </a:solidFill>
                  </a:tcPr>
                </a:tc>
              </a:tr>
              <a:tr h="681038">
                <a:tc>
                  <a:txBody>
                    <a:bodyPr lIns="95250" tIns="95250" rIns="95250" bIns="95250"/>
                    <a:lstStyle/>
                    <a:p>
                      <a:r>
                        <a:rPr sz="1575" b="0">
                          <a:solidFill>
                            <a:srgbClr val="173F43"/>
                          </a:solidFill>
                          <a:latin typeface="Atkinson Hyperlegible"/>
                          <a:ea typeface="Atkinson Hyperlegible"/>
                          <a:cs typeface="Atkinson Hyperlegible"/>
                        </a:rPr>
                        <a:t>Fixed Rotation</a:t>
                      </a:r>
                    </a:p>
                  </a:txBody>
                  <a:tcPr marL="114300" marR="95250" marT="104775" marB="85725">
                    <a:solidFill>
                      <a:srgbClr val="FFFFFF"/>
                    </a:solidFill>
                  </a:tcPr>
                </a:tc>
                <a:tc>
                  <a:txBody>
                    <a:bodyPr lIns="95250" tIns="95250" rIns="95250" bIns="95250"/>
                    <a:lstStyle/>
                    <a:p>
                      <a:r>
                        <a:rPr sz="1575" b="0">
                          <a:solidFill>
                            <a:srgbClr val="173F43"/>
                          </a:solidFill>
                          <a:latin typeface="Atkinson Hyperlegible"/>
                          <a:ea typeface="Atkinson Hyperlegible"/>
                          <a:cs typeface="Atkinson Hyperlegible"/>
                        </a:rPr>
                        <a:t>Three localities Full Service for each three-hour block</a:t>
                      </a:r>
                    </a:p>
                  </a:txBody>
                  <a:tcPr marL="114300" marR="95250" marT="104775" marB="85725">
                    <a:solidFill>
                      <a:srgbClr val="FFFFFF"/>
                    </a:solidFill>
                  </a:tcPr>
                </a:tc>
                <a:tc>
                  <a:txBody>
                    <a:bodyPr lIns="95250" tIns="95250" rIns="95250" bIns="95250"/>
                    <a:lstStyle/>
                    <a:p>
                      <a:r>
                        <a:rPr sz="1575" b="0">
                          <a:solidFill>
                            <a:srgbClr val="173F43"/>
                          </a:solidFill>
                          <a:latin typeface="Atkinson Hyperlegible"/>
                          <a:ea typeface="Atkinson Hyperlegible"/>
                          <a:cs typeface="Atkinson Hyperlegible"/>
                        </a:rPr>
                        <a:t>Fixed schedule</a:t>
                      </a:r>
                    </a:p>
                  </a:txBody>
                  <a:tcPr marL="114300" marR="95250" marT="104775" marB="85725">
                    <a:solidFill>
                      <a:srgbClr val="FFFFFF"/>
                    </a:solidFill>
                  </a:tcPr>
                </a:tc>
              </a:tr>
              <a:tr h="681038">
                <a:tc>
                  <a:txBody>
                    <a:bodyPr lIns="95250" tIns="95250" rIns="95250" bIns="95250"/>
                    <a:lstStyle/>
                    <a:p>
                      <a:r>
                        <a:rPr sz="1575" b="0">
                          <a:solidFill>
                            <a:srgbClr val="173F43"/>
                          </a:solidFill>
                          <a:latin typeface="Atkinson Hyperlegible"/>
                          <a:ea typeface="Atkinson Hyperlegible"/>
                          <a:cs typeface="Atkinson Hyperlegible"/>
                        </a:rPr>
                        <a:t>Constrained Optimization</a:t>
                      </a:r>
                    </a:p>
                  </a:txBody>
                  <a:tcPr marL="114300" marR="95250" marT="104775" marB="85725">
                    <a:solidFill>
                      <a:srgbClr val="E7F0EC"/>
                    </a:solidFill>
                  </a:tcPr>
                </a:tc>
                <a:tc>
                  <a:txBody>
                    <a:bodyPr lIns="95250" tIns="95250" rIns="95250" bIns="95250"/>
                    <a:lstStyle/>
                    <a:p>
                      <a:r>
                        <a:rPr sz="1575" b="0">
                          <a:solidFill>
                            <a:srgbClr val="173F43"/>
                          </a:solidFill>
                          <a:latin typeface="Atkinson Hyperlegible"/>
                          <a:ea typeface="Atkinson Hyperlegible"/>
                          <a:cs typeface="Atkinson Hyperlegible"/>
                        </a:rPr>
                        <a:t>Checks 128 assignments and maximizes current reward over the feasible set</a:t>
                      </a:r>
                    </a:p>
                  </a:txBody>
                  <a:tcPr marL="114300" marR="95250" marT="104775" marB="85725">
                    <a:solidFill>
                      <a:srgbClr val="E7F0EC"/>
                    </a:solidFill>
                  </a:tcPr>
                </a:tc>
                <a:tc>
                  <a:txBody>
                    <a:bodyPr lIns="95250" tIns="95250" rIns="95250" bIns="95250"/>
                    <a:lstStyle/>
                    <a:p>
                      <a:r>
                        <a:rPr sz="1575" b="0">
                          <a:solidFill>
                            <a:srgbClr val="173F43"/>
                          </a:solidFill>
                          <a:latin typeface="Atkinson Hyperlegible"/>
                          <a:ea typeface="Atkinson Hyperlegible"/>
                          <a:cs typeface="Atkinson Hyperlegible"/>
                        </a:rPr>
                        <a:t>Current hour</a:t>
                      </a:r>
                    </a:p>
                  </a:txBody>
                  <a:tcPr marL="114300" marR="95250" marT="104775" marB="85725">
                    <a:solidFill>
                      <a:srgbClr val="E7F0EC"/>
                    </a:solidFill>
                  </a:tcPr>
                </a:tc>
              </a:tr>
              <a:tr h="681038">
                <a:tc>
                  <a:txBody>
                    <a:bodyPr lIns="95250" tIns="95250" rIns="95250" bIns="95250"/>
                    <a:lstStyle/>
                    <a:p>
                      <a:r>
                        <a:rPr sz="1575" b="0">
                          <a:solidFill>
                            <a:srgbClr val="173F43"/>
                          </a:solidFill>
                          <a:latin typeface="Atkinson Hyperlegible"/>
                          <a:ea typeface="Atkinson Hyperlegible"/>
                          <a:cs typeface="Atkinson Hyperlegible"/>
                        </a:rPr>
                        <a:t>PPO</a:t>
                      </a:r>
                    </a:p>
                  </a:txBody>
                  <a:tcPr marL="114300" marR="95250" marT="104775" marB="85725">
                    <a:solidFill>
                      <a:srgbClr val="FFFFFF"/>
                    </a:solidFill>
                  </a:tcPr>
                </a:tc>
                <a:tc>
                  <a:txBody>
                    <a:bodyPr lIns="95250" tIns="95250" rIns="95250" bIns="95250"/>
                    <a:lstStyle/>
                    <a:p>
                      <a:r>
                        <a:rPr sz="1575" b="0">
                          <a:solidFill>
                            <a:srgbClr val="173F43"/>
                          </a:solidFill>
                          <a:latin typeface="Atkinson Hyperlegible"/>
                          <a:ea typeface="Atkinson Hyperlegible"/>
                          <a:cs typeface="Atkinson Hyperlegible"/>
                        </a:rPr>
                        <a:t>Chooses the highest-logit feasible action from a learned policy</a:t>
                      </a:r>
                    </a:p>
                  </a:txBody>
                  <a:tcPr marL="114300" marR="95250" marT="104775" marB="85725">
                    <a:solidFill>
                      <a:srgbClr val="FFFFFF"/>
                    </a:solidFill>
                  </a:tcPr>
                </a:tc>
                <a:tc>
                  <a:txBody>
                    <a:bodyPr lIns="95250" tIns="95250" rIns="95250" bIns="95250"/>
                    <a:lstStyle/>
                    <a:p>
                      <a:r>
                        <a:rPr sz="1575" b="0">
                          <a:solidFill>
                            <a:srgbClr val="173F43"/>
                          </a:solidFill>
                          <a:latin typeface="Atkinson Hyperlegible"/>
                          <a:ea typeface="Atkinson Hyperlegible"/>
                          <a:cs typeface="Atkinson Hyperlegible"/>
                        </a:rPr>
                        <a:t>Daily training objective</a:t>
                      </a:r>
                    </a:p>
                  </a:txBody>
                  <a:tcPr marL="114300" marR="95250" marT="104775" marB="85725">
                    <a:solidFill>
                      <a:srgbClr val="FFFFFF"/>
                    </a:solidFill>
                  </a:tcPr>
                </a:tc>
              </a:tr>
            </a:tbl>
          </a:graphicData>
        </a:graphic>
      </p:graphicFrame>
      <p:pic>
        <p:nvPicPr>
          <p:cNvPr id="8" name="">
            <a:extLst xmlns:a="http://schemas.openxmlformats.org/drawingml/2006/main">
              <a:ext uri="{FF2B5EF4-FFF2-40B4-BE49-F238E27FC236}">
                <a16:creationId xmlns:a16="http://schemas.microsoft.com/office/drawing/2014/main" id="{47D9B4E3-5F96-40E8-AD39-EBD9C10C5047}"/>
              </a:ext>
            </a:extLst>
          </p:cNvPr>
          <p:cNvPicPr>
            <a:picLocks xmlns:a="http://schemas.openxmlformats.org/drawingml/2006/main" noChangeAspect="1"/>
          </p:cNvPicPr>
          <p:nvPr/>
        </p:nvPicPr>
        <p:blipFill>
          <a:blip xmlns:r="http://schemas.openxmlformats.org/officeDocument/2006/relationships" xmlns:a="http://schemas.openxmlformats.org/drawingml/2006/main" r:embed="R04907a425dd24025"/>
          <a:stretch xmlns:a="http://schemas.openxmlformats.org/drawingml/2006/main"/>
        </p:blipFill>
        <p:spPr>
          <a:xfrm xmlns:a="http://schemas.openxmlformats.org/drawingml/2006/main">
            <a:off x="3537033" y="5229225"/>
            <a:ext cx="5079835" cy="619125"/>
          </a:xfrm>
          <a:prstGeom xmlns:a="http://schemas.openxmlformats.org/drawingml/2006/main" prst="rect">
            <a:avLst/>
          </a:prstGeom>
        </p:spPr>
      </p:pic>
    </p:spTree>
    <p:extLst>
      <p:ext uri="{BB962C8B-B14F-4D97-AF65-F5344CB8AC3E}">
        <p14:creationId xmlns:p14="http://schemas.microsoft.com/office/powerpoint/2010/main" val="904566786"/>
      </p:ext>
    </p:extLst>
  </p:cSld>
</p:sld>
</file>

<file path=ppt/slides/slide6.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11" name="shape-47">
            <a:extLst xmlns:a="http://schemas.openxmlformats.org/drawingml/2006/main">
              <a:ext uri="{FF2B5EF4-FFF2-40B4-BE49-F238E27FC236}">
                <a16:creationId xmlns:a16="http://schemas.microsoft.com/office/drawing/2014/main" id="{AC05D5F3-0618-4278-B644-9F9AA213BDD2}"/>
              </a:ext>
            </a:extLst>
          </p:cNvPr>
          <p:cNvSpPr>
            <a:spLocks xmlns:a="http://schemas.openxmlformats.org/drawingml/2006/main" noGrp="1"/>
          </p:cNvSpPr>
          <p:nvPr/>
        </p:nvSpPr>
        <p:spPr>
          <a:xfrm xmlns:a="http://schemas.openxmlformats.org/drawingml/2006/main">
            <a:off x="609600" y="266700"/>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37B73"/>
                </a:solidFill>
                <a:latin typeface="Atkinson Hyperlegible"/>
                <a:ea typeface="Atkinson Hyperlegible"/>
                <a:cs typeface="Atkinson Hyperlegible"/>
              </a:defRPr>
            </a:defPPr>
            <a:lvl1pPr algn="l">
              <a:defRPr sz="1350" b="1">
                <a:solidFill>
                  <a:srgbClr val="137B73"/>
                </a:solidFill>
                <a:latin typeface="Atkinson Hyperlegible"/>
                <a:ea typeface="Atkinson Hyperlegible"/>
                <a:cs typeface="Atkinson Hyperlegible"/>
              </a:defRPr>
            </a:lvl1pPr>
            <a:lvl2pPr algn="l">
              <a:defRPr sz="1350" b="1">
                <a:solidFill>
                  <a:srgbClr val="137B73"/>
                </a:solidFill>
                <a:latin typeface="Atkinson Hyperlegible"/>
                <a:ea typeface="Atkinson Hyperlegible"/>
                <a:cs typeface="Atkinson Hyperlegible"/>
              </a:defRPr>
            </a:lvl2pPr>
            <a:lvl3pPr algn="l">
              <a:defRPr sz="1350" b="1">
                <a:solidFill>
                  <a:srgbClr val="137B73"/>
                </a:solidFill>
                <a:latin typeface="Atkinson Hyperlegible"/>
                <a:ea typeface="Atkinson Hyperlegible"/>
                <a:cs typeface="Atkinson Hyperlegible"/>
              </a:defRPr>
            </a:lvl3pPr>
            <a:lvl4pPr algn="l">
              <a:defRPr sz="1350" b="1">
                <a:solidFill>
                  <a:srgbClr val="137B73"/>
                </a:solidFill>
                <a:latin typeface="Atkinson Hyperlegible"/>
                <a:ea typeface="Atkinson Hyperlegible"/>
                <a:cs typeface="Atkinson Hyperlegible"/>
              </a:defRPr>
            </a:lvl4pPr>
            <a:lvl5pPr algn="l">
              <a:defRPr sz="1350" b="1">
                <a:solidFill>
                  <a:srgbClr val="137B73"/>
                </a:solidFill>
                <a:latin typeface="Atkinson Hyperlegible"/>
                <a:ea typeface="Atkinson Hyperlegible"/>
                <a:cs typeface="Atkinson Hyperlegible"/>
              </a:defRPr>
            </a:lvl5pPr>
            <a:lvl6pPr algn="l">
              <a:defRPr sz="1350" b="1">
                <a:solidFill>
                  <a:srgbClr val="137B73"/>
                </a:solidFill>
                <a:latin typeface="Atkinson Hyperlegible"/>
                <a:ea typeface="Atkinson Hyperlegible"/>
                <a:cs typeface="Atkinson Hyperlegible"/>
              </a:defRPr>
            </a:lvl6pPr>
            <a:lvl7pPr algn="l">
              <a:defRPr sz="1350" b="1">
                <a:solidFill>
                  <a:srgbClr val="137B73"/>
                </a:solidFill>
                <a:latin typeface="Atkinson Hyperlegible"/>
                <a:ea typeface="Atkinson Hyperlegible"/>
                <a:cs typeface="Atkinson Hyperlegible"/>
              </a:defRPr>
            </a:lvl7pPr>
            <a:lvl8pPr algn="l">
              <a:defRPr sz="1350" b="1">
                <a:solidFill>
                  <a:srgbClr val="137B73"/>
                </a:solidFill>
                <a:latin typeface="Atkinson Hyperlegible"/>
                <a:ea typeface="Atkinson Hyperlegible"/>
                <a:cs typeface="Atkinson Hyperlegible"/>
              </a:defRPr>
            </a:lvl8pPr>
            <a:lvl9pPr algn="l">
              <a:defRPr sz="1350" b="1">
                <a:solidFill>
                  <a:srgbClr val="137B73"/>
                </a:solidFill>
                <a:latin typeface="Atkinson Hyperlegible"/>
                <a:ea typeface="Atkinson Hyperlegible"/>
                <a:cs typeface="Atkinson Hyperlegible"/>
              </a:defRPr>
            </a:lvl9pPr>
          </a:lstStyle>
          <a:p xmlns:a="http://schemas.openxmlformats.org/drawingml/2006/main">
            <a:pPr algn="l">
              <a:defRPr sz="1350" b="1">
                <a:solidFill>
                  <a:srgbClr val="137B73"/>
                </a:solidFill>
                <a:latin typeface="Atkinson Hyperlegible"/>
                <a:ea typeface="Atkinson Hyperlegible"/>
                <a:cs typeface="Atkinson Hyperlegible"/>
              </a:defRPr>
            </a:pPr>
            <a:r>
              <a:rPr sz="1350" b="1">
                <a:solidFill>
                  <a:srgbClr val="137B73"/>
                </a:solidFill>
                <a:latin typeface="Atkinson Hyperlegible"/>
                <a:ea typeface="Atkinson Hyperlegible"/>
                <a:cs typeface="Atkinson Hyperlegible"/>
              </a:rPr>
              <a:t>GridGuard Khartoum</a:t>
            </a:r>
          </a:p>
        </p:txBody>
      </p:sp>
      <p:sp>
        <p:nvSpPr>
          <p:cNvPr id="2" name="shape-48">
            <a:extLst xmlns:a="http://schemas.openxmlformats.org/drawingml/2006/main">
              <a:ext uri="{FF2B5EF4-FFF2-40B4-BE49-F238E27FC236}">
                <a16:creationId xmlns:a16="http://schemas.microsoft.com/office/drawing/2014/main" id="{6363925D-3CB6-41B0-AC3B-96DBCA28700B}"/>
              </a:ext>
            </a:extLst>
          </p:cNvPr>
          <p:cNvSpPr>
            <a:spLocks xmlns:a="http://schemas.openxmlformats.org/drawingml/2006/main" noGrp="1"/>
          </p:cNvSpPr>
          <p:nvPr/>
        </p:nvSpPr>
        <p:spPr>
          <a:xfrm xmlns:a="http://schemas.openxmlformats.org/drawingml/2006/main">
            <a:off x="609600" y="7334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F43"/>
                </a:solidFill>
                <a:latin typeface="Atkinson Hyperlegible"/>
                <a:ea typeface="Atkinson Hyperlegible"/>
                <a:cs typeface="Atkinson Hyperlegible"/>
              </a:defRPr>
            </a:defPPr>
            <a:lvl1pPr algn="l">
              <a:defRPr sz="3150" b="1">
                <a:solidFill>
                  <a:srgbClr val="173F43"/>
                </a:solidFill>
                <a:latin typeface="Atkinson Hyperlegible"/>
                <a:ea typeface="Atkinson Hyperlegible"/>
                <a:cs typeface="Atkinson Hyperlegible"/>
              </a:defRPr>
            </a:lvl1pPr>
            <a:lvl2pPr algn="l">
              <a:defRPr sz="3150" b="1">
                <a:solidFill>
                  <a:srgbClr val="173F43"/>
                </a:solidFill>
                <a:latin typeface="Atkinson Hyperlegible"/>
                <a:ea typeface="Atkinson Hyperlegible"/>
                <a:cs typeface="Atkinson Hyperlegible"/>
              </a:defRPr>
            </a:lvl2pPr>
            <a:lvl3pPr algn="l">
              <a:defRPr sz="3150" b="1">
                <a:solidFill>
                  <a:srgbClr val="173F43"/>
                </a:solidFill>
                <a:latin typeface="Atkinson Hyperlegible"/>
                <a:ea typeface="Atkinson Hyperlegible"/>
                <a:cs typeface="Atkinson Hyperlegible"/>
              </a:defRPr>
            </a:lvl3pPr>
            <a:lvl4pPr algn="l">
              <a:defRPr sz="3150" b="1">
                <a:solidFill>
                  <a:srgbClr val="173F43"/>
                </a:solidFill>
                <a:latin typeface="Atkinson Hyperlegible"/>
                <a:ea typeface="Atkinson Hyperlegible"/>
                <a:cs typeface="Atkinson Hyperlegible"/>
              </a:defRPr>
            </a:lvl4pPr>
            <a:lvl5pPr algn="l">
              <a:defRPr sz="3150" b="1">
                <a:solidFill>
                  <a:srgbClr val="173F43"/>
                </a:solidFill>
                <a:latin typeface="Atkinson Hyperlegible"/>
                <a:ea typeface="Atkinson Hyperlegible"/>
                <a:cs typeface="Atkinson Hyperlegible"/>
              </a:defRPr>
            </a:lvl5pPr>
            <a:lvl6pPr algn="l">
              <a:defRPr sz="3150" b="1">
                <a:solidFill>
                  <a:srgbClr val="173F43"/>
                </a:solidFill>
                <a:latin typeface="Atkinson Hyperlegible"/>
                <a:ea typeface="Atkinson Hyperlegible"/>
                <a:cs typeface="Atkinson Hyperlegible"/>
              </a:defRPr>
            </a:lvl6pPr>
            <a:lvl7pPr algn="l">
              <a:defRPr sz="3150" b="1">
                <a:solidFill>
                  <a:srgbClr val="173F43"/>
                </a:solidFill>
                <a:latin typeface="Atkinson Hyperlegible"/>
                <a:ea typeface="Atkinson Hyperlegible"/>
                <a:cs typeface="Atkinson Hyperlegible"/>
              </a:defRPr>
            </a:lvl7pPr>
            <a:lvl8pPr algn="l">
              <a:defRPr sz="3150" b="1">
                <a:solidFill>
                  <a:srgbClr val="173F43"/>
                </a:solidFill>
                <a:latin typeface="Atkinson Hyperlegible"/>
                <a:ea typeface="Atkinson Hyperlegible"/>
                <a:cs typeface="Atkinson Hyperlegible"/>
              </a:defRPr>
            </a:lvl8pPr>
            <a:lvl9pPr algn="l">
              <a:defRPr sz="3150" b="1">
                <a:solidFill>
                  <a:srgbClr val="173F43"/>
                </a:solidFill>
                <a:latin typeface="Atkinson Hyperlegible"/>
                <a:ea typeface="Atkinson Hyperlegible"/>
                <a:cs typeface="Atkinson Hyperlegible"/>
              </a:defRPr>
            </a:lvl9pPr>
          </a:lstStyle>
          <a:p xmlns:a="http://schemas.openxmlformats.org/drawingml/2006/main">
            <a:pPr algn="l">
              <a:defRPr sz="3150" b="1">
                <a:solidFill>
                  <a:srgbClr val="173F43"/>
                </a:solidFill>
                <a:latin typeface="Atkinson Hyperlegible"/>
                <a:ea typeface="Atkinson Hyperlegible"/>
                <a:cs typeface="Atkinson Hyperlegible"/>
              </a:defRPr>
            </a:pPr>
            <a:r>
              <a:rPr sz="3150" b="1">
                <a:solidFill>
                  <a:srgbClr val="173F43"/>
                </a:solidFill>
                <a:latin typeface="Atkinson Hyperlegible"/>
                <a:ea typeface="Atkinson Hyperlegible"/>
                <a:cs typeface="Atkinson Hyperlegible"/>
              </a:rPr>
              <a:t>Reward and public service measures</a:t>
            </a:r>
          </a:p>
        </p:txBody>
      </p:sp>
      <p:sp>
        <p:nvSpPr>
          <p:cNvPr id="3" name="shape-49">
            <a:extLst xmlns:a="http://schemas.openxmlformats.org/drawingml/2006/main">
              <a:ext uri="{FF2B5EF4-FFF2-40B4-BE49-F238E27FC236}">
                <a16:creationId xmlns:a16="http://schemas.microsoft.com/office/drawing/2014/main" id="{C54D379F-B6BC-44A4-AB4C-F9D652B6A4B5}"/>
              </a:ext>
            </a:extLst>
          </p:cNvPr>
          <p:cNvSpPr>
            <a:spLocks xmlns:a="http://schemas.openxmlformats.org/drawingml/2006/main" noGrp="1"/>
          </p:cNvSpPr>
          <p:nvPr/>
        </p:nvSpPr>
        <p:spPr>
          <a:xfrm xmlns:a="http://schemas.openxmlformats.org/drawingml/2006/main">
            <a:off x="609600" y="136207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787A"/>
                </a:solidFill>
                <a:latin typeface="Atkinson Hyperlegible"/>
                <a:ea typeface="Atkinson Hyperlegible"/>
                <a:cs typeface="Atkinson Hyperlegible"/>
              </a:defRPr>
            </a:defPPr>
            <a:lvl1pPr algn="l">
              <a:defRPr sz="1725" b="0">
                <a:solidFill>
                  <a:srgbClr val="58787A"/>
                </a:solidFill>
                <a:latin typeface="Atkinson Hyperlegible"/>
                <a:ea typeface="Atkinson Hyperlegible"/>
                <a:cs typeface="Atkinson Hyperlegible"/>
              </a:defRPr>
            </a:lvl1pPr>
            <a:lvl2pPr algn="l">
              <a:defRPr sz="1725" b="0">
                <a:solidFill>
                  <a:srgbClr val="58787A"/>
                </a:solidFill>
                <a:latin typeface="Atkinson Hyperlegible"/>
                <a:ea typeface="Atkinson Hyperlegible"/>
                <a:cs typeface="Atkinson Hyperlegible"/>
              </a:defRPr>
            </a:lvl2pPr>
            <a:lvl3pPr algn="l">
              <a:defRPr sz="1725" b="0">
                <a:solidFill>
                  <a:srgbClr val="58787A"/>
                </a:solidFill>
                <a:latin typeface="Atkinson Hyperlegible"/>
                <a:ea typeface="Atkinson Hyperlegible"/>
                <a:cs typeface="Atkinson Hyperlegible"/>
              </a:defRPr>
            </a:lvl3pPr>
            <a:lvl4pPr algn="l">
              <a:defRPr sz="1725" b="0">
                <a:solidFill>
                  <a:srgbClr val="58787A"/>
                </a:solidFill>
                <a:latin typeface="Atkinson Hyperlegible"/>
                <a:ea typeface="Atkinson Hyperlegible"/>
                <a:cs typeface="Atkinson Hyperlegible"/>
              </a:defRPr>
            </a:lvl4pPr>
            <a:lvl5pPr algn="l">
              <a:defRPr sz="1725" b="0">
                <a:solidFill>
                  <a:srgbClr val="58787A"/>
                </a:solidFill>
                <a:latin typeface="Atkinson Hyperlegible"/>
                <a:ea typeface="Atkinson Hyperlegible"/>
                <a:cs typeface="Atkinson Hyperlegible"/>
              </a:defRPr>
            </a:lvl5pPr>
            <a:lvl6pPr algn="l">
              <a:defRPr sz="1725" b="0">
                <a:solidFill>
                  <a:srgbClr val="58787A"/>
                </a:solidFill>
                <a:latin typeface="Atkinson Hyperlegible"/>
                <a:ea typeface="Atkinson Hyperlegible"/>
                <a:cs typeface="Atkinson Hyperlegible"/>
              </a:defRPr>
            </a:lvl6pPr>
            <a:lvl7pPr algn="l">
              <a:defRPr sz="1725" b="0">
                <a:solidFill>
                  <a:srgbClr val="58787A"/>
                </a:solidFill>
                <a:latin typeface="Atkinson Hyperlegible"/>
                <a:ea typeface="Atkinson Hyperlegible"/>
                <a:cs typeface="Atkinson Hyperlegible"/>
              </a:defRPr>
            </a:lvl7pPr>
            <a:lvl8pPr algn="l">
              <a:defRPr sz="1725" b="0">
                <a:solidFill>
                  <a:srgbClr val="58787A"/>
                </a:solidFill>
                <a:latin typeface="Atkinson Hyperlegible"/>
                <a:ea typeface="Atkinson Hyperlegible"/>
                <a:cs typeface="Atkinson Hyperlegible"/>
              </a:defRPr>
            </a:lvl8pPr>
            <a:lvl9pPr algn="l">
              <a:defRPr sz="1725" b="0">
                <a:solidFill>
                  <a:srgbClr val="58787A"/>
                </a:solidFill>
                <a:latin typeface="Atkinson Hyperlegible"/>
                <a:ea typeface="Atkinson Hyperlegible"/>
                <a:cs typeface="Atkinson Hyperlegible"/>
              </a:defRPr>
            </a:lvl9pPr>
          </a:lstStyle>
          <a:p xmlns:a="http://schemas.openxmlformats.org/drawingml/2006/main">
            <a:pPr algn="l">
              <a:defRPr sz="1725" b="0">
                <a:solidFill>
                  <a:srgbClr val="58787A"/>
                </a:solidFill>
                <a:latin typeface="Atkinson Hyperlegible"/>
                <a:ea typeface="Atkinson Hyperlegible"/>
                <a:cs typeface="Atkinson Hyperlegible"/>
              </a:defRPr>
            </a:pPr>
            <a:r>
              <a:rPr sz="1725" b="0">
                <a:solidFill>
                  <a:srgbClr val="58787A"/>
                </a:solidFill>
                <a:latin typeface="Atkinson Hyperlegible"/>
                <a:ea typeface="Atkinson Hyperlegible"/>
                <a:cs typeface="Atkinson Hyperlegible"/>
              </a:rPr>
              <a:t>The training objective combines protection, utilization, fairness and switching</a:t>
            </a:r>
          </a:p>
        </p:txBody>
      </p:sp>
      <p:sp>
        <p:nvSpPr>
          <p:cNvPr id="4" name="shape-50">
            <a:extLst xmlns:a="http://schemas.openxmlformats.org/drawingml/2006/main">
              <a:ext uri="{FF2B5EF4-FFF2-40B4-BE49-F238E27FC236}">
                <a16:creationId xmlns:a16="http://schemas.microsoft.com/office/drawing/2014/main" id="{25E86461-E2BE-4514-8913-F5D31CBC1991}"/>
              </a:ext>
            </a:extLst>
          </p:cNvPr>
          <p:cNvSpPr>
            <a:spLocks xmlns:a="http://schemas.openxmlformats.org/drawingml/2006/main" noGrp="1"/>
          </p:cNvSpPr>
          <p:nvPr/>
        </p:nvSpPr>
        <p:spPr>
          <a:xfrm xmlns:a="http://schemas.openxmlformats.org/drawingml/2006/main">
            <a:off x="609600" y="6448425"/>
            <a:ext cx="10972800" cy="9525"/>
          </a:xfrm>
          <a:prstGeom xmlns:a="http://schemas.openxmlformats.org/drawingml/2006/main" prst="rect">
            <a:avLst/>
          </a:prstGeom>
          <a:solidFill xmlns:a="http://schemas.openxmlformats.org/drawingml/2006/main">
            <a:srgbClr val="D8E5DF"/>
          </a:solidFill>
          <a:ln xmlns:a="http://schemas.openxmlformats.org/drawingml/2006/main" w="0">
            <a:noFill/>
          </a:ln>
        </p:spPr>
      </p:sp>
      <p:sp>
        <p:nvSpPr>
          <p:cNvPr id="5" name="shape-51">
            <a:extLst xmlns:a="http://schemas.openxmlformats.org/drawingml/2006/main">
              <a:ext uri="{FF2B5EF4-FFF2-40B4-BE49-F238E27FC236}">
                <a16:creationId xmlns:a16="http://schemas.microsoft.com/office/drawing/2014/main" id="{078434BB-FF60-45A4-8BA3-2CBBFB7D02C5}"/>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8787A"/>
                </a:solidFill>
                <a:latin typeface="Atkinson Hyperlegible"/>
                <a:ea typeface="Atkinson Hyperlegible"/>
                <a:cs typeface="Atkinson Hyperlegible"/>
              </a:defRPr>
            </a:defPPr>
            <a:lvl1pPr algn="l">
              <a:defRPr sz="1050" b="0">
                <a:solidFill>
                  <a:srgbClr val="58787A"/>
                </a:solidFill>
                <a:latin typeface="Atkinson Hyperlegible"/>
                <a:ea typeface="Atkinson Hyperlegible"/>
                <a:cs typeface="Atkinson Hyperlegible"/>
              </a:defRPr>
            </a:lvl1pPr>
            <a:lvl2pPr algn="l">
              <a:defRPr sz="1050" b="0">
                <a:solidFill>
                  <a:srgbClr val="58787A"/>
                </a:solidFill>
                <a:latin typeface="Atkinson Hyperlegible"/>
                <a:ea typeface="Atkinson Hyperlegible"/>
                <a:cs typeface="Atkinson Hyperlegible"/>
              </a:defRPr>
            </a:lvl2pPr>
            <a:lvl3pPr algn="l">
              <a:defRPr sz="1050" b="0">
                <a:solidFill>
                  <a:srgbClr val="58787A"/>
                </a:solidFill>
                <a:latin typeface="Atkinson Hyperlegible"/>
                <a:ea typeface="Atkinson Hyperlegible"/>
                <a:cs typeface="Atkinson Hyperlegible"/>
              </a:defRPr>
            </a:lvl3pPr>
            <a:lvl4pPr algn="l">
              <a:defRPr sz="1050" b="0">
                <a:solidFill>
                  <a:srgbClr val="58787A"/>
                </a:solidFill>
                <a:latin typeface="Atkinson Hyperlegible"/>
                <a:ea typeface="Atkinson Hyperlegible"/>
                <a:cs typeface="Atkinson Hyperlegible"/>
              </a:defRPr>
            </a:lvl4pPr>
            <a:lvl5pPr algn="l">
              <a:defRPr sz="1050" b="0">
                <a:solidFill>
                  <a:srgbClr val="58787A"/>
                </a:solidFill>
                <a:latin typeface="Atkinson Hyperlegible"/>
                <a:ea typeface="Atkinson Hyperlegible"/>
                <a:cs typeface="Atkinson Hyperlegible"/>
              </a:defRPr>
            </a:lvl5pPr>
            <a:lvl6pPr algn="l">
              <a:defRPr sz="1050" b="0">
                <a:solidFill>
                  <a:srgbClr val="58787A"/>
                </a:solidFill>
                <a:latin typeface="Atkinson Hyperlegible"/>
                <a:ea typeface="Atkinson Hyperlegible"/>
                <a:cs typeface="Atkinson Hyperlegible"/>
              </a:defRPr>
            </a:lvl6pPr>
            <a:lvl7pPr algn="l">
              <a:defRPr sz="1050" b="0">
                <a:solidFill>
                  <a:srgbClr val="58787A"/>
                </a:solidFill>
                <a:latin typeface="Atkinson Hyperlegible"/>
                <a:ea typeface="Atkinson Hyperlegible"/>
                <a:cs typeface="Atkinson Hyperlegible"/>
              </a:defRPr>
            </a:lvl7pPr>
            <a:lvl8pPr algn="l">
              <a:defRPr sz="1050" b="0">
                <a:solidFill>
                  <a:srgbClr val="58787A"/>
                </a:solidFill>
                <a:latin typeface="Atkinson Hyperlegible"/>
                <a:ea typeface="Atkinson Hyperlegible"/>
                <a:cs typeface="Atkinson Hyperlegible"/>
              </a:defRPr>
            </a:lvl8pPr>
            <a:lvl9pPr algn="l">
              <a:defRPr sz="1050" b="0">
                <a:solidFill>
                  <a:srgbClr val="58787A"/>
                </a:solidFill>
                <a:latin typeface="Atkinson Hyperlegible"/>
                <a:ea typeface="Atkinson Hyperlegible"/>
                <a:cs typeface="Atkinson Hyperlegible"/>
              </a:defRPr>
            </a:lvl9pPr>
          </a:lstStyle>
          <a:p xmlns:a="http://schemas.openxmlformats.org/drawingml/2006/main">
            <a:pPr algn="l">
              <a:defRPr sz="1050" b="0">
                <a:solidFill>
                  <a:srgbClr val="58787A"/>
                </a:solidFill>
                <a:latin typeface="Atkinson Hyperlegible"/>
                <a:ea typeface="Atkinson Hyperlegible"/>
                <a:cs typeface="Atkinson Hyperlegible"/>
              </a:defRPr>
            </a:pPr>
            <a:r>
              <a:rPr sz="1050" b="0">
                <a:solidFill>
                  <a:srgbClr val="58787A"/>
                </a:solidFill>
                <a:latin typeface="Atkinson Hyperlegible"/>
                <a:ea typeface="Atkinson Hyperlegible"/>
                <a:cs typeface="Atkinson Hyperlegible"/>
              </a:rPr>
              <a:t>Fairness definition: Jain, Chiu and Hawe (1984).</a:t>
            </a:r>
          </a:p>
        </p:txBody>
      </p:sp>
      <p:sp>
        <p:nvSpPr>
          <p:cNvPr id="6" name="shape-52">
            <a:extLst xmlns:a="http://schemas.openxmlformats.org/drawingml/2006/main">
              <a:ext uri="{FF2B5EF4-FFF2-40B4-BE49-F238E27FC236}">
                <a16:creationId xmlns:a16="http://schemas.microsoft.com/office/drawing/2014/main" id="{E4ACDE2B-1174-4F7D-A33B-32E4FC372E8B}"/>
              </a:ext>
            </a:extLst>
          </p:cNvPr>
          <p:cNvSpPr>
            <a:spLocks xmlns:a="http://schemas.openxmlformats.org/drawingml/2006/main" noGrp="1"/>
          </p:cNvSpPr>
          <p:nvPr/>
        </p:nvSpPr>
        <p:spPr>
          <a:xfrm xmlns:a="http://schemas.openxmlformats.org/drawingml/2006/main">
            <a:off x="11001375" y="6515100"/>
            <a:ext cx="581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137B73"/>
                </a:solidFill>
                <a:latin typeface="Atkinson Hyperlegible"/>
                <a:ea typeface="Atkinson Hyperlegible"/>
                <a:cs typeface="Atkinson Hyperlegible"/>
              </a:defRPr>
            </a:defPPr>
            <a:lvl1pPr algn="r">
              <a:defRPr sz="1275" b="0">
                <a:solidFill>
                  <a:srgbClr val="137B73"/>
                </a:solidFill>
                <a:latin typeface="Atkinson Hyperlegible"/>
                <a:ea typeface="Atkinson Hyperlegible"/>
                <a:cs typeface="Atkinson Hyperlegible"/>
              </a:defRPr>
            </a:lvl1pPr>
            <a:lvl2pPr algn="r">
              <a:defRPr sz="1275" b="0">
                <a:solidFill>
                  <a:srgbClr val="137B73"/>
                </a:solidFill>
                <a:latin typeface="Atkinson Hyperlegible"/>
                <a:ea typeface="Atkinson Hyperlegible"/>
                <a:cs typeface="Atkinson Hyperlegible"/>
              </a:defRPr>
            </a:lvl2pPr>
            <a:lvl3pPr algn="r">
              <a:defRPr sz="1275" b="0">
                <a:solidFill>
                  <a:srgbClr val="137B73"/>
                </a:solidFill>
                <a:latin typeface="Atkinson Hyperlegible"/>
                <a:ea typeface="Atkinson Hyperlegible"/>
                <a:cs typeface="Atkinson Hyperlegible"/>
              </a:defRPr>
            </a:lvl3pPr>
            <a:lvl4pPr algn="r">
              <a:defRPr sz="1275" b="0">
                <a:solidFill>
                  <a:srgbClr val="137B73"/>
                </a:solidFill>
                <a:latin typeface="Atkinson Hyperlegible"/>
                <a:ea typeface="Atkinson Hyperlegible"/>
                <a:cs typeface="Atkinson Hyperlegible"/>
              </a:defRPr>
            </a:lvl4pPr>
            <a:lvl5pPr algn="r">
              <a:defRPr sz="1275" b="0">
                <a:solidFill>
                  <a:srgbClr val="137B73"/>
                </a:solidFill>
                <a:latin typeface="Atkinson Hyperlegible"/>
                <a:ea typeface="Atkinson Hyperlegible"/>
                <a:cs typeface="Atkinson Hyperlegible"/>
              </a:defRPr>
            </a:lvl5pPr>
            <a:lvl6pPr algn="r">
              <a:defRPr sz="1275" b="0">
                <a:solidFill>
                  <a:srgbClr val="137B73"/>
                </a:solidFill>
                <a:latin typeface="Atkinson Hyperlegible"/>
                <a:ea typeface="Atkinson Hyperlegible"/>
                <a:cs typeface="Atkinson Hyperlegible"/>
              </a:defRPr>
            </a:lvl6pPr>
            <a:lvl7pPr algn="r">
              <a:defRPr sz="1275" b="0">
                <a:solidFill>
                  <a:srgbClr val="137B73"/>
                </a:solidFill>
                <a:latin typeface="Atkinson Hyperlegible"/>
                <a:ea typeface="Atkinson Hyperlegible"/>
                <a:cs typeface="Atkinson Hyperlegible"/>
              </a:defRPr>
            </a:lvl7pPr>
            <a:lvl8pPr algn="r">
              <a:defRPr sz="1275" b="0">
                <a:solidFill>
                  <a:srgbClr val="137B73"/>
                </a:solidFill>
                <a:latin typeface="Atkinson Hyperlegible"/>
                <a:ea typeface="Atkinson Hyperlegible"/>
                <a:cs typeface="Atkinson Hyperlegible"/>
              </a:defRPr>
            </a:lvl8pPr>
            <a:lvl9pPr algn="r">
              <a:defRPr sz="1275" b="0">
                <a:solidFill>
                  <a:srgbClr val="137B73"/>
                </a:solidFill>
                <a:latin typeface="Atkinson Hyperlegible"/>
                <a:ea typeface="Atkinson Hyperlegible"/>
                <a:cs typeface="Atkinson Hyperlegible"/>
              </a:defRPr>
            </a:lvl9pPr>
          </a:lstStyle>
          <a:p xmlns:a="http://schemas.openxmlformats.org/drawingml/2006/main">
            <a:pPr algn="r">
              <a:defRPr sz="1275" b="0">
                <a:solidFill>
                  <a:srgbClr val="137B73"/>
                </a:solidFill>
                <a:latin typeface="Atkinson Hyperlegible"/>
                <a:ea typeface="Atkinson Hyperlegible"/>
                <a:cs typeface="Atkinson Hyperlegible"/>
              </a:defRPr>
            </a:pPr>
            <a:r>
              <a:rPr sz="1275" b="0">
                <a:solidFill>
                  <a:srgbClr val="137B73"/>
                </a:solidFill>
                <a:latin typeface="Atkinson Hyperlegible"/>
                <a:ea typeface="Atkinson Hyperlegible"/>
                <a:cs typeface="Atkinson Hyperlegible"/>
              </a:rPr>
              <a:t>06</a:t>
            </a:r>
          </a:p>
        </p:txBody>
      </p:sp>
      <p:pic>
        <p:nvPicPr>
          <p:cNvPr id="7" name="">
            <a:extLst xmlns:a="http://schemas.openxmlformats.org/drawingml/2006/main">
              <a:ext uri="{FF2B5EF4-FFF2-40B4-BE49-F238E27FC236}">
                <a16:creationId xmlns:a16="http://schemas.microsoft.com/office/drawing/2014/main" id="{9691015D-87BA-452B-8184-5199B3044140}"/>
              </a:ext>
            </a:extLst>
          </p:cNvPr>
          <p:cNvPicPr>
            <a:picLocks xmlns:a="http://schemas.openxmlformats.org/drawingml/2006/main" noChangeAspect="1"/>
          </p:cNvPicPr>
          <p:nvPr/>
        </p:nvPicPr>
        <p:blipFill>
          <a:blip xmlns:r="http://schemas.openxmlformats.org/officeDocument/2006/relationships" xmlns:a="http://schemas.openxmlformats.org/drawingml/2006/main" r:embed="R9ec9dd38bcb2455f"/>
          <a:stretch xmlns:a="http://schemas.openxmlformats.org/drawingml/2006/main"/>
        </p:blipFill>
        <p:spPr>
          <a:xfrm xmlns:a="http://schemas.openxmlformats.org/drawingml/2006/main">
            <a:off x="3232813" y="2009775"/>
            <a:ext cx="5726373" cy="723900"/>
          </a:xfrm>
          <a:prstGeom xmlns:a="http://schemas.openxmlformats.org/drawingml/2006/main" prst="rect">
            <a:avLst/>
          </a:prstGeom>
        </p:spPr>
      </p:pic>
      <p:sp>
        <p:nvSpPr>
          <p:cNvPr id="8" name="shape-53">
            <a:extLst xmlns:a="http://schemas.openxmlformats.org/drawingml/2006/main">
              <a:ext uri="{FF2B5EF4-FFF2-40B4-BE49-F238E27FC236}">
                <a16:creationId xmlns:a16="http://schemas.microsoft.com/office/drawing/2014/main" id="{BA4EEC4A-C4AF-4FB7-9C31-4ED4B3A05271}"/>
              </a:ext>
            </a:extLst>
          </p:cNvPr>
          <p:cNvSpPr>
            <a:spLocks xmlns:a="http://schemas.openxmlformats.org/drawingml/2006/main" noGrp="1"/>
          </p:cNvSpPr>
          <p:nvPr/>
        </p:nvSpPr>
        <p:spPr>
          <a:xfrm xmlns:a="http://schemas.openxmlformats.org/drawingml/2006/main">
            <a:off x="609600" y="296227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3F43"/>
                </a:solidFill>
                <a:latin typeface="Atkinson Hyperlegible"/>
                <a:ea typeface="Atkinson Hyperlegible"/>
                <a:cs typeface="Atkinson Hyperlegible"/>
              </a:defRPr>
            </a:defPPr>
            <a:lvl1pPr algn="l">
              <a:defRPr sz="1875" b="0">
                <a:solidFill>
                  <a:srgbClr val="173F43"/>
                </a:solidFill>
                <a:latin typeface="Atkinson Hyperlegible"/>
                <a:ea typeface="Atkinson Hyperlegible"/>
                <a:cs typeface="Atkinson Hyperlegible"/>
              </a:defRPr>
            </a:lvl1pPr>
            <a:lvl2pPr algn="l">
              <a:defRPr sz="1875" b="0">
                <a:solidFill>
                  <a:srgbClr val="173F43"/>
                </a:solidFill>
                <a:latin typeface="Atkinson Hyperlegible"/>
                <a:ea typeface="Atkinson Hyperlegible"/>
                <a:cs typeface="Atkinson Hyperlegible"/>
              </a:defRPr>
            </a:lvl2pPr>
            <a:lvl3pPr algn="l">
              <a:defRPr sz="1875" b="0">
                <a:solidFill>
                  <a:srgbClr val="173F43"/>
                </a:solidFill>
                <a:latin typeface="Atkinson Hyperlegible"/>
                <a:ea typeface="Atkinson Hyperlegible"/>
                <a:cs typeface="Atkinson Hyperlegible"/>
              </a:defRPr>
            </a:lvl3pPr>
            <a:lvl4pPr algn="l">
              <a:defRPr sz="1875" b="0">
                <a:solidFill>
                  <a:srgbClr val="173F43"/>
                </a:solidFill>
                <a:latin typeface="Atkinson Hyperlegible"/>
                <a:ea typeface="Atkinson Hyperlegible"/>
                <a:cs typeface="Atkinson Hyperlegible"/>
              </a:defRPr>
            </a:lvl4pPr>
            <a:lvl5pPr algn="l">
              <a:defRPr sz="1875" b="0">
                <a:solidFill>
                  <a:srgbClr val="173F43"/>
                </a:solidFill>
                <a:latin typeface="Atkinson Hyperlegible"/>
                <a:ea typeface="Atkinson Hyperlegible"/>
                <a:cs typeface="Atkinson Hyperlegible"/>
              </a:defRPr>
            </a:lvl5pPr>
            <a:lvl6pPr algn="l">
              <a:defRPr sz="1875" b="0">
                <a:solidFill>
                  <a:srgbClr val="173F43"/>
                </a:solidFill>
                <a:latin typeface="Atkinson Hyperlegible"/>
                <a:ea typeface="Atkinson Hyperlegible"/>
                <a:cs typeface="Atkinson Hyperlegible"/>
              </a:defRPr>
            </a:lvl6pPr>
            <a:lvl7pPr algn="l">
              <a:defRPr sz="1875" b="0">
                <a:solidFill>
                  <a:srgbClr val="173F43"/>
                </a:solidFill>
                <a:latin typeface="Atkinson Hyperlegible"/>
                <a:ea typeface="Atkinson Hyperlegible"/>
                <a:cs typeface="Atkinson Hyperlegible"/>
              </a:defRPr>
            </a:lvl7pPr>
            <a:lvl8pPr algn="l">
              <a:defRPr sz="1875" b="0">
                <a:solidFill>
                  <a:srgbClr val="173F43"/>
                </a:solidFill>
                <a:latin typeface="Atkinson Hyperlegible"/>
                <a:ea typeface="Atkinson Hyperlegible"/>
                <a:cs typeface="Atkinson Hyperlegible"/>
              </a:defRPr>
            </a:lvl8pPr>
            <a:lvl9pPr algn="l">
              <a:defRPr sz="1875" b="0">
                <a:solidFill>
                  <a:srgbClr val="173F43"/>
                </a:solidFill>
                <a:latin typeface="Atkinson Hyperlegible"/>
                <a:ea typeface="Atkinson Hyperlegible"/>
                <a:cs typeface="Atkinson Hyperlegible"/>
              </a:defRPr>
            </a:lvl9pPr>
          </a:lstStyle>
          <a:p xmlns:a="http://schemas.openxmlformats.org/drawingml/2006/main">
            <a:pPr algn="l">
              <a:defRPr sz="1875" b="0">
                <a:solidFill>
                  <a:srgbClr val="173F43"/>
                </a:solidFill>
                <a:latin typeface="Atkinson Hyperlegible"/>
                <a:ea typeface="Atkinson Hyperlegible"/>
                <a:cs typeface="Atkinson Hyperlegible"/>
              </a:defRPr>
            </a:pPr>
            <a:r>
              <a:rPr sz="1875" b="0">
                <a:solidFill>
                  <a:srgbClr val="173F43"/>
                </a:solidFill>
                <a:latin typeface="Atkinson Hyperlegible"/>
                <a:ea typeface="Atkinson Hyperlegible"/>
                <a:cs typeface="Atkinson Hyperlegible"/>
              </a:rPr>
              <a:t>C: hourly critical service     U: supply utilization     J: cumulative-service fairness</a:t>
            </a:r>
          </a:p>
          <a:p xmlns:a="http://schemas.openxmlformats.org/drawingml/2006/main">
            <a:pPr algn="l">
              <a:defRPr sz="1875" b="0">
                <a:solidFill>
                  <a:srgbClr val="173F43"/>
                </a:solidFill>
                <a:latin typeface="Atkinson Hyperlegible"/>
                <a:ea typeface="Atkinson Hyperlegible"/>
                <a:cs typeface="Atkinson Hyperlegible"/>
              </a:defRPr>
            </a:pPr>
            <a:r>
              <a:rPr sz="1875" b="0">
                <a:solidFill>
                  <a:srgbClr val="173F43"/>
                </a:solidFill>
                <a:latin typeface="Atkinson Hyperlegible"/>
                <a:ea typeface="Atkinson Hyperlegible"/>
                <a:cs typeface="Atkinson Hyperlegible"/>
              </a:rPr>
              <a:t>W: fraction changing tier     O: excess requested power / total demand</a:t>
            </a:r>
          </a:p>
        </p:txBody>
      </p:sp>
      <p:pic>
        <p:nvPicPr>
          <p:cNvPr id="9" name="">
            <a:extLst xmlns:a="http://schemas.openxmlformats.org/drawingml/2006/main">
              <a:ext uri="{FF2B5EF4-FFF2-40B4-BE49-F238E27FC236}">
                <a16:creationId xmlns:a16="http://schemas.microsoft.com/office/drawing/2014/main" id="{EDEC27B2-6DFC-4C04-B278-E8E89B4B814C}"/>
              </a:ext>
            </a:extLst>
          </p:cNvPr>
          <p:cNvPicPr>
            <a:picLocks xmlns:a="http://schemas.openxmlformats.org/drawingml/2006/main" noChangeAspect="1"/>
          </p:cNvPicPr>
          <p:nvPr/>
        </p:nvPicPr>
        <p:blipFill>
          <a:blip xmlns:r="http://schemas.openxmlformats.org/officeDocument/2006/relationships" xmlns:a="http://schemas.openxmlformats.org/drawingml/2006/main" r:embed="R48034646369c46a7"/>
          <a:stretch xmlns:a="http://schemas.openxmlformats.org/drawingml/2006/main"/>
        </p:blipFill>
        <p:spPr>
          <a:xfrm xmlns:a="http://schemas.openxmlformats.org/drawingml/2006/main">
            <a:off x="5136089" y="3857625"/>
            <a:ext cx="1919822" cy="838200"/>
          </a:xfrm>
          <a:prstGeom xmlns:a="http://schemas.openxmlformats.org/drawingml/2006/main" prst="rect">
            <a:avLst/>
          </a:prstGeom>
        </p:spPr>
      </p:pic>
      <p:sp>
        <p:nvSpPr>
          <p:cNvPr id="10" name="shape-54">
            <a:extLst xmlns:a="http://schemas.openxmlformats.org/drawingml/2006/main">
              <a:ext uri="{FF2B5EF4-FFF2-40B4-BE49-F238E27FC236}">
                <a16:creationId xmlns:a16="http://schemas.microsoft.com/office/drawing/2014/main" id="{08155288-F805-4508-B8B4-4E6A966097D1}"/>
              </a:ext>
            </a:extLst>
          </p:cNvPr>
          <p:cNvSpPr>
            <a:spLocks xmlns:a="http://schemas.openxmlformats.org/drawingml/2006/main" noGrp="1"/>
          </p:cNvSpPr>
          <p:nvPr/>
        </p:nvSpPr>
        <p:spPr>
          <a:xfrm xmlns:a="http://schemas.openxmlformats.org/drawingml/2006/main">
            <a:off x="609600" y="501967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3F43"/>
                </a:solidFill>
                <a:latin typeface="Atkinson Hyperlegible"/>
                <a:ea typeface="Atkinson Hyperlegible"/>
                <a:cs typeface="Atkinson Hyperlegible"/>
              </a:defRPr>
            </a:defPPr>
            <a:lvl1pPr algn="l">
              <a:defRPr sz="2025" b="0">
                <a:solidFill>
                  <a:srgbClr val="173F43"/>
                </a:solidFill>
                <a:latin typeface="Atkinson Hyperlegible"/>
                <a:ea typeface="Atkinson Hyperlegible"/>
                <a:cs typeface="Atkinson Hyperlegible"/>
              </a:defRPr>
            </a:lvl1pPr>
            <a:lvl2pPr algn="l">
              <a:defRPr sz="2025" b="0">
                <a:solidFill>
                  <a:srgbClr val="173F43"/>
                </a:solidFill>
                <a:latin typeface="Atkinson Hyperlegible"/>
                <a:ea typeface="Atkinson Hyperlegible"/>
                <a:cs typeface="Atkinson Hyperlegible"/>
              </a:defRPr>
            </a:lvl2pPr>
            <a:lvl3pPr algn="l">
              <a:defRPr sz="2025" b="0">
                <a:solidFill>
                  <a:srgbClr val="173F43"/>
                </a:solidFill>
                <a:latin typeface="Atkinson Hyperlegible"/>
                <a:ea typeface="Atkinson Hyperlegible"/>
                <a:cs typeface="Atkinson Hyperlegible"/>
              </a:defRPr>
            </a:lvl3pPr>
            <a:lvl4pPr algn="l">
              <a:defRPr sz="2025" b="0">
                <a:solidFill>
                  <a:srgbClr val="173F43"/>
                </a:solidFill>
                <a:latin typeface="Atkinson Hyperlegible"/>
                <a:ea typeface="Atkinson Hyperlegible"/>
                <a:cs typeface="Atkinson Hyperlegible"/>
              </a:defRPr>
            </a:lvl4pPr>
            <a:lvl5pPr algn="l">
              <a:defRPr sz="2025" b="0">
                <a:solidFill>
                  <a:srgbClr val="173F43"/>
                </a:solidFill>
                <a:latin typeface="Atkinson Hyperlegible"/>
                <a:ea typeface="Atkinson Hyperlegible"/>
                <a:cs typeface="Atkinson Hyperlegible"/>
              </a:defRPr>
            </a:lvl5pPr>
            <a:lvl6pPr algn="l">
              <a:defRPr sz="2025" b="0">
                <a:solidFill>
                  <a:srgbClr val="173F43"/>
                </a:solidFill>
                <a:latin typeface="Atkinson Hyperlegible"/>
                <a:ea typeface="Atkinson Hyperlegible"/>
                <a:cs typeface="Atkinson Hyperlegible"/>
              </a:defRPr>
            </a:lvl6pPr>
            <a:lvl7pPr algn="l">
              <a:defRPr sz="2025" b="0">
                <a:solidFill>
                  <a:srgbClr val="173F43"/>
                </a:solidFill>
                <a:latin typeface="Atkinson Hyperlegible"/>
                <a:ea typeface="Atkinson Hyperlegible"/>
                <a:cs typeface="Atkinson Hyperlegible"/>
              </a:defRPr>
            </a:lvl7pPr>
            <a:lvl8pPr algn="l">
              <a:defRPr sz="2025" b="0">
                <a:solidFill>
                  <a:srgbClr val="173F43"/>
                </a:solidFill>
                <a:latin typeface="Atkinson Hyperlegible"/>
                <a:ea typeface="Atkinson Hyperlegible"/>
                <a:cs typeface="Atkinson Hyperlegible"/>
              </a:defRPr>
            </a:lvl8pPr>
            <a:lvl9pPr algn="l">
              <a:defRPr sz="2025" b="0">
                <a:solidFill>
                  <a:srgbClr val="173F43"/>
                </a:solidFill>
                <a:latin typeface="Atkinson Hyperlegible"/>
                <a:ea typeface="Atkinson Hyperlegible"/>
                <a:cs typeface="Atkinson Hyperlegible"/>
              </a:defRPr>
            </a:lvl9pPr>
          </a:lstStyle>
          <a:p xmlns:a="http://schemas.openxmlformats.org/drawingml/2006/main">
            <a:pPr algn="l">
              <a:defRPr sz="2025" b="0">
                <a:solidFill>
                  <a:srgbClr val="173F43"/>
                </a:solidFill>
                <a:latin typeface="Atkinson Hyperlegible"/>
                <a:ea typeface="Atkinson Hyperlegible"/>
                <a:cs typeface="Atkinson Hyperlegible"/>
              </a:defRPr>
            </a:pPr>
            <a:r>
              <a:rPr sz="2025" b="0">
                <a:solidFill>
                  <a:srgbClr val="173F43"/>
                </a:solidFill>
                <a:latin typeface="Atkinson Hyperlegible"/>
                <a:ea typeface="Atkinson Hyperlegible"/>
                <a:cs typeface="Atkinson Hyperlegible"/>
              </a:rPr>
              <a:t>zᵢ,t is cumulative served energy / cumulative demand. Report mean hourly Jain fairness, direct duration measures and energy separately from daily reward.</a:t>
            </a:r>
          </a:p>
        </p:txBody>
      </p:sp>
    </p:spTree>
    <p:extLst>
      <p:ext uri="{BB962C8B-B14F-4D97-AF65-F5344CB8AC3E}">
        <p14:creationId xmlns:p14="http://schemas.microsoft.com/office/powerpoint/2010/main" val="981025945"/>
      </p:ext>
    </p:extLst>
  </p:cSld>
</p:sld>
</file>

<file path=ppt/slides/slide7.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11" name="shape-55">
            <a:extLst xmlns:a="http://schemas.openxmlformats.org/drawingml/2006/main">
              <a:ext uri="{FF2B5EF4-FFF2-40B4-BE49-F238E27FC236}">
                <a16:creationId xmlns:a16="http://schemas.microsoft.com/office/drawing/2014/main" id="{C95444E6-7ED0-4CA9-BDCE-95E70AB34658}"/>
              </a:ext>
            </a:extLst>
          </p:cNvPr>
          <p:cNvSpPr>
            <a:spLocks xmlns:a="http://schemas.openxmlformats.org/drawingml/2006/main" noGrp="1"/>
          </p:cNvSpPr>
          <p:nvPr/>
        </p:nvSpPr>
        <p:spPr>
          <a:xfrm xmlns:a="http://schemas.openxmlformats.org/drawingml/2006/main">
            <a:off x="609600" y="266700"/>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37B73"/>
                </a:solidFill>
                <a:latin typeface="Atkinson Hyperlegible"/>
                <a:ea typeface="Atkinson Hyperlegible"/>
                <a:cs typeface="Atkinson Hyperlegible"/>
              </a:defRPr>
            </a:defPPr>
            <a:lvl1pPr algn="l">
              <a:defRPr sz="1350" b="1">
                <a:solidFill>
                  <a:srgbClr val="137B73"/>
                </a:solidFill>
                <a:latin typeface="Atkinson Hyperlegible"/>
                <a:ea typeface="Atkinson Hyperlegible"/>
                <a:cs typeface="Atkinson Hyperlegible"/>
              </a:defRPr>
            </a:lvl1pPr>
            <a:lvl2pPr algn="l">
              <a:defRPr sz="1350" b="1">
                <a:solidFill>
                  <a:srgbClr val="137B73"/>
                </a:solidFill>
                <a:latin typeface="Atkinson Hyperlegible"/>
                <a:ea typeface="Atkinson Hyperlegible"/>
                <a:cs typeface="Atkinson Hyperlegible"/>
              </a:defRPr>
            </a:lvl2pPr>
            <a:lvl3pPr algn="l">
              <a:defRPr sz="1350" b="1">
                <a:solidFill>
                  <a:srgbClr val="137B73"/>
                </a:solidFill>
                <a:latin typeface="Atkinson Hyperlegible"/>
                <a:ea typeface="Atkinson Hyperlegible"/>
                <a:cs typeface="Atkinson Hyperlegible"/>
              </a:defRPr>
            </a:lvl3pPr>
            <a:lvl4pPr algn="l">
              <a:defRPr sz="1350" b="1">
                <a:solidFill>
                  <a:srgbClr val="137B73"/>
                </a:solidFill>
                <a:latin typeface="Atkinson Hyperlegible"/>
                <a:ea typeface="Atkinson Hyperlegible"/>
                <a:cs typeface="Atkinson Hyperlegible"/>
              </a:defRPr>
            </a:lvl4pPr>
            <a:lvl5pPr algn="l">
              <a:defRPr sz="1350" b="1">
                <a:solidFill>
                  <a:srgbClr val="137B73"/>
                </a:solidFill>
                <a:latin typeface="Atkinson Hyperlegible"/>
                <a:ea typeface="Atkinson Hyperlegible"/>
                <a:cs typeface="Atkinson Hyperlegible"/>
              </a:defRPr>
            </a:lvl5pPr>
            <a:lvl6pPr algn="l">
              <a:defRPr sz="1350" b="1">
                <a:solidFill>
                  <a:srgbClr val="137B73"/>
                </a:solidFill>
                <a:latin typeface="Atkinson Hyperlegible"/>
                <a:ea typeface="Atkinson Hyperlegible"/>
                <a:cs typeface="Atkinson Hyperlegible"/>
              </a:defRPr>
            </a:lvl6pPr>
            <a:lvl7pPr algn="l">
              <a:defRPr sz="1350" b="1">
                <a:solidFill>
                  <a:srgbClr val="137B73"/>
                </a:solidFill>
                <a:latin typeface="Atkinson Hyperlegible"/>
                <a:ea typeface="Atkinson Hyperlegible"/>
                <a:cs typeface="Atkinson Hyperlegible"/>
              </a:defRPr>
            </a:lvl7pPr>
            <a:lvl8pPr algn="l">
              <a:defRPr sz="1350" b="1">
                <a:solidFill>
                  <a:srgbClr val="137B73"/>
                </a:solidFill>
                <a:latin typeface="Atkinson Hyperlegible"/>
                <a:ea typeface="Atkinson Hyperlegible"/>
                <a:cs typeface="Atkinson Hyperlegible"/>
              </a:defRPr>
            </a:lvl8pPr>
            <a:lvl9pPr algn="l">
              <a:defRPr sz="1350" b="1">
                <a:solidFill>
                  <a:srgbClr val="137B73"/>
                </a:solidFill>
                <a:latin typeface="Atkinson Hyperlegible"/>
                <a:ea typeface="Atkinson Hyperlegible"/>
                <a:cs typeface="Atkinson Hyperlegible"/>
              </a:defRPr>
            </a:lvl9pPr>
          </a:lstStyle>
          <a:p xmlns:a="http://schemas.openxmlformats.org/drawingml/2006/main">
            <a:pPr algn="l">
              <a:defRPr sz="1350" b="1">
                <a:solidFill>
                  <a:srgbClr val="137B73"/>
                </a:solidFill>
                <a:latin typeface="Atkinson Hyperlegible"/>
                <a:ea typeface="Atkinson Hyperlegible"/>
                <a:cs typeface="Atkinson Hyperlegible"/>
              </a:defRPr>
            </a:pPr>
            <a:r>
              <a:rPr sz="1350" b="1">
                <a:solidFill>
                  <a:srgbClr val="137B73"/>
                </a:solidFill>
                <a:latin typeface="Atkinson Hyperlegible"/>
                <a:ea typeface="Atkinson Hyperlegible"/>
                <a:cs typeface="Atkinson Hyperlegible"/>
              </a:rPr>
              <a:t>GridGuard Khartoum</a:t>
            </a:r>
          </a:p>
        </p:txBody>
      </p:sp>
      <p:sp>
        <p:nvSpPr>
          <p:cNvPr id="2" name="shape-56">
            <a:extLst xmlns:a="http://schemas.openxmlformats.org/drawingml/2006/main">
              <a:ext uri="{FF2B5EF4-FFF2-40B4-BE49-F238E27FC236}">
                <a16:creationId xmlns:a16="http://schemas.microsoft.com/office/drawing/2014/main" id="{05DC9B1B-0D5A-4565-8859-192052CE108E}"/>
              </a:ext>
            </a:extLst>
          </p:cNvPr>
          <p:cNvSpPr>
            <a:spLocks xmlns:a="http://schemas.openxmlformats.org/drawingml/2006/main" noGrp="1"/>
          </p:cNvSpPr>
          <p:nvPr/>
        </p:nvSpPr>
        <p:spPr>
          <a:xfrm xmlns:a="http://schemas.openxmlformats.org/drawingml/2006/main">
            <a:off x="609600" y="7334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F43"/>
                </a:solidFill>
                <a:latin typeface="Atkinson Hyperlegible"/>
                <a:ea typeface="Atkinson Hyperlegible"/>
                <a:cs typeface="Atkinson Hyperlegible"/>
              </a:defRPr>
            </a:defPPr>
            <a:lvl1pPr algn="l">
              <a:defRPr sz="3150" b="1">
                <a:solidFill>
                  <a:srgbClr val="173F43"/>
                </a:solidFill>
                <a:latin typeface="Atkinson Hyperlegible"/>
                <a:ea typeface="Atkinson Hyperlegible"/>
                <a:cs typeface="Atkinson Hyperlegible"/>
              </a:defRPr>
            </a:lvl1pPr>
            <a:lvl2pPr algn="l">
              <a:defRPr sz="3150" b="1">
                <a:solidFill>
                  <a:srgbClr val="173F43"/>
                </a:solidFill>
                <a:latin typeface="Atkinson Hyperlegible"/>
                <a:ea typeface="Atkinson Hyperlegible"/>
                <a:cs typeface="Atkinson Hyperlegible"/>
              </a:defRPr>
            </a:lvl2pPr>
            <a:lvl3pPr algn="l">
              <a:defRPr sz="3150" b="1">
                <a:solidFill>
                  <a:srgbClr val="173F43"/>
                </a:solidFill>
                <a:latin typeface="Atkinson Hyperlegible"/>
                <a:ea typeface="Atkinson Hyperlegible"/>
                <a:cs typeface="Atkinson Hyperlegible"/>
              </a:defRPr>
            </a:lvl3pPr>
            <a:lvl4pPr algn="l">
              <a:defRPr sz="3150" b="1">
                <a:solidFill>
                  <a:srgbClr val="173F43"/>
                </a:solidFill>
                <a:latin typeface="Atkinson Hyperlegible"/>
                <a:ea typeface="Atkinson Hyperlegible"/>
                <a:cs typeface="Atkinson Hyperlegible"/>
              </a:defRPr>
            </a:lvl4pPr>
            <a:lvl5pPr algn="l">
              <a:defRPr sz="3150" b="1">
                <a:solidFill>
                  <a:srgbClr val="173F43"/>
                </a:solidFill>
                <a:latin typeface="Atkinson Hyperlegible"/>
                <a:ea typeface="Atkinson Hyperlegible"/>
                <a:cs typeface="Atkinson Hyperlegible"/>
              </a:defRPr>
            </a:lvl5pPr>
            <a:lvl6pPr algn="l">
              <a:defRPr sz="3150" b="1">
                <a:solidFill>
                  <a:srgbClr val="173F43"/>
                </a:solidFill>
                <a:latin typeface="Atkinson Hyperlegible"/>
                <a:ea typeface="Atkinson Hyperlegible"/>
                <a:cs typeface="Atkinson Hyperlegible"/>
              </a:defRPr>
            </a:lvl6pPr>
            <a:lvl7pPr algn="l">
              <a:defRPr sz="3150" b="1">
                <a:solidFill>
                  <a:srgbClr val="173F43"/>
                </a:solidFill>
                <a:latin typeface="Atkinson Hyperlegible"/>
                <a:ea typeface="Atkinson Hyperlegible"/>
                <a:cs typeface="Atkinson Hyperlegible"/>
              </a:defRPr>
            </a:lvl7pPr>
            <a:lvl8pPr algn="l">
              <a:defRPr sz="3150" b="1">
                <a:solidFill>
                  <a:srgbClr val="173F43"/>
                </a:solidFill>
                <a:latin typeface="Atkinson Hyperlegible"/>
                <a:ea typeface="Atkinson Hyperlegible"/>
                <a:cs typeface="Atkinson Hyperlegible"/>
              </a:defRPr>
            </a:lvl8pPr>
            <a:lvl9pPr algn="l">
              <a:defRPr sz="3150" b="1">
                <a:solidFill>
                  <a:srgbClr val="173F43"/>
                </a:solidFill>
                <a:latin typeface="Atkinson Hyperlegible"/>
                <a:ea typeface="Atkinson Hyperlegible"/>
                <a:cs typeface="Atkinson Hyperlegible"/>
              </a:defRPr>
            </a:lvl9pPr>
          </a:lstStyle>
          <a:p xmlns:a="http://schemas.openxmlformats.org/drawingml/2006/main">
            <a:pPr algn="l">
              <a:defRPr sz="3150" b="1">
                <a:solidFill>
                  <a:srgbClr val="173F43"/>
                </a:solidFill>
                <a:latin typeface="Atkinson Hyperlegible"/>
                <a:ea typeface="Atkinson Hyperlegible"/>
                <a:cs typeface="Atkinson Hyperlegible"/>
              </a:defRPr>
            </a:pPr>
            <a:r>
              <a:rPr sz="3150" b="1">
                <a:solidFill>
                  <a:srgbClr val="173F43"/>
                </a:solidFill>
                <a:latin typeface="Atkinson Hyperlegible"/>
                <a:ea typeface="Atkinson Hyperlegible"/>
                <a:cs typeface="Atkinson Hyperlegible"/>
              </a:rPr>
              <a:t>Masked PPO training</a:t>
            </a:r>
          </a:p>
        </p:txBody>
      </p:sp>
      <p:sp>
        <p:nvSpPr>
          <p:cNvPr id="3" name="shape-57">
            <a:extLst xmlns:a="http://schemas.openxmlformats.org/drawingml/2006/main">
              <a:ext uri="{FF2B5EF4-FFF2-40B4-BE49-F238E27FC236}">
                <a16:creationId xmlns:a16="http://schemas.microsoft.com/office/drawing/2014/main" id="{28A62A6E-A62D-4076-A16F-EDE0C6BD2E28}"/>
              </a:ext>
            </a:extLst>
          </p:cNvPr>
          <p:cNvSpPr>
            <a:spLocks xmlns:a="http://schemas.openxmlformats.org/drawingml/2006/main" noGrp="1"/>
          </p:cNvSpPr>
          <p:nvPr/>
        </p:nvSpPr>
        <p:spPr>
          <a:xfrm xmlns:a="http://schemas.openxmlformats.org/drawingml/2006/main">
            <a:off x="609600" y="136207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787A"/>
                </a:solidFill>
                <a:latin typeface="Atkinson Hyperlegible"/>
                <a:ea typeface="Atkinson Hyperlegible"/>
                <a:cs typeface="Atkinson Hyperlegible"/>
              </a:defRPr>
            </a:defPPr>
            <a:lvl1pPr algn="l">
              <a:defRPr sz="1725" b="0">
                <a:solidFill>
                  <a:srgbClr val="58787A"/>
                </a:solidFill>
                <a:latin typeface="Atkinson Hyperlegible"/>
                <a:ea typeface="Atkinson Hyperlegible"/>
                <a:cs typeface="Atkinson Hyperlegible"/>
              </a:defRPr>
            </a:lvl1pPr>
            <a:lvl2pPr algn="l">
              <a:defRPr sz="1725" b="0">
                <a:solidFill>
                  <a:srgbClr val="58787A"/>
                </a:solidFill>
                <a:latin typeface="Atkinson Hyperlegible"/>
                <a:ea typeface="Atkinson Hyperlegible"/>
                <a:cs typeface="Atkinson Hyperlegible"/>
              </a:defRPr>
            </a:lvl2pPr>
            <a:lvl3pPr algn="l">
              <a:defRPr sz="1725" b="0">
                <a:solidFill>
                  <a:srgbClr val="58787A"/>
                </a:solidFill>
                <a:latin typeface="Atkinson Hyperlegible"/>
                <a:ea typeface="Atkinson Hyperlegible"/>
                <a:cs typeface="Atkinson Hyperlegible"/>
              </a:defRPr>
            </a:lvl3pPr>
            <a:lvl4pPr algn="l">
              <a:defRPr sz="1725" b="0">
                <a:solidFill>
                  <a:srgbClr val="58787A"/>
                </a:solidFill>
                <a:latin typeface="Atkinson Hyperlegible"/>
                <a:ea typeface="Atkinson Hyperlegible"/>
                <a:cs typeface="Atkinson Hyperlegible"/>
              </a:defRPr>
            </a:lvl4pPr>
            <a:lvl5pPr algn="l">
              <a:defRPr sz="1725" b="0">
                <a:solidFill>
                  <a:srgbClr val="58787A"/>
                </a:solidFill>
                <a:latin typeface="Atkinson Hyperlegible"/>
                <a:ea typeface="Atkinson Hyperlegible"/>
                <a:cs typeface="Atkinson Hyperlegible"/>
              </a:defRPr>
            </a:lvl5pPr>
            <a:lvl6pPr algn="l">
              <a:defRPr sz="1725" b="0">
                <a:solidFill>
                  <a:srgbClr val="58787A"/>
                </a:solidFill>
                <a:latin typeface="Atkinson Hyperlegible"/>
                <a:ea typeface="Atkinson Hyperlegible"/>
                <a:cs typeface="Atkinson Hyperlegible"/>
              </a:defRPr>
            </a:lvl6pPr>
            <a:lvl7pPr algn="l">
              <a:defRPr sz="1725" b="0">
                <a:solidFill>
                  <a:srgbClr val="58787A"/>
                </a:solidFill>
                <a:latin typeface="Atkinson Hyperlegible"/>
                <a:ea typeface="Atkinson Hyperlegible"/>
                <a:cs typeface="Atkinson Hyperlegible"/>
              </a:defRPr>
            </a:lvl7pPr>
            <a:lvl8pPr algn="l">
              <a:defRPr sz="1725" b="0">
                <a:solidFill>
                  <a:srgbClr val="58787A"/>
                </a:solidFill>
                <a:latin typeface="Atkinson Hyperlegible"/>
                <a:ea typeface="Atkinson Hyperlegible"/>
                <a:cs typeface="Atkinson Hyperlegible"/>
              </a:defRPr>
            </a:lvl8pPr>
            <a:lvl9pPr algn="l">
              <a:defRPr sz="1725" b="0">
                <a:solidFill>
                  <a:srgbClr val="58787A"/>
                </a:solidFill>
                <a:latin typeface="Atkinson Hyperlegible"/>
                <a:ea typeface="Atkinson Hyperlegible"/>
                <a:cs typeface="Atkinson Hyperlegible"/>
              </a:defRPr>
            </a:lvl9pPr>
          </a:lstStyle>
          <a:p xmlns:a="http://schemas.openxmlformats.org/drawingml/2006/main">
            <a:pPr algn="l">
              <a:defRPr sz="1725" b="0">
                <a:solidFill>
                  <a:srgbClr val="58787A"/>
                </a:solidFill>
                <a:latin typeface="Atkinson Hyperlegible"/>
                <a:ea typeface="Atkinson Hyperlegible"/>
                <a:cs typeface="Atkinson Hyperlegible"/>
              </a:defRPr>
            </a:pPr>
            <a:r>
              <a:rPr sz="1725" b="0">
                <a:solidFill>
                  <a:srgbClr val="58787A"/>
                </a:solidFill>
                <a:latin typeface="Atkinson Hyperlegible"/>
                <a:ea typeface="Atkinson Hyperlegible"/>
                <a:cs typeface="Atkinson Hyperlegible"/>
              </a:rPr>
              <a:t>Separate actor and critic networks: 46 inputs, two 256-unit tanh layers, 128 actor logits</a:t>
            </a:r>
          </a:p>
        </p:txBody>
      </p:sp>
      <p:sp>
        <p:nvSpPr>
          <p:cNvPr id="4" name="shape-58">
            <a:extLst xmlns:a="http://schemas.openxmlformats.org/drawingml/2006/main">
              <a:ext uri="{FF2B5EF4-FFF2-40B4-BE49-F238E27FC236}">
                <a16:creationId xmlns:a16="http://schemas.microsoft.com/office/drawing/2014/main" id="{31651FB2-E945-41F9-96B6-B125E01560E0}"/>
              </a:ext>
            </a:extLst>
          </p:cNvPr>
          <p:cNvSpPr>
            <a:spLocks xmlns:a="http://schemas.openxmlformats.org/drawingml/2006/main" noGrp="1"/>
          </p:cNvSpPr>
          <p:nvPr/>
        </p:nvSpPr>
        <p:spPr>
          <a:xfrm xmlns:a="http://schemas.openxmlformats.org/drawingml/2006/main">
            <a:off x="609600" y="6448425"/>
            <a:ext cx="10972800" cy="9525"/>
          </a:xfrm>
          <a:prstGeom xmlns:a="http://schemas.openxmlformats.org/drawingml/2006/main" prst="rect">
            <a:avLst/>
          </a:prstGeom>
          <a:solidFill xmlns:a="http://schemas.openxmlformats.org/drawingml/2006/main">
            <a:srgbClr val="D8E5DF"/>
          </a:solidFill>
          <a:ln xmlns:a="http://schemas.openxmlformats.org/drawingml/2006/main" w="0">
            <a:noFill/>
          </a:ln>
        </p:spPr>
      </p:sp>
      <p:sp>
        <p:nvSpPr>
          <p:cNvPr id="5" name="shape-59">
            <a:extLst xmlns:a="http://schemas.openxmlformats.org/drawingml/2006/main">
              <a:ext uri="{FF2B5EF4-FFF2-40B4-BE49-F238E27FC236}">
                <a16:creationId xmlns:a16="http://schemas.microsoft.com/office/drawing/2014/main" id="{BAF9EBED-2C2C-4A65-880F-BAB9D48E0691}"/>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8787A"/>
                </a:solidFill>
                <a:latin typeface="Atkinson Hyperlegible"/>
                <a:ea typeface="Atkinson Hyperlegible"/>
                <a:cs typeface="Atkinson Hyperlegible"/>
              </a:defRPr>
            </a:defPPr>
            <a:lvl1pPr algn="l">
              <a:defRPr sz="1050" b="0">
                <a:solidFill>
                  <a:srgbClr val="58787A"/>
                </a:solidFill>
                <a:latin typeface="Atkinson Hyperlegible"/>
                <a:ea typeface="Atkinson Hyperlegible"/>
                <a:cs typeface="Atkinson Hyperlegible"/>
              </a:defRPr>
            </a:lvl1pPr>
            <a:lvl2pPr algn="l">
              <a:defRPr sz="1050" b="0">
                <a:solidFill>
                  <a:srgbClr val="58787A"/>
                </a:solidFill>
                <a:latin typeface="Atkinson Hyperlegible"/>
                <a:ea typeface="Atkinson Hyperlegible"/>
                <a:cs typeface="Atkinson Hyperlegible"/>
              </a:defRPr>
            </a:lvl2pPr>
            <a:lvl3pPr algn="l">
              <a:defRPr sz="1050" b="0">
                <a:solidFill>
                  <a:srgbClr val="58787A"/>
                </a:solidFill>
                <a:latin typeface="Atkinson Hyperlegible"/>
                <a:ea typeface="Atkinson Hyperlegible"/>
                <a:cs typeface="Atkinson Hyperlegible"/>
              </a:defRPr>
            </a:lvl3pPr>
            <a:lvl4pPr algn="l">
              <a:defRPr sz="1050" b="0">
                <a:solidFill>
                  <a:srgbClr val="58787A"/>
                </a:solidFill>
                <a:latin typeface="Atkinson Hyperlegible"/>
                <a:ea typeface="Atkinson Hyperlegible"/>
                <a:cs typeface="Atkinson Hyperlegible"/>
              </a:defRPr>
            </a:lvl4pPr>
            <a:lvl5pPr algn="l">
              <a:defRPr sz="1050" b="0">
                <a:solidFill>
                  <a:srgbClr val="58787A"/>
                </a:solidFill>
                <a:latin typeface="Atkinson Hyperlegible"/>
                <a:ea typeface="Atkinson Hyperlegible"/>
                <a:cs typeface="Atkinson Hyperlegible"/>
              </a:defRPr>
            </a:lvl5pPr>
            <a:lvl6pPr algn="l">
              <a:defRPr sz="1050" b="0">
                <a:solidFill>
                  <a:srgbClr val="58787A"/>
                </a:solidFill>
                <a:latin typeface="Atkinson Hyperlegible"/>
                <a:ea typeface="Atkinson Hyperlegible"/>
                <a:cs typeface="Atkinson Hyperlegible"/>
              </a:defRPr>
            </a:lvl6pPr>
            <a:lvl7pPr algn="l">
              <a:defRPr sz="1050" b="0">
                <a:solidFill>
                  <a:srgbClr val="58787A"/>
                </a:solidFill>
                <a:latin typeface="Atkinson Hyperlegible"/>
                <a:ea typeface="Atkinson Hyperlegible"/>
                <a:cs typeface="Atkinson Hyperlegible"/>
              </a:defRPr>
            </a:lvl7pPr>
            <a:lvl8pPr algn="l">
              <a:defRPr sz="1050" b="0">
                <a:solidFill>
                  <a:srgbClr val="58787A"/>
                </a:solidFill>
                <a:latin typeface="Atkinson Hyperlegible"/>
                <a:ea typeface="Atkinson Hyperlegible"/>
                <a:cs typeface="Atkinson Hyperlegible"/>
              </a:defRPr>
            </a:lvl8pPr>
            <a:lvl9pPr algn="l">
              <a:defRPr sz="1050" b="0">
                <a:solidFill>
                  <a:srgbClr val="58787A"/>
                </a:solidFill>
                <a:latin typeface="Atkinson Hyperlegible"/>
                <a:ea typeface="Atkinson Hyperlegible"/>
                <a:cs typeface="Atkinson Hyperlegible"/>
              </a:defRPr>
            </a:lvl9pPr>
          </a:lstStyle>
          <a:p xmlns:a="http://schemas.openxmlformats.org/drawingml/2006/main">
            <a:pPr algn="l">
              <a:defRPr sz="1050" b="0">
                <a:solidFill>
                  <a:srgbClr val="58787A"/>
                </a:solidFill>
                <a:latin typeface="Atkinson Hyperlegible"/>
                <a:ea typeface="Atkinson Hyperlegible"/>
                <a:cs typeface="Atkinson Hyperlegible"/>
              </a:defRPr>
            </a:pPr>
            <a:r>
              <a:rPr sz="1050" b="0">
                <a:solidFill>
                  <a:srgbClr val="58787A"/>
                </a:solidFill>
                <a:latin typeface="Atkinson Hyperlegible"/>
                <a:ea typeface="Atkinson Hyperlegible"/>
                <a:cs typeface="Atkinson Hyperlegible"/>
              </a:rPr>
              <a:t>PPO: Schulman et al. (2017). Masking: Huang and Ontañón (2022).</a:t>
            </a:r>
          </a:p>
        </p:txBody>
      </p:sp>
      <p:sp>
        <p:nvSpPr>
          <p:cNvPr id="6" name="shape-60">
            <a:extLst xmlns:a="http://schemas.openxmlformats.org/drawingml/2006/main">
              <a:ext uri="{FF2B5EF4-FFF2-40B4-BE49-F238E27FC236}">
                <a16:creationId xmlns:a16="http://schemas.microsoft.com/office/drawing/2014/main" id="{AD566069-E8CF-430E-B389-1D452397733F}"/>
              </a:ext>
            </a:extLst>
          </p:cNvPr>
          <p:cNvSpPr>
            <a:spLocks xmlns:a="http://schemas.openxmlformats.org/drawingml/2006/main" noGrp="1"/>
          </p:cNvSpPr>
          <p:nvPr/>
        </p:nvSpPr>
        <p:spPr>
          <a:xfrm xmlns:a="http://schemas.openxmlformats.org/drawingml/2006/main">
            <a:off x="11001375" y="6515100"/>
            <a:ext cx="581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137B73"/>
                </a:solidFill>
                <a:latin typeface="Atkinson Hyperlegible"/>
                <a:ea typeface="Atkinson Hyperlegible"/>
                <a:cs typeface="Atkinson Hyperlegible"/>
              </a:defRPr>
            </a:defPPr>
            <a:lvl1pPr algn="r">
              <a:defRPr sz="1275" b="0">
                <a:solidFill>
                  <a:srgbClr val="137B73"/>
                </a:solidFill>
                <a:latin typeface="Atkinson Hyperlegible"/>
                <a:ea typeface="Atkinson Hyperlegible"/>
                <a:cs typeface="Atkinson Hyperlegible"/>
              </a:defRPr>
            </a:lvl1pPr>
            <a:lvl2pPr algn="r">
              <a:defRPr sz="1275" b="0">
                <a:solidFill>
                  <a:srgbClr val="137B73"/>
                </a:solidFill>
                <a:latin typeface="Atkinson Hyperlegible"/>
                <a:ea typeface="Atkinson Hyperlegible"/>
                <a:cs typeface="Atkinson Hyperlegible"/>
              </a:defRPr>
            </a:lvl2pPr>
            <a:lvl3pPr algn="r">
              <a:defRPr sz="1275" b="0">
                <a:solidFill>
                  <a:srgbClr val="137B73"/>
                </a:solidFill>
                <a:latin typeface="Atkinson Hyperlegible"/>
                <a:ea typeface="Atkinson Hyperlegible"/>
                <a:cs typeface="Atkinson Hyperlegible"/>
              </a:defRPr>
            </a:lvl3pPr>
            <a:lvl4pPr algn="r">
              <a:defRPr sz="1275" b="0">
                <a:solidFill>
                  <a:srgbClr val="137B73"/>
                </a:solidFill>
                <a:latin typeface="Atkinson Hyperlegible"/>
                <a:ea typeface="Atkinson Hyperlegible"/>
                <a:cs typeface="Atkinson Hyperlegible"/>
              </a:defRPr>
            </a:lvl4pPr>
            <a:lvl5pPr algn="r">
              <a:defRPr sz="1275" b="0">
                <a:solidFill>
                  <a:srgbClr val="137B73"/>
                </a:solidFill>
                <a:latin typeface="Atkinson Hyperlegible"/>
                <a:ea typeface="Atkinson Hyperlegible"/>
                <a:cs typeface="Atkinson Hyperlegible"/>
              </a:defRPr>
            </a:lvl5pPr>
            <a:lvl6pPr algn="r">
              <a:defRPr sz="1275" b="0">
                <a:solidFill>
                  <a:srgbClr val="137B73"/>
                </a:solidFill>
                <a:latin typeface="Atkinson Hyperlegible"/>
                <a:ea typeface="Atkinson Hyperlegible"/>
                <a:cs typeface="Atkinson Hyperlegible"/>
              </a:defRPr>
            </a:lvl6pPr>
            <a:lvl7pPr algn="r">
              <a:defRPr sz="1275" b="0">
                <a:solidFill>
                  <a:srgbClr val="137B73"/>
                </a:solidFill>
                <a:latin typeface="Atkinson Hyperlegible"/>
                <a:ea typeface="Atkinson Hyperlegible"/>
                <a:cs typeface="Atkinson Hyperlegible"/>
              </a:defRPr>
            </a:lvl7pPr>
            <a:lvl8pPr algn="r">
              <a:defRPr sz="1275" b="0">
                <a:solidFill>
                  <a:srgbClr val="137B73"/>
                </a:solidFill>
                <a:latin typeface="Atkinson Hyperlegible"/>
                <a:ea typeface="Atkinson Hyperlegible"/>
                <a:cs typeface="Atkinson Hyperlegible"/>
              </a:defRPr>
            </a:lvl8pPr>
            <a:lvl9pPr algn="r">
              <a:defRPr sz="1275" b="0">
                <a:solidFill>
                  <a:srgbClr val="137B73"/>
                </a:solidFill>
                <a:latin typeface="Atkinson Hyperlegible"/>
                <a:ea typeface="Atkinson Hyperlegible"/>
                <a:cs typeface="Atkinson Hyperlegible"/>
              </a:defRPr>
            </a:lvl9pPr>
          </a:lstStyle>
          <a:p xmlns:a="http://schemas.openxmlformats.org/drawingml/2006/main">
            <a:pPr algn="r">
              <a:defRPr sz="1275" b="0">
                <a:solidFill>
                  <a:srgbClr val="137B73"/>
                </a:solidFill>
                <a:latin typeface="Atkinson Hyperlegible"/>
                <a:ea typeface="Atkinson Hyperlegible"/>
                <a:cs typeface="Atkinson Hyperlegible"/>
              </a:defRPr>
            </a:pPr>
            <a:r>
              <a:rPr sz="1275" b="0">
                <a:solidFill>
                  <a:srgbClr val="137B73"/>
                </a:solidFill>
                <a:latin typeface="Atkinson Hyperlegible"/>
                <a:ea typeface="Atkinson Hyperlegible"/>
                <a:cs typeface="Atkinson Hyperlegible"/>
              </a:rPr>
              <a:t>07</a:t>
            </a:r>
          </a:p>
        </p:txBody>
      </p:sp>
      <p:pic>
        <p:nvPicPr>
          <p:cNvPr id="7" name="">
            <a:extLst xmlns:a="http://schemas.openxmlformats.org/drawingml/2006/main">
              <a:ext uri="{FF2B5EF4-FFF2-40B4-BE49-F238E27FC236}">
                <a16:creationId xmlns:a16="http://schemas.microsoft.com/office/drawing/2014/main" id="{43AC57E3-D3B7-46A6-BE0F-622FFF73EBA1}"/>
              </a:ext>
            </a:extLst>
          </p:cNvPr>
          <p:cNvPicPr>
            <a:picLocks xmlns:a="http://schemas.openxmlformats.org/drawingml/2006/main" noChangeAspect="1"/>
          </p:cNvPicPr>
          <p:nvPr/>
        </p:nvPicPr>
        <p:blipFill>
          <a:blip xmlns:r="http://schemas.openxmlformats.org/officeDocument/2006/relationships" xmlns:a="http://schemas.openxmlformats.org/drawingml/2006/main" r:embed="R878a386675b64fa6"/>
          <a:stretch xmlns:a="http://schemas.openxmlformats.org/drawingml/2006/main"/>
        </p:blipFill>
        <p:spPr>
          <a:xfrm xmlns:a="http://schemas.openxmlformats.org/drawingml/2006/main">
            <a:off x="4623797" y="2047875"/>
            <a:ext cx="2944405" cy="80962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AD121FF2-D3E6-41AC-9194-8B9820BC8013}"/>
              </a:ext>
            </a:extLst>
          </p:cNvPr>
          <p:cNvPicPr>
            <a:picLocks xmlns:a="http://schemas.openxmlformats.org/drawingml/2006/main" noChangeAspect="1"/>
          </p:cNvPicPr>
          <p:nvPr/>
        </p:nvPicPr>
        <p:blipFill>
          <a:blip xmlns:r="http://schemas.openxmlformats.org/officeDocument/2006/relationships" xmlns:a="http://schemas.openxmlformats.org/drawingml/2006/main" r:embed="R11f80201d85f436e"/>
          <a:stretch xmlns:a="http://schemas.openxmlformats.org/drawingml/2006/main"/>
        </p:blipFill>
        <p:spPr>
          <a:xfrm xmlns:a="http://schemas.openxmlformats.org/drawingml/2006/main">
            <a:off x="609600" y="3333248"/>
            <a:ext cx="10972800" cy="591553"/>
          </a:xfrm>
          <a:prstGeom xmlns:a="http://schemas.openxmlformats.org/drawingml/2006/main" prst="rect">
            <a:avLst/>
          </a:prstGeom>
        </p:spPr>
      </p:pic>
      <p:sp>
        <p:nvSpPr>
          <p:cNvPr id="9" name="shape-61">
            <a:extLst xmlns:a="http://schemas.openxmlformats.org/drawingml/2006/main">
              <a:ext uri="{FF2B5EF4-FFF2-40B4-BE49-F238E27FC236}">
                <a16:creationId xmlns:a16="http://schemas.microsoft.com/office/drawing/2014/main" id="{A4E58444-135D-4192-B004-E8FF8761586D}"/>
              </a:ext>
            </a:extLst>
          </p:cNvPr>
          <p:cNvSpPr>
            <a:spLocks xmlns:a="http://schemas.openxmlformats.org/drawingml/2006/main" noGrp="1"/>
          </p:cNvSpPr>
          <p:nvPr/>
        </p:nvSpPr>
        <p:spPr>
          <a:xfrm xmlns:a="http://schemas.openxmlformats.org/drawingml/2006/main">
            <a:off x="609600" y="44100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3F43"/>
                </a:solidFill>
                <a:latin typeface="Atkinson Hyperlegible"/>
                <a:ea typeface="Atkinson Hyperlegible"/>
                <a:cs typeface="Atkinson Hyperlegible"/>
              </a:defRPr>
            </a:defPPr>
            <a:lvl1pPr algn="l">
              <a:defRPr sz="2025" b="0">
                <a:solidFill>
                  <a:srgbClr val="173F43"/>
                </a:solidFill>
                <a:latin typeface="Atkinson Hyperlegible"/>
                <a:ea typeface="Atkinson Hyperlegible"/>
                <a:cs typeface="Atkinson Hyperlegible"/>
              </a:defRPr>
            </a:lvl1pPr>
            <a:lvl2pPr algn="l">
              <a:defRPr sz="2025" b="0">
                <a:solidFill>
                  <a:srgbClr val="173F43"/>
                </a:solidFill>
                <a:latin typeface="Atkinson Hyperlegible"/>
                <a:ea typeface="Atkinson Hyperlegible"/>
                <a:cs typeface="Atkinson Hyperlegible"/>
              </a:defRPr>
            </a:lvl2pPr>
            <a:lvl3pPr algn="l">
              <a:defRPr sz="2025" b="0">
                <a:solidFill>
                  <a:srgbClr val="173F43"/>
                </a:solidFill>
                <a:latin typeface="Atkinson Hyperlegible"/>
                <a:ea typeface="Atkinson Hyperlegible"/>
                <a:cs typeface="Atkinson Hyperlegible"/>
              </a:defRPr>
            </a:lvl3pPr>
            <a:lvl4pPr algn="l">
              <a:defRPr sz="2025" b="0">
                <a:solidFill>
                  <a:srgbClr val="173F43"/>
                </a:solidFill>
                <a:latin typeface="Atkinson Hyperlegible"/>
                <a:ea typeface="Atkinson Hyperlegible"/>
                <a:cs typeface="Atkinson Hyperlegible"/>
              </a:defRPr>
            </a:lvl4pPr>
            <a:lvl5pPr algn="l">
              <a:defRPr sz="2025" b="0">
                <a:solidFill>
                  <a:srgbClr val="173F43"/>
                </a:solidFill>
                <a:latin typeface="Atkinson Hyperlegible"/>
                <a:ea typeface="Atkinson Hyperlegible"/>
                <a:cs typeface="Atkinson Hyperlegible"/>
              </a:defRPr>
            </a:lvl5pPr>
            <a:lvl6pPr algn="l">
              <a:defRPr sz="2025" b="0">
                <a:solidFill>
                  <a:srgbClr val="173F43"/>
                </a:solidFill>
                <a:latin typeface="Atkinson Hyperlegible"/>
                <a:ea typeface="Atkinson Hyperlegible"/>
                <a:cs typeface="Atkinson Hyperlegible"/>
              </a:defRPr>
            </a:lvl6pPr>
            <a:lvl7pPr algn="l">
              <a:defRPr sz="2025" b="0">
                <a:solidFill>
                  <a:srgbClr val="173F43"/>
                </a:solidFill>
                <a:latin typeface="Atkinson Hyperlegible"/>
                <a:ea typeface="Atkinson Hyperlegible"/>
                <a:cs typeface="Atkinson Hyperlegible"/>
              </a:defRPr>
            </a:lvl7pPr>
            <a:lvl8pPr algn="l">
              <a:defRPr sz="2025" b="0">
                <a:solidFill>
                  <a:srgbClr val="173F43"/>
                </a:solidFill>
                <a:latin typeface="Atkinson Hyperlegible"/>
                <a:ea typeface="Atkinson Hyperlegible"/>
                <a:cs typeface="Atkinson Hyperlegible"/>
              </a:defRPr>
            </a:lvl8pPr>
            <a:lvl9pPr algn="l">
              <a:defRPr sz="2025" b="0">
                <a:solidFill>
                  <a:srgbClr val="173F43"/>
                </a:solidFill>
                <a:latin typeface="Atkinson Hyperlegible"/>
                <a:ea typeface="Atkinson Hyperlegible"/>
                <a:cs typeface="Atkinson Hyperlegible"/>
              </a:defRPr>
            </a:lvl9pPr>
          </a:lstStyle>
          <a:p xmlns:a="http://schemas.openxmlformats.org/drawingml/2006/main">
            <a:pPr algn="l">
              <a:defRPr sz="2025" b="0">
                <a:solidFill>
                  <a:srgbClr val="173F43"/>
                </a:solidFill>
                <a:latin typeface="Atkinson Hyperlegible"/>
                <a:ea typeface="Atkinson Hyperlegible"/>
                <a:cs typeface="Atkinson Hyperlegible"/>
              </a:defRPr>
            </a:pPr>
            <a:r>
              <a:rPr sz="2025" b="0">
                <a:solidFill>
                  <a:srgbClr val="173F43"/>
                </a:solidFill>
                <a:latin typeface="Atkinson Hyperlegible"/>
                <a:ea typeface="Atkinson Hyperlegible"/>
                <a:cs typeface="Atkinson Hyperlegible"/>
              </a:rPr>
              <a:t>The same stored feasibility mask defines both policy probabilities.</a:t>
            </a:r>
          </a:p>
          <a:p xmlns:a="http://schemas.openxmlformats.org/drawingml/2006/main">
            <a:pPr algn="l">
              <a:defRPr sz="2025" b="0">
                <a:solidFill>
                  <a:srgbClr val="173F43"/>
                </a:solidFill>
                <a:latin typeface="Atkinson Hyperlegible"/>
                <a:ea typeface="Atkinson Hyperlegible"/>
                <a:cs typeface="Atkinson Hyperlegible"/>
              </a:defRPr>
            </a:pPr>
            <a:r>
              <a:rPr sz="2025" b="0">
                <a:solidFill>
                  <a:srgbClr val="173F43"/>
                </a:solidFill>
                <a:latin typeface="Atkinson Hyperlegible"/>
                <a:ea typeface="Atkinson Hyperlegible"/>
                <a:cs typeface="Atkinson Hyperlegible"/>
              </a:rPr>
              <a:t>Advantages normalize over the full rollout. Value targets remain fixed.</a:t>
            </a:r>
          </a:p>
        </p:txBody>
      </p:sp>
      <p:sp>
        <p:nvSpPr>
          <p:cNvPr id="10" name="shape-62">
            <a:extLst xmlns:a="http://schemas.openxmlformats.org/drawingml/2006/main">
              <a:ext uri="{FF2B5EF4-FFF2-40B4-BE49-F238E27FC236}">
                <a16:creationId xmlns:a16="http://schemas.microsoft.com/office/drawing/2014/main" id="{88A5D9D6-A646-45C6-9EB7-504C0168A3E3}"/>
              </a:ext>
            </a:extLst>
          </p:cNvPr>
          <p:cNvSpPr>
            <a:spLocks xmlns:a="http://schemas.openxmlformats.org/drawingml/2006/main" noGrp="1"/>
          </p:cNvSpPr>
          <p:nvPr/>
        </p:nvSpPr>
        <p:spPr>
          <a:xfrm xmlns:a="http://schemas.openxmlformats.org/drawingml/2006/main">
            <a:off x="609600" y="54102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787A"/>
                </a:solidFill>
                <a:latin typeface="Atkinson Hyperlegible"/>
                <a:ea typeface="Atkinson Hyperlegible"/>
                <a:cs typeface="Atkinson Hyperlegible"/>
              </a:defRPr>
            </a:defPPr>
            <a:lvl1pPr algn="l">
              <a:defRPr sz="1800" b="0">
                <a:solidFill>
                  <a:srgbClr val="58787A"/>
                </a:solidFill>
                <a:latin typeface="Atkinson Hyperlegible"/>
                <a:ea typeface="Atkinson Hyperlegible"/>
                <a:cs typeface="Atkinson Hyperlegible"/>
              </a:defRPr>
            </a:lvl1pPr>
            <a:lvl2pPr algn="l">
              <a:defRPr sz="1800" b="0">
                <a:solidFill>
                  <a:srgbClr val="58787A"/>
                </a:solidFill>
                <a:latin typeface="Atkinson Hyperlegible"/>
                <a:ea typeface="Atkinson Hyperlegible"/>
                <a:cs typeface="Atkinson Hyperlegible"/>
              </a:defRPr>
            </a:lvl2pPr>
            <a:lvl3pPr algn="l">
              <a:defRPr sz="1800" b="0">
                <a:solidFill>
                  <a:srgbClr val="58787A"/>
                </a:solidFill>
                <a:latin typeface="Atkinson Hyperlegible"/>
                <a:ea typeface="Atkinson Hyperlegible"/>
                <a:cs typeface="Atkinson Hyperlegible"/>
              </a:defRPr>
            </a:lvl3pPr>
            <a:lvl4pPr algn="l">
              <a:defRPr sz="1800" b="0">
                <a:solidFill>
                  <a:srgbClr val="58787A"/>
                </a:solidFill>
                <a:latin typeface="Atkinson Hyperlegible"/>
                <a:ea typeface="Atkinson Hyperlegible"/>
                <a:cs typeface="Atkinson Hyperlegible"/>
              </a:defRPr>
            </a:lvl4pPr>
            <a:lvl5pPr algn="l">
              <a:defRPr sz="1800" b="0">
                <a:solidFill>
                  <a:srgbClr val="58787A"/>
                </a:solidFill>
                <a:latin typeface="Atkinson Hyperlegible"/>
                <a:ea typeface="Atkinson Hyperlegible"/>
                <a:cs typeface="Atkinson Hyperlegible"/>
              </a:defRPr>
            </a:lvl5pPr>
            <a:lvl6pPr algn="l">
              <a:defRPr sz="1800" b="0">
                <a:solidFill>
                  <a:srgbClr val="58787A"/>
                </a:solidFill>
                <a:latin typeface="Atkinson Hyperlegible"/>
                <a:ea typeface="Atkinson Hyperlegible"/>
                <a:cs typeface="Atkinson Hyperlegible"/>
              </a:defRPr>
            </a:lvl6pPr>
            <a:lvl7pPr algn="l">
              <a:defRPr sz="1800" b="0">
                <a:solidFill>
                  <a:srgbClr val="58787A"/>
                </a:solidFill>
                <a:latin typeface="Atkinson Hyperlegible"/>
                <a:ea typeface="Atkinson Hyperlegible"/>
                <a:cs typeface="Atkinson Hyperlegible"/>
              </a:defRPr>
            </a:lvl7pPr>
            <a:lvl8pPr algn="l">
              <a:defRPr sz="1800" b="0">
                <a:solidFill>
                  <a:srgbClr val="58787A"/>
                </a:solidFill>
                <a:latin typeface="Atkinson Hyperlegible"/>
                <a:ea typeface="Atkinson Hyperlegible"/>
                <a:cs typeface="Atkinson Hyperlegible"/>
              </a:defRPr>
            </a:lvl8pPr>
            <a:lvl9pPr algn="l">
              <a:defRPr sz="1800" b="0">
                <a:solidFill>
                  <a:srgbClr val="58787A"/>
                </a:solidFill>
                <a:latin typeface="Atkinson Hyperlegible"/>
                <a:ea typeface="Atkinson Hyperlegible"/>
                <a:cs typeface="Atkinson Hyperlegible"/>
              </a:defRPr>
            </a:lvl9pPr>
          </a:lstStyle>
          <a:p xmlns:a="http://schemas.openxmlformats.org/drawingml/2006/main">
            <a:pPr algn="l">
              <a:defRPr sz="1800" b="0">
                <a:solidFill>
                  <a:srgbClr val="58787A"/>
                </a:solidFill>
                <a:latin typeface="Atkinson Hyperlegible"/>
                <a:ea typeface="Atkinson Hyperlegible"/>
                <a:cs typeface="Atkinson Hyperlegible"/>
              </a:defRPr>
            </a:pPr>
            <a:r>
              <a:rPr sz="1800" b="0">
                <a:solidFill>
                  <a:srgbClr val="58787A"/>
                </a:solidFill>
                <a:latin typeface="Atkinson Hyperlegible"/>
                <a:ea typeface="Atkinson Hyperlegible"/>
                <a:cs typeface="Atkinson Hyperlegible"/>
              </a:rPr>
              <a:t>γ = 1.0, GAE λ = 0.95, zero terminal value. The critic term is exactly 0.25 MSE. Entropy coefficient decreases from 0.01 to 0.001.</a:t>
            </a:r>
          </a:p>
        </p:txBody>
      </p:sp>
    </p:spTree>
    <p:extLst>
      <p:ext uri="{BB962C8B-B14F-4D97-AF65-F5344CB8AC3E}">
        <p14:creationId xmlns:p14="http://schemas.microsoft.com/office/powerpoint/2010/main" val="1333963903"/>
      </p:ext>
    </p:extLst>
  </p:cSld>
</p:sld>
</file>

<file path=ppt/slides/slide8.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9" name="shape-63">
            <a:extLst xmlns:a="http://schemas.openxmlformats.org/drawingml/2006/main">
              <a:ext uri="{FF2B5EF4-FFF2-40B4-BE49-F238E27FC236}">
                <a16:creationId xmlns:a16="http://schemas.microsoft.com/office/drawing/2014/main" id="{9E43D902-2212-4139-8BE3-C94ED8D4E722}"/>
              </a:ext>
            </a:extLst>
          </p:cNvPr>
          <p:cNvSpPr>
            <a:spLocks xmlns:a="http://schemas.openxmlformats.org/drawingml/2006/main" noGrp="1"/>
          </p:cNvSpPr>
          <p:nvPr/>
        </p:nvSpPr>
        <p:spPr>
          <a:xfrm xmlns:a="http://schemas.openxmlformats.org/drawingml/2006/main">
            <a:off x="609600" y="266700"/>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37B73"/>
                </a:solidFill>
                <a:latin typeface="Atkinson Hyperlegible"/>
                <a:ea typeface="Atkinson Hyperlegible"/>
                <a:cs typeface="Atkinson Hyperlegible"/>
              </a:defRPr>
            </a:defPPr>
            <a:lvl1pPr algn="l">
              <a:defRPr sz="1350" b="1">
                <a:solidFill>
                  <a:srgbClr val="137B73"/>
                </a:solidFill>
                <a:latin typeface="Atkinson Hyperlegible"/>
                <a:ea typeface="Atkinson Hyperlegible"/>
                <a:cs typeface="Atkinson Hyperlegible"/>
              </a:defRPr>
            </a:lvl1pPr>
            <a:lvl2pPr algn="l">
              <a:defRPr sz="1350" b="1">
                <a:solidFill>
                  <a:srgbClr val="137B73"/>
                </a:solidFill>
                <a:latin typeface="Atkinson Hyperlegible"/>
                <a:ea typeface="Atkinson Hyperlegible"/>
                <a:cs typeface="Atkinson Hyperlegible"/>
              </a:defRPr>
            </a:lvl2pPr>
            <a:lvl3pPr algn="l">
              <a:defRPr sz="1350" b="1">
                <a:solidFill>
                  <a:srgbClr val="137B73"/>
                </a:solidFill>
                <a:latin typeface="Atkinson Hyperlegible"/>
                <a:ea typeface="Atkinson Hyperlegible"/>
                <a:cs typeface="Atkinson Hyperlegible"/>
              </a:defRPr>
            </a:lvl3pPr>
            <a:lvl4pPr algn="l">
              <a:defRPr sz="1350" b="1">
                <a:solidFill>
                  <a:srgbClr val="137B73"/>
                </a:solidFill>
                <a:latin typeface="Atkinson Hyperlegible"/>
                <a:ea typeface="Atkinson Hyperlegible"/>
                <a:cs typeface="Atkinson Hyperlegible"/>
              </a:defRPr>
            </a:lvl4pPr>
            <a:lvl5pPr algn="l">
              <a:defRPr sz="1350" b="1">
                <a:solidFill>
                  <a:srgbClr val="137B73"/>
                </a:solidFill>
                <a:latin typeface="Atkinson Hyperlegible"/>
                <a:ea typeface="Atkinson Hyperlegible"/>
                <a:cs typeface="Atkinson Hyperlegible"/>
              </a:defRPr>
            </a:lvl5pPr>
            <a:lvl6pPr algn="l">
              <a:defRPr sz="1350" b="1">
                <a:solidFill>
                  <a:srgbClr val="137B73"/>
                </a:solidFill>
                <a:latin typeface="Atkinson Hyperlegible"/>
                <a:ea typeface="Atkinson Hyperlegible"/>
                <a:cs typeface="Atkinson Hyperlegible"/>
              </a:defRPr>
            </a:lvl6pPr>
            <a:lvl7pPr algn="l">
              <a:defRPr sz="1350" b="1">
                <a:solidFill>
                  <a:srgbClr val="137B73"/>
                </a:solidFill>
                <a:latin typeface="Atkinson Hyperlegible"/>
                <a:ea typeface="Atkinson Hyperlegible"/>
                <a:cs typeface="Atkinson Hyperlegible"/>
              </a:defRPr>
            </a:lvl7pPr>
            <a:lvl8pPr algn="l">
              <a:defRPr sz="1350" b="1">
                <a:solidFill>
                  <a:srgbClr val="137B73"/>
                </a:solidFill>
                <a:latin typeface="Atkinson Hyperlegible"/>
                <a:ea typeface="Atkinson Hyperlegible"/>
                <a:cs typeface="Atkinson Hyperlegible"/>
              </a:defRPr>
            </a:lvl8pPr>
            <a:lvl9pPr algn="l">
              <a:defRPr sz="1350" b="1">
                <a:solidFill>
                  <a:srgbClr val="137B73"/>
                </a:solidFill>
                <a:latin typeface="Atkinson Hyperlegible"/>
                <a:ea typeface="Atkinson Hyperlegible"/>
                <a:cs typeface="Atkinson Hyperlegible"/>
              </a:defRPr>
            </a:lvl9pPr>
          </a:lstStyle>
          <a:p xmlns:a="http://schemas.openxmlformats.org/drawingml/2006/main">
            <a:pPr algn="l">
              <a:defRPr sz="1350" b="1">
                <a:solidFill>
                  <a:srgbClr val="137B73"/>
                </a:solidFill>
                <a:latin typeface="Atkinson Hyperlegible"/>
                <a:ea typeface="Atkinson Hyperlegible"/>
                <a:cs typeface="Atkinson Hyperlegible"/>
              </a:defRPr>
            </a:pPr>
            <a:r>
              <a:rPr sz="1350" b="1">
                <a:solidFill>
                  <a:srgbClr val="137B73"/>
                </a:solidFill>
                <a:latin typeface="Atkinson Hyperlegible"/>
                <a:ea typeface="Atkinson Hyperlegible"/>
                <a:cs typeface="Atkinson Hyperlegible"/>
              </a:rPr>
              <a:t>GridGuard Khartoum</a:t>
            </a:r>
          </a:p>
        </p:txBody>
      </p:sp>
      <p:sp>
        <p:nvSpPr>
          <p:cNvPr id="2" name="shape-64">
            <a:extLst xmlns:a="http://schemas.openxmlformats.org/drawingml/2006/main">
              <a:ext uri="{FF2B5EF4-FFF2-40B4-BE49-F238E27FC236}">
                <a16:creationId xmlns:a16="http://schemas.microsoft.com/office/drawing/2014/main" id="{B5499A2A-3DB7-4F2A-AAD2-C682AC9D1E4C}"/>
              </a:ext>
            </a:extLst>
          </p:cNvPr>
          <p:cNvSpPr>
            <a:spLocks xmlns:a="http://schemas.openxmlformats.org/drawingml/2006/main" noGrp="1"/>
          </p:cNvSpPr>
          <p:nvPr/>
        </p:nvSpPr>
        <p:spPr>
          <a:xfrm xmlns:a="http://schemas.openxmlformats.org/drawingml/2006/main">
            <a:off x="609600" y="7334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F43"/>
                </a:solidFill>
                <a:latin typeface="Atkinson Hyperlegible"/>
                <a:ea typeface="Atkinson Hyperlegible"/>
                <a:cs typeface="Atkinson Hyperlegible"/>
              </a:defRPr>
            </a:defPPr>
            <a:lvl1pPr algn="l">
              <a:defRPr sz="3150" b="1">
                <a:solidFill>
                  <a:srgbClr val="173F43"/>
                </a:solidFill>
                <a:latin typeface="Atkinson Hyperlegible"/>
                <a:ea typeface="Atkinson Hyperlegible"/>
                <a:cs typeface="Atkinson Hyperlegible"/>
              </a:defRPr>
            </a:lvl1pPr>
            <a:lvl2pPr algn="l">
              <a:defRPr sz="3150" b="1">
                <a:solidFill>
                  <a:srgbClr val="173F43"/>
                </a:solidFill>
                <a:latin typeface="Atkinson Hyperlegible"/>
                <a:ea typeface="Atkinson Hyperlegible"/>
                <a:cs typeface="Atkinson Hyperlegible"/>
              </a:defRPr>
            </a:lvl2pPr>
            <a:lvl3pPr algn="l">
              <a:defRPr sz="3150" b="1">
                <a:solidFill>
                  <a:srgbClr val="173F43"/>
                </a:solidFill>
                <a:latin typeface="Atkinson Hyperlegible"/>
                <a:ea typeface="Atkinson Hyperlegible"/>
                <a:cs typeface="Atkinson Hyperlegible"/>
              </a:defRPr>
            </a:lvl3pPr>
            <a:lvl4pPr algn="l">
              <a:defRPr sz="3150" b="1">
                <a:solidFill>
                  <a:srgbClr val="173F43"/>
                </a:solidFill>
                <a:latin typeface="Atkinson Hyperlegible"/>
                <a:ea typeface="Atkinson Hyperlegible"/>
                <a:cs typeface="Atkinson Hyperlegible"/>
              </a:defRPr>
            </a:lvl4pPr>
            <a:lvl5pPr algn="l">
              <a:defRPr sz="3150" b="1">
                <a:solidFill>
                  <a:srgbClr val="173F43"/>
                </a:solidFill>
                <a:latin typeface="Atkinson Hyperlegible"/>
                <a:ea typeface="Atkinson Hyperlegible"/>
                <a:cs typeface="Atkinson Hyperlegible"/>
              </a:defRPr>
            </a:lvl5pPr>
            <a:lvl6pPr algn="l">
              <a:defRPr sz="3150" b="1">
                <a:solidFill>
                  <a:srgbClr val="173F43"/>
                </a:solidFill>
                <a:latin typeface="Atkinson Hyperlegible"/>
                <a:ea typeface="Atkinson Hyperlegible"/>
                <a:cs typeface="Atkinson Hyperlegible"/>
              </a:defRPr>
            </a:lvl6pPr>
            <a:lvl7pPr algn="l">
              <a:defRPr sz="3150" b="1">
                <a:solidFill>
                  <a:srgbClr val="173F43"/>
                </a:solidFill>
                <a:latin typeface="Atkinson Hyperlegible"/>
                <a:ea typeface="Atkinson Hyperlegible"/>
                <a:cs typeface="Atkinson Hyperlegible"/>
              </a:defRPr>
            </a:lvl7pPr>
            <a:lvl8pPr algn="l">
              <a:defRPr sz="3150" b="1">
                <a:solidFill>
                  <a:srgbClr val="173F43"/>
                </a:solidFill>
                <a:latin typeface="Atkinson Hyperlegible"/>
                <a:ea typeface="Atkinson Hyperlegible"/>
                <a:cs typeface="Atkinson Hyperlegible"/>
              </a:defRPr>
            </a:lvl8pPr>
            <a:lvl9pPr algn="l">
              <a:defRPr sz="3150" b="1">
                <a:solidFill>
                  <a:srgbClr val="173F43"/>
                </a:solidFill>
                <a:latin typeface="Atkinson Hyperlegible"/>
                <a:ea typeface="Atkinson Hyperlegible"/>
                <a:cs typeface="Atkinson Hyperlegible"/>
              </a:defRPr>
            </a:lvl9pPr>
          </a:lstStyle>
          <a:p xmlns:a="http://schemas.openxmlformats.org/drawingml/2006/main">
            <a:pPr algn="l">
              <a:defRPr sz="3150" b="1">
                <a:solidFill>
                  <a:srgbClr val="173F43"/>
                </a:solidFill>
                <a:latin typeface="Atkinson Hyperlegible"/>
                <a:ea typeface="Atkinson Hyperlegible"/>
                <a:cs typeface="Atkinson Hyperlegible"/>
              </a:defRPr>
            </a:pPr>
            <a:r>
              <a:rPr sz="3150" b="1">
                <a:solidFill>
                  <a:srgbClr val="173F43"/>
                </a:solidFill>
                <a:latin typeface="Atkinson Hyperlegible"/>
                <a:ea typeface="Atkinson Hyperlegible"/>
                <a:cs typeface="Atkinson Hyperlegible"/>
              </a:rPr>
              <a:t>Five independent runs and frozen selection</a:t>
            </a:r>
          </a:p>
        </p:txBody>
      </p:sp>
      <p:sp>
        <p:nvSpPr>
          <p:cNvPr id="3" name="shape-65">
            <a:extLst xmlns:a="http://schemas.openxmlformats.org/drawingml/2006/main">
              <a:ext uri="{FF2B5EF4-FFF2-40B4-BE49-F238E27FC236}">
                <a16:creationId xmlns:a16="http://schemas.microsoft.com/office/drawing/2014/main" id="{9E791FF0-18FE-4E8F-930C-E1DDE5DC6F55}"/>
              </a:ext>
            </a:extLst>
          </p:cNvPr>
          <p:cNvSpPr>
            <a:spLocks xmlns:a="http://schemas.openxmlformats.org/drawingml/2006/main" noGrp="1"/>
          </p:cNvSpPr>
          <p:nvPr/>
        </p:nvSpPr>
        <p:spPr>
          <a:xfrm xmlns:a="http://schemas.openxmlformats.org/drawingml/2006/main">
            <a:off x="609600" y="136207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787A"/>
                </a:solidFill>
                <a:latin typeface="Atkinson Hyperlegible"/>
                <a:ea typeface="Atkinson Hyperlegible"/>
                <a:cs typeface="Atkinson Hyperlegible"/>
              </a:defRPr>
            </a:defPPr>
            <a:lvl1pPr algn="l">
              <a:defRPr sz="1725" b="0">
                <a:solidFill>
                  <a:srgbClr val="58787A"/>
                </a:solidFill>
                <a:latin typeface="Atkinson Hyperlegible"/>
                <a:ea typeface="Atkinson Hyperlegible"/>
                <a:cs typeface="Atkinson Hyperlegible"/>
              </a:defRPr>
            </a:lvl1pPr>
            <a:lvl2pPr algn="l">
              <a:defRPr sz="1725" b="0">
                <a:solidFill>
                  <a:srgbClr val="58787A"/>
                </a:solidFill>
                <a:latin typeface="Atkinson Hyperlegible"/>
                <a:ea typeface="Atkinson Hyperlegible"/>
                <a:cs typeface="Atkinson Hyperlegible"/>
              </a:defRPr>
            </a:lvl2pPr>
            <a:lvl3pPr algn="l">
              <a:defRPr sz="1725" b="0">
                <a:solidFill>
                  <a:srgbClr val="58787A"/>
                </a:solidFill>
                <a:latin typeface="Atkinson Hyperlegible"/>
                <a:ea typeface="Atkinson Hyperlegible"/>
                <a:cs typeface="Atkinson Hyperlegible"/>
              </a:defRPr>
            </a:lvl3pPr>
            <a:lvl4pPr algn="l">
              <a:defRPr sz="1725" b="0">
                <a:solidFill>
                  <a:srgbClr val="58787A"/>
                </a:solidFill>
                <a:latin typeface="Atkinson Hyperlegible"/>
                <a:ea typeface="Atkinson Hyperlegible"/>
                <a:cs typeface="Atkinson Hyperlegible"/>
              </a:defRPr>
            </a:lvl4pPr>
            <a:lvl5pPr algn="l">
              <a:defRPr sz="1725" b="0">
                <a:solidFill>
                  <a:srgbClr val="58787A"/>
                </a:solidFill>
                <a:latin typeface="Atkinson Hyperlegible"/>
                <a:ea typeface="Atkinson Hyperlegible"/>
                <a:cs typeface="Atkinson Hyperlegible"/>
              </a:defRPr>
            </a:lvl5pPr>
            <a:lvl6pPr algn="l">
              <a:defRPr sz="1725" b="0">
                <a:solidFill>
                  <a:srgbClr val="58787A"/>
                </a:solidFill>
                <a:latin typeface="Atkinson Hyperlegible"/>
                <a:ea typeface="Atkinson Hyperlegible"/>
                <a:cs typeface="Atkinson Hyperlegible"/>
              </a:defRPr>
            </a:lvl6pPr>
            <a:lvl7pPr algn="l">
              <a:defRPr sz="1725" b="0">
                <a:solidFill>
                  <a:srgbClr val="58787A"/>
                </a:solidFill>
                <a:latin typeface="Atkinson Hyperlegible"/>
                <a:ea typeface="Atkinson Hyperlegible"/>
                <a:cs typeface="Atkinson Hyperlegible"/>
              </a:defRPr>
            </a:lvl7pPr>
            <a:lvl8pPr algn="l">
              <a:defRPr sz="1725" b="0">
                <a:solidFill>
                  <a:srgbClr val="58787A"/>
                </a:solidFill>
                <a:latin typeface="Atkinson Hyperlegible"/>
                <a:ea typeface="Atkinson Hyperlegible"/>
                <a:cs typeface="Atkinson Hyperlegible"/>
              </a:defRPr>
            </a:lvl8pPr>
            <a:lvl9pPr algn="l">
              <a:defRPr sz="1725" b="0">
                <a:solidFill>
                  <a:srgbClr val="58787A"/>
                </a:solidFill>
                <a:latin typeface="Atkinson Hyperlegible"/>
                <a:ea typeface="Atkinson Hyperlegible"/>
                <a:cs typeface="Atkinson Hyperlegible"/>
              </a:defRPr>
            </a:lvl9pPr>
          </a:lstStyle>
          <a:p xmlns:a="http://schemas.openxmlformats.org/drawingml/2006/main">
            <a:pPr algn="l">
              <a:defRPr sz="1725" b="0">
                <a:solidFill>
                  <a:srgbClr val="58787A"/>
                </a:solidFill>
                <a:latin typeface="Atkinson Hyperlegible"/>
                <a:ea typeface="Atkinson Hyperlegible"/>
                <a:cs typeface="Atkinson Hyperlegible"/>
              </a:defRPr>
            </a:pPr>
            <a:r>
              <a:rPr sz="1725" b="0">
                <a:solidFill>
                  <a:srgbClr val="58787A"/>
                </a:solidFill>
                <a:latin typeface="Atkinson Hyperlegible"/>
                <a:ea typeface="Atkinson Hyperlegible"/>
                <a:cs typeface="Atkinson Hyperlegible"/>
              </a:rPr>
              <a:t>Fresh initialization, disjoint training streams and a fixed training budget</a:t>
            </a:r>
          </a:p>
        </p:txBody>
      </p:sp>
      <p:sp>
        <p:nvSpPr>
          <p:cNvPr id="4" name="shape-66">
            <a:extLst xmlns:a="http://schemas.openxmlformats.org/drawingml/2006/main">
              <a:ext uri="{FF2B5EF4-FFF2-40B4-BE49-F238E27FC236}">
                <a16:creationId xmlns:a16="http://schemas.microsoft.com/office/drawing/2014/main" id="{CABAA4C9-02F0-4F17-961D-55A844DBA531}"/>
              </a:ext>
            </a:extLst>
          </p:cNvPr>
          <p:cNvSpPr>
            <a:spLocks xmlns:a="http://schemas.openxmlformats.org/drawingml/2006/main" noGrp="1"/>
          </p:cNvSpPr>
          <p:nvPr/>
        </p:nvSpPr>
        <p:spPr>
          <a:xfrm xmlns:a="http://schemas.openxmlformats.org/drawingml/2006/main">
            <a:off x="609600" y="6448425"/>
            <a:ext cx="10972800" cy="9525"/>
          </a:xfrm>
          <a:prstGeom xmlns:a="http://schemas.openxmlformats.org/drawingml/2006/main" prst="rect">
            <a:avLst/>
          </a:prstGeom>
          <a:solidFill xmlns:a="http://schemas.openxmlformats.org/drawingml/2006/main">
            <a:srgbClr val="D8E5DF"/>
          </a:solidFill>
          <a:ln xmlns:a="http://schemas.openxmlformats.org/drawingml/2006/main" w="0">
            <a:noFill/>
          </a:ln>
        </p:spPr>
      </p:sp>
      <p:sp>
        <p:nvSpPr>
          <p:cNvPr id="5" name="shape-67">
            <a:extLst xmlns:a="http://schemas.openxmlformats.org/drawingml/2006/main">
              <a:ext uri="{FF2B5EF4-FFF2-40B4-BE49-F238E27FC236}">
                <a16:creationId xmlns:a16="http://schemas.microsoft.com/office/drawing/2014/main" id="{35154277-49FA-4B46-868C-CF928B7D6EE8}"/>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8787A"/>
                </a:solidFill>
                <a:latin typeface="Atkinson Hyperlegible"/>
                <a:ea typeface="Atkinson Hyperlegible"/>
                <a:cs typeface="Atkinson Hyperlegible"/>
              </a:defRPr>
            </a:defPPr>
            <a:lvl1pPr algn="l">
              <a:defRPr sz="1050" b="0">
                <a:solidFill>
                  <a:srgbClr val="58787A"/>
                </a:solidFill>
                <a:latin typeface="Atkinson Hyperlegible"/>
                <a:ea typeface="Atkinson Hyperlegible"/>
                <a:cs typeface="Atkinson Hyperlegible"/>
              </a:defRPr>
            </a:lvl1pPr>
            <a:lvl2pPr algn="l">
              <a:defRPr sz="1050" b="0">
                <a:solidFill>
                  <a:srgbClr val="58787A"/>
                </a:solidFill>
                <a:latin typeface="Atkinson Hyperlegible"/>
                <a:ea typeface="Atkinson Hyperlegible"/>
                <a:cs typeface="Atkinson Hyperlegible"/>
              </a:defRPr>
            </a:lvl2pPr>
            <a:lvl3pPr algn="l">
              <a:defRPr sz="1050" b="0">
                <a:solidFill>
                  <a:srgbClr val="58787A"/>
                </a:solidFill>
                <a:latin typeface="Atkinson Hyperlegible"/>
                <a:ea typeface="Atkinson Hyperlegible"/>
                <a:cs typeface="Atkinson Hyperlegible"/>
              </a:defRPr>
            </a:lvl3pPr>
            <a:lvl4pPr algn="l">
              <a:defRPr sz="1050" b="0">
                <a:solidFill>
                  <a:srgbClr val="58787A"/>
                </a:solidFill>
                <a:latin typeface="Atkinson Hyperlegible"/>
                <a:ea typeface="Atkinson Hyperlegible"/>
                <a:cs typeface="Atkinson Hyperlegible"/>
              </a:defRPr>
            </a:lvl4pPr>
            <a:lvl5pPr algn="l">
              <a:defRPr sz="1050" b="0">
                <a:solidFill>
                  <a:srgbClr val="58787A"/>
                </a:solidFill>
                <a:latin typeface="Atkinson Hyperlegible"/>
                <a:ea typeface="Atkinson Hyperlegible"/>
                <a:cs typeface="Atkinson Hyperlegible"/>
              </a:defRPr>
            </a:lvl5pPr>
            <a:lvl6pPr algn="l">
              <a:defRPr sz="1050" b="0">
                <a:solidFill>
                  <a:srgbClr val="58787A"/>
                </a:solidFill>
                <a:latin typeface="Atkinson Hyperlegible"/>
                <a:ea typeface="Atkinson Hyperlegible"/>
                <a:cs typeface="Atkinson Hyperlegible"/>
              </a:defRPr>
            </a:lvl6pPr>
            <a:lvl7pPr algn="l">
              <a:defRPr sz="1050" b="0">
                <a:solidFill>
                  <a:srgbClr val="58787A"/>
                </a:solidFill>
                <a:latin typeface="Atkinson Hyperlegible"/>
                <a:ea typeface="Atkinson Hyperlegible"/>
                <a:cs typeface="Atkinson Hyperlegible"/>
              </a:defRPr>
            </a:lvl7pPr>
            <a:lvl8pPr algn="l">
              <a:defRPr sz="1050" b="0">
                <a:solidFill>
                  <a:srgbClr val="58787A"/>
                </a:solidFill>
                <a:latin typeface="Atkinson Hyperlegible"/>
                <a:ea typeface="Atkinson Hyperlegible"/>
                <a:cs typeface="Atkinson Hyperlegible"/>
              </a:defRPr>
            </a:lvl8pPr>
            <a:lvl9pPr algn="l">
              <a:defRPr sz="1050" b="0">
                <a:solidFill>
                  <a:srgbClr val="58787A"/>
                </a:solidFill>
                <a:latin typeface="Atkinson Hyperlegible"/>
                <a:ea typeface="Atkinson Hyperlegible"/>
                <a:cs typeface="Atkinson Hyperlegible"/>
              </a:defRPr>
            </a:lvl9pPr>
          </a:lstStyle>
          <a:p xmlns:a="http://schemas.openxmlformats.org/drawingml/2006/main">
            <a:pPr algn="l">
              <a:defRPr sz="1050" b="0">
                <a:solidFill>
                  <a:srgbClr val="58787A"/>
                </a:solidFill>
                <a:latin typeface="Atkinson Hyperlegible"/>
                <a:ea typeface="Atkinson Hyperlegible"/>
                <a:cs typeface="Atkinson Hyperlegible"/>
              </a:defRPr>
            </a:pPr>
            <a:r>
              <a:rPr sz="1050" b="0">
                <a:solidFill>
                  <a:srgbClr val="58787A"/>
                </a:solidFill>
                <a:latin typeface="Atkinson Hyperlegible"/>
                <a:ea typeface="Atkinson Hyperlegible"/>
                <a:cs typeface="Atkinson Hyperlegible"/>
              </a:rPr>
              <a:t>Synthetic scenarios. Decision support only.</a:t>
            </a:r>
          </a:p>
        </p:txBody>
      </p:sp>
      <p:sp>
        <p:nvSpPr>
          <p:cNvPr id="6" name="shape-68">
            <a:extLst xmlns:a="http://schemas.openxmlformats.org/drawingml/2006/main">
              <a:ext uri="{FF2B5EF4-FFF2-40B4-BE49-F238E27FC236}">
                <a16:creationId xmlns:a16="http://schemas.microsoft.com/office/drawing/2014/main" id="{24533476-360C-4AEC-A663-B5CD1634C9B4}"/>
              </a:ext>
            </a:extLst>
          </p:cNvPr>
          <p:cNvSpPr>
            <a:spLocks xmlns:a="http://schemas.openxmlformats.org/drawingml/2006/main" noGrp="1"/>
          </p:cNvSpPr>
          <p:nvPr/>
        </p:nvSpPr>
        <p:spPr>
          <a:xfrm xmlns:a="http://schemas.openxmlformats.org/drawingml/2006/main">
            <a:off x="11001375" y="6515100"/>
            <a:ext cx="581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137B73"/>
                </a:solidFill>
                <a:latin typeface="Atkinson Hyperlegible"/>
                <a:ea typeface="Atkinson Hyperlegible"/>
                <a:cs typeface="Atkinson Hyperlegible"/>
              </a:defRPr>
            </a:defPPr>
            <a:lvl1pPr algn="r">
              <a:defRPr sz="1275" b="0">
                <a:solidFill>
                  <a:srgbClr val="137B73"/>
                </a:solidFill>
                <a:latin typeface="Atkinson Hyperlegible"/>
                <a:ea typeface="Atkinson Hyperlegible"/>
                <a:cs typeface="Atkinson Hyperlegible"/>
              </a:defRPr>
            </a:lvl1pPr>
            <a:lvl2pPr algn="r">
              <a:defRPr sz="1275" b="0">
                <a:solidFill>
                  <a:srgbClr val="137B73"/>
                </a:solidFill>
                <a:latin typeface="Atkinson Hyperlegible"/>
                <a:ea typeface="Atkinson Hyperlegible"/>
                <a:cs typeface="Atkinson Hyperlegible"/>
              </a:defRPr>
            </a:lvl2pPr>
            <a:lvl3pPr algn="r">
              <a:defRPr sz="1275" b="0">
                <a:solidFill>
                  <a:srgbClr val="137B73"/>
                </a:solidFill>
                <a:latin typeface="Atkinson Hyperlegible"/>
                <a:ea typeface="Atkinson Hyperlegible"/>
                <a:cs typeface="Atkinson Hyperlegible"/>
              </a:defRPr>
            </a:lvl3pPr>
            <a:lvl4pPr algn="r">
              <a:defRPr sz="1275" b="0">
                <a:solidFill>
                  <a:srgbClr val="137B73"/>
                </a:solidFill>
                <a:latin typeface="Atkinson Hyperlegible"/>
                <a:ea typeface="Atkinson Hyperlegible"/>
                <a:cs typeface="Atkinson Hyperlegible"/>
              </a:defRPr>
            </a:lvl4pPr>
            <a:lvl5pPr algn="r">
              <a:defRPr sz="1275" b="0">
                <a:solidFill>
                  <a:srgbClr val="137B73"/>
                </a:solidFill>
                <a:latin typeface="Atkinson Hyperlegible"/>
                <a:ea typeface="Atkinson Hyperlegible"/>
                <a:cs typeface="Atkinson Hyperlegible"/>
              </a:defRPr>
            </a:lvl5pPr>
            <a:lvl6pPr algn="r">
              <a:defRPr sz="1275" b="0">
                <a:solidFill>
                  <a:srgbClr val="137B73"/>
                </a:solidFill>
                <a:latin typeface="Atkinson Hyperlegible"/>
                <a:ea typeface="Atkinson Hyperlegible"/>
                <a:cs typeface="Atkinson Hyperlegible"/>
              </a:defRPr>
            </a:lvl6pPr>
            <a:lvl7pPr algn="r">
              <a:defRPr sz="1275" b="0">
                <a:solidFill>
                  <a:srgbClr val="137B73"/>
                </a:solidFill>
                <a:latin typeface="Atkinson Hyperlegible"/>
                <a:ea typeface="Atkinson Hyperlegible"/>
                <a:cs typeface="Atkinson Hyperlegible"/>
              </a:defRPr>
            </a:lvl7pPr>
            <a:lvl8pPr algn="r">
              <a:defRPr sz="1275" b="0">
                <a:solidFill>
                  <a:srgbClr val="137B73"/>
                </a:solidFill>
                <a:latin typeface="Atkinson Hyperlegible"/>
                <a:ea typeface="Atkinson Hyperlegible"/>
                <a:cs typeface="Atkinson Hyperlegible"/>
              </a:defRPr>
            </a:lvl8pPr>
            <a:lvl9pPr algn="r">
              <a:defRPr sz="1275" b="0">
                <a:solidFill>
                  <a:srgbClr val="137B73"/>
                </a:solidFill>
                <a:latin typeface="Atkinson Hyperlegible"/>
                <a:ea typeface="Atkinson Hyperlegible"/>
                <a:cs typeface="Atkinson Hyperlegible"/>
              </a:defRPr>
            </a:lvl9pPr>
          </a:lstStyle>
          <a:p xmlns:a="http://schemas.openxmlformats.org/drawingml/2006/main">
            <a:pPr algn="r">
              <a:defRPr sz="1275" b="0">
                <a:solidFill>
                  <a:srgbClr val="137B73"/>
                </a:solidFill>
                <a:latin typeface="Atkinson Hyperlegible"/>
                <a:ea typeface="Atkinson Hyperlegible"/>
                <a:cs typeface="Atkinson Hyperlegible"/>
              </a:defRPr>
            </a:pPr>
            <a:r>
              <a:rPr sz="1275" b="0">
                <a:solidFill>
                  <a:srgbClr val="137B73"/>
                </a:solidFill>
                <a:latin typeface="Atkinson Hyperlegible"/>
                <a:ea typeface="Atkinson Hyperlegible"/>
                <a:cs typeface="Atkinson Hyperlegible"/>
              </a:rPr>
              <a:t>08</a:t>
            </a:r>
          </a:p>
        </p:txBody>
      </p:sp>
      <p:graphicFrame>
        <p:nvGraphicFramePr>
          <p:cNvPr id="7" name="">
            <a:extLst xmlns:a="http://schemas.openxmlformats.org/drawingml/2006/main">
              <a:ext uri="{FF2B5EF4-FFF2-40B4-BE49-F238E27FC236}">
                <a16:creationId xmlns:a16="http://schemas.microsoft.com/office/drawing/2014/main" id="{F3ECFE28-D97F-4B56-BDDD-75FB6380AFE7}"/>
              </a:ext>
            </a:extLst>
          </p:cNvPr>
          <p:cNvGraphicFramePr/>
          <p:nvPr/>
        </p:nvGraphicFramePr>
        <p:xfrm>
          <a:off xmlns:a="http://schemas.openxmlformats.org/drawingml/2006/main" x="609600" y="2028825"/>
          <a:ext xmlns:a="http://schemas.openxmlformats.org/drawingml/2006/main" cx="10972800" cy="2952750"/>
        </p:xfrm>
        <a:graphic xmlns:a="http://schemas.openxmlformats.org/drawingml/2006/main">
          <a:graphicData uri="http://schemas.openxmlformats.org/drawingml/2006/table">
            <a:tbl>
              <a:tblPr/>
              <a:tblGrid>
                <a:gridCol w="3143250"/>
                <a:gridCol w="7829550"/>
              </a:tblGrid>
              <a:tr h="492125">
                <a:tc>
                  <a:txBody>
                    <a:bodyPr lIns="95250" tIns="95250" rIns="95250" bIns="95250"/>
                    <a:lstStyle/>
                    <a:p>
                      <a:r>
                        <a:rPr sz="1575" b="1">
                          <a:solidFill>
                            <a:srgbClr val="FFFFFF"/>
                          </a:solidFill>
                          <a:latin typeface="Atkinson Hyperlegible"/>
                          <a:ea typeface="Atkinson Hyperlegible"/>
                          <a:cs typeface="Atkinson Hyperlegible"/>
                        </a:rPr>
                        <a:t>Training element</a:t>
                      </a:r>
                    </a:p>
                  </a:txBody>
                  <a:tcPr marL="114300" marR="95250" marT="104775" marB="85725">
                    <a:solidFill>
                      <a:srgbClr val="137B73"/>
                    </a:solidFill>
                  </a:tcPr>
                </a:tc>
                <a:tc>
                  <a:txBody>
                    <a:bodyPr lIns="95250" tIns="95250" rIns="95250" bIns="95250"/>
                    <a:lstStyle/>
                    <a:p>
                      <a:r>
                        <a:rPr sz="1575" b="1">
                          <a:solidFill>
                            <a:srgbClr val="FFFFFF"/>
                          </a:solidFill>
                          <a:latin typeface="Atkinson Hyperlegible"/>
                          <a:ea typeface="Atkinson Hyperlegible"/>
                          <a:cs typeface="Atkinson Hyperlegible"/>
                        </a:rPr>
                        <a:t>Configuration</a:t>
                      </a:r>
                    </a:p>
                  </a:txBody>
                  <a:tcPr marL="114300" marR="95250" marT="104775" marB="85725">
                    <a:solidFill>
                      <a:srgbClr val="137B73"/>
                    </a:solidFill>
                  </a:tcPr>
                </a:tc>
              </a:tr>
              <a:tr h="492125">
                <a:tc>
                  <a:txBody>
                    <a:bodyPr lIns="95250" tIns="95250" rIns="95250" bIns="95250"/>
                    <a:lstStyle/>
                    <a:p>
                      <a:r>
                        <a:rPr sz="1575" b="0">
                          <a:solidFill>
                            <a:srgbClr val="173F43"/>
                          </a:solidFill>
                          <a:latin typeface="Atkinson Hyperlegible"/>
                          <a:ea typeface="Atkinson Hyperlegible"/>
                          <a:cs typeface="Atkinson Hyperlegible"/>
                        </a:rPr>
                        <a:t>Training seeds</a:t>
                      </a:r>
                    </a:p>
                  </a:txBody>
                  <a:tcPr marL="114300" marR="95250" marT="104775" marB="85725">
                    <a:solidFill>
                      <a:srgbClr val="FFFFFF"/>
                    </a:solidFill>
                  </a:tcPr>
                </a:tc>
                <a:tc>
                  <a:txBody>
                    <a:bodyPr lIns="95250" tIns="95250" rIns="95250" bIns="95250"/>
                    <a:lstStyle/>
                    <a:p>
                      <a:r>
                        <a:rPr sz="1575" b="0">
                          <a:solidFill>
                            <a:srgbClr val="173F43"/>
                          </a:solidFill>
                          <a:latin typeface="Atkinson Hyperlegible"/>
                          <a:ea typeface="Atkinson Hyperlegible"/>
                          <a:cs typeface="Atkinson Hyperlegible"/>
                        </a:rPr>
                        <a:t>1729, 2718, 3141, 5772, 8111</a:t>
                      </a:r>
                    </a:p>
                  </a:txBody>
                  <a:tcPr marL="114300" marR="95250" marT="104775" marB="85725">
                    <a:solidFill>
                      <a:srgbClr val="FFFFFF"/>
                    </a:solidFill>
                  </a:tcPr>
                </a:tc>
              </a:tr>
              <a:tr h="492125">
                <a:tc>
                  <a:txBody>
                    <a:bodyPr lIns="95250" tIns="95250" rIns="95250" bIns="95250"/>
                    <a:lstStyle/>
                    <a:p>
                      <a:r>
                        <a:rPr sz="1575" b="0">
                          <a:solidFill>
                            <a:srgbClr val="173F43"/>
                          </a:solidFill>
                          <a:latin typeface="Atkinson Hyperlegible"/>
                          <a:ea typeface="Atkinson Hyperlegible"/>
                          <a:cs typeface="Atkinson Hyperlegible"/>
                        </a:rPr>
                        <a:t>Each run</a:t>
                      </a:r>
                    </a:p>
                  </a:txBody>
                  <a:tcPr marL="114300" marR="95250" marT="104775" marB="85725">
                    <a:solidFill>
                      <a:srgbClr val="E7F0EC"/>
                    </a:solidFill>
                  </a:tcPr>
                </a:tc>
                <a:tc>
                  <a:txBody>
                    <a:bodyPr lIns="95250" tIns="95250" rIns="95250" bIns="95250"/>
                    <a:lstStyle/>
                    <a:p>
                      <a:r>
                        <a:rPr sz="1575" b="0">
                          <a:solidFill>
                            <a:srgbClr val="173F43"/>
                          </a:solidFill>
                          <a:latin typeface="Atkinson Hyperlegible"/>
                          <a:ea typeface="Atkinson Hyperlegible"/>
                          <a:cs typeface="Atkinson Hyperlegible"/>
                        </a:rPr>
                        <a:t>3,000 iterations × 256 episodes × 24 hours</a:t>
                      </a:r>
                    </a:p>
                  </a:txBody>
                  <a:tcPr marL="114300" marR="95250" marT="104775" marB="85725">
                    <a:solidFill>
                      <a:srgbClr val="E7F0EC"/>
                    </a:solidFill>
                  </a:tcPr>
                </a:tc>
              </a:tr>
              <a:tr h="492125">
                <a:tc>
                  <a:txBody>
                    <a:bodyPr lIns="95250" tIns="95250" rIns="95250" bIns="95250"/>
                    <a:lstStyle/>
                    <a:p>
                      <a:r>
                        <a:rPr sz="1575" b="0">
                          <a:solidFill>
                            <a:srgbClr val="173F43"/>
                          </a:solidFill>
                          <a:latin typeface="Atkinson Hyperlegible"/>
                          <a:ea typeface="Atkinson Hyperlegible"/>
                          <a:cs typeface="Atkinson Hyperlegible"/>
                        </a:rPr>
                        <a:t>Total PPO exposure</a:t>
                      </a:r>
                    </a:p>
                  </a:txBody>
                  <a:tcPr marL="114300" marR="95250" marT="104775" marB="85725">
                    <a:solidFill>
                      <a:srgbClr val="FFFFFF"/>
                    </a:solidFill>
                  </a:tcPr>
                </a:tc>
                <a:tc>
                  <a:txBody>
                    <a:bodyPr lIns="95250" tIns="95250" rIns="95250" bIns="95250"/>
                    <a:lstStyle/>
                    <a:p>
                      <a:r>
                        <a:rPr sz="1575" b="0">
                          <a:solidFill>
                            <a:srgbClr val="173F43"/>
                          </a:solidFill>
                          <a:latin typeface="Atkinson Hyperlegible"/>
                          <a:ea typeface="Atkinson Hyperlegible"/>
                          <a:cs typeface="Atkinson Hyperlegible"/>
                        </a:rPr>
                        <a:t>92,160,000 transitions</a:t>
                      </a:r>
                    </a:p>
                  </a:txBody>
                  <a:tcPr marL="114300" marR="95250" marT="104775" marB="85725">
                    <a:solidFill>
                      <a:srgbClr val="FFFFFF"/>
                    </a:solidFill>
                  </a:tcPr>
                </a:tc>
              </a:tr>
              <a:tr h="492125">
                <a:tc>
                  <a:txBody>
                    <a:bodyPr lIns="95250" tIns="95250" rIns="95250" bIns="95250"/>
                    <a:lstStyle/>
                    <a:p>
                      <a:r>
                        <a:rPr sz="1575" b="0">
                          <a:solidFill>
                            <a:srgbClr val="173F43"/>
                          </a:solidFill>
                          <a:latin typeface="Atkinson Hyperlegible"/>
                          <a:ea typeface="Atkinson Hyperlegible"/>
                          <a:cs typeface="Atkinson Hyperlegible"/>
                        </a:rPr>
                        <a:t>Initialization</a:t>
                      </a:r>
                    </a:p>
                  </a:txBody>
                  <a:tcPr marL="114300" marR="95250" marT="104775" marB="85725">
                    <a:solidFill>
                      <a:srgbClr val="E7F0EC"/>
                    </a:solidFill>
                  </a:tcPr>
                </a:tc>
                <a:tc>
                  <a:txBody>
                    <a:bodyPr lIns="95250" tIns="95250" rIns="95250" bIns="95250"/>
                    <a:lstStyle/>
                    <a:p>
                      <a:r>
                        <a:rPr sz="1575" b="0">
                          <a:solidFill>
                            <a:srgbClr val="173F43"/>
                          </a:solidFill>
                          <a:latin typeface="Atkinson Hyperlegible"/>
                          <a:ea typeface="Atkinson Hyperlegible"/>
                          <a:cs typeface="Atkinson Hyperlegible"/>
                        </a:rPr>
                        <a:t>Fairness Rule demonstrations: 32,760 states, 10 epochs</a:t>
                      </a:r>
                    </a:p>
                  </a:txBody>
                  <a:tcPr marL="114300" marR="95250" marT="104775" marB="85725">
                    <a:solidFill>
                      <a:srgbClr val="E7F0EC"/>
                    </a:solidFill>
                  </a:tcPr>
                </a:tc>
              </a:tr>
              <a:tr h="492125">
                <a:tc>
                  <a:txBody>
                    <a:bodyPr lIns="95250" tIns="95250" rIns="95250" bIns="95250"/>
                    <a:lstStyle/>
                    <a:p>
                      <a:r>
                        <a:rPr sz="1575" b="0">
                          <a:solidFill>
                            <a:srgbClr val="173F43"/>
                          </a:solidFill>
                          <a:latin typeface="Atkinson Hyperlegible"/>
                          <a:ea typeface="Atkinson Hyperlegible"/>
                          <a:cs typeface="Atkinson Hyperlegible"/>
                        </a:rPr>
                        <a:t>PPO updates</a:t>
                      </a:r>
                    </a:p>
                  </a:txBody>
                  <a:tcPr marL="114300" marR="95250" marT="104775" marB="85725">
                    <a:solidFill>
                      <a:srgbClr val="FFFFFF"/>
                    </a:solidFill>
                  </a:tcPr>
                </a:tc>
                <a:tc>
                  <a:txBody>
                    <a:bodyPr lIns="95250" tIns="95250" rIns="95250" bIns="95250"/>
                    <a:lstStyle/>
                    <a:p>
                      <a:r>
                        <a:rPr sz="1575" b="0">
                          <a:solidFill>
                            <a:srgbClr val="173F43"/>
                          </a:solidFill>
                          <a:latin typeface="Atkinson Hyperlegible"/>
                          <a:ea typeface="Atkinson Hyperlegible"/>
                          <a:cs typeface="Atkinson Hyperlegible"/>
                        </a:rPr>
                        <a:t>4 epochs, minibatch 1,024, learning rate 0.0003 to zero</a:t>
                      </a:r>
                    </a:p>
                  </a:txBody>
                  <a:tcPr marL="114300" marR="95250" marT="104775" marB="85725">
                    <a:solidFill>
                      <a:srgbClr val="FFFFFF"/>
                    </a:solidFill>
                  </a:tcPr>
                </a:tc>
              </a:tr>
            </a:tbl>
          </a:graphicData>
        </a:graphic>
      </p:graphicFrame>
      <p:sp>
        <p:nvSpPr>
          <p:cNvPr id="8" name="shape-69">
            <a:extLst xmlns:a="http://schemas.openxmlformats.org/drawingml/2006/main">
              <a:ext uri="{FF2B5EF4-FFF2-40B4-BE49-F238E27FC236}">
                <a16:creationId xmlns:a16="http://schemas.microsoft.com/office/drawing/2014/main" id="{086BEA2A-DF24-4C4A-8D78-303C456B547D}"/>
              </a:ext>
            </a:extLst>
          </p:cNvPr>
          <p:cNvSpPr>
            <a:spLocks xmlns:a="http://schemas.openxmlformats.org/drawingml/2006/main" noGrp="1"/>
          </p:cNvSpPr>
          <p:nvPr/>
        </p:nvSpPr>
        <p:spPr>
          <a:xfrm xmlns:a="http://schemas.openxmlformats.org/drawingml/2006/main">
            <a:off x="609600" y="5276850"/>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3F43"/>
                </a:solidFill>
                <a:latin typeface="Atkinson Hyperlegible"/>
                <a:ea typeface="Atkinson Hyperlegible"/>
                <a:cs typeface="Atkinson Hyperlegible"/>
              </a:defRPr>
            </a:defPPr>
            <a:lvl1pPr algn="l">
              <a:defRPr sz="1950" b="0">
                <a:solidFill>
                  <a:srgbClr val="173F43"/>
                </a:solidFill>
                <a:latin typeface="Atkinson Hyperlegible"/>
                <a:ea typeface="Atkinson Hyperlegible"/>
                <a:cs typeface="Atkinson Hyperlegible"/>
              </a:defRPr>
            </a:lvl1pPr>
            <a:lvl2pPr algn="l">
              <a:defRPr sz="1950" b="0">
                <a:solidFill>
                  <a:srgbClr val="173F43"/>
                </a:solidFill>
                <a:latin typeface="Atkinson Hyperlegible"/>
                <a:ea typeface="Atkinson Hyperlegible"/>
                <a:cs typeface="Atkinson Hyperlegible"/>
              </a:defRPr>
            </a:lvl2pPr>
            <a:lvl3pPr algn="l">
              <a:defRPr sz="1950" b="0">
                <a:solidFill>
                  <a:srgbClr val="173F43"/>
                </a:solidFill>
                <a:latin typeface="Atkinson Hyperlegible"/>
                <a:ea typeface="Atkinson Hyperlegible"/>
                <a:cs typeface="Atkinson Hyperlegible"/>
              </a:defRPr>
            </a:lvl3pPr>
            <a:lvl4pPr algn="l">
              <a:defRPr sz="1950" b="0">
                <a:solidFill>
                  <a:srgbClr val="173F43"/>
                </a:solidFill>
                <a:latin typeface="Atkinson Hyperlegible"/>
                <a:ea typeface="Atkinson Hyperlegible"/>
                <a:cs typeface="Atkinson Hyperlegible"/>
              </a:defRPr>
            </a:lvl4pPr>
            <a:lvl5pPr algn="l">
              <a:defRPr sz="1950" b="0">
                <a:solidFill>
                  <a:srgbClr val="173F43"/>
                </a:solidFill>
                <a:latin typeface="Atkinson Hyperlegible"/>
                <a:ea typeface="Atkinson Hyperlegible"/>
                <a:cs typeface="Atkinson Hyperlegible"/>
              </a:defRPr>
            </a:lvl5pPr>
            <a:lvl6pPr algn="l">
              <a:defRPr sz="1950" b="0">
                <a:solidFill>
                  <a:srgbClr val="173F43"/>
                </a:solidFill>
                <a:latin typeface="Atkinson Hyperlegible"/>
                <a:ea typeface="Atkinson Hyperlegible"/>
                <a:cs typeface="Atkinson Hyperlegible"/>
              </a:defRPr>
            </a:lvl6pPr>
            <a:lvl7pPr algn="l">
              <a:defRPr sz="1950" b="0">
                <a:solidFill>
                  <a:srgbClr val="173F43"/>
                </a:solidFill>
                <a:latin typeface="Atkinson Hyperlegible"/>
                <a:ea typeface="Atkinson Hyperlegible"/>
                <a:cs typeface="Atkinson Hyperlegible"/>
              </a:defRPr>
            </a:lvl7pPr>
            <a:lvl8pPr algn="l">
              <a:defRPr sz="1950" b="0">
                <a:solidFill>
                  <a:srgbClr val="173F43"/>
                </a:solidFill>
                <a:latin typeface="Atkinson Hyperlegible"/>
                <a:ea typeface="Atkinson Hyperlegible"/>
                <a:cs typeface="Atkinson Hyperlegible"/>
              </a:defRPr>
            </a:lvl8pPr>
            <a:lvl9pPr algn="l">
              <a:defRPr sz="1950" b="0">
                <a:solidFill>
                  <a:srgbClr val="173F43"/>
                </a:solidFill>
                <a:latin typeface="Atkinson Hyperlegible"/>
                <a:ea typeface="Atkinson Hyperlegible"/>
                <a:cs typeface="Atkinson Hyperlegible"/>
              </a:defRPr>
            </a:lvl9pPr>
          </a:lstStyle>
          <a:p xmlns:a="http://schemas.openxmlformats.org/drawingml/2006/main">
            <a:pPr algn="l">
              <a:defRPr sz="1950" b="0">
                <a:solidFill>
                  <a:srgbClr val="173F43"/>
                </a:solidFill>
                <a:latin typeface="Atkinson Hyperlegible"/>
                <a:ea typeface="Atkinson Hyperlegible"/>
                <a:cs typeface="Atkinson Hyperlegible"/>
              </a:defRPr>
            </a:pPr>
            <a:r>
              <a:rPr sz="1950" b="0">
                <a:solidFill>
                  <a:srgbClr val="173F43"/>
                </a:solidFill>
                <a:latin typeface="Atkinson Hyperlegible"/>
                <a:ea typeface="Atkinson Hyperlegible"/>
                <a:cs typeface="Atkinson Hyperlegible"/>
              </a:rPr>
              <a:t>Select the best validation reward among checkpoints with zero critical/power violations and fairness/utilization at least Fixed Rotation overall and at every shortage level.</a:t>
            </a:r>
          </a:p>
        </p:txBody>
      </p:sp>
    </p:spTree>
    <p:extLst>
      <p:ext uri="{BB962C8B-B14F-4D97-AF65-F5344CB8AC3E}">
        <p14:creationId xmlns:p14="http://schemas.microsoft.com/office/powerpoint/2010/main" val="295599304"/>
      </p:ext>
    </p:extLst>
  </p:cSld>
</p:sld>
</file>

<file path=ppt/slides/slide9.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14" name="shape-70">
            <a:extLst xmlns:a="http://schemas.openxmlformats.org/drawingml/2006/main">
              <a:ext uri="{FF2B5EF4-FFF2-40B4-BE49-F238E27FC236}">
                <a16:creationId xmlns:a16="http://schemas.microsoft.com/office/drawing/2014/main" id="{2CEA52BE-8A1B-4D4C-96E7-498649FC5903}"/>
              </a:ext>
            </a:extLst>
          </p:cNvPr>
          <p:cNvSpPr>
            <a:spLocks xmlns:a="http://schemas.openxmlformats.org/drawingml/2006/main" noGrp="1"/>
          </p:cNvSpPr>
          <p:nvPr/>
        </p:nvSpPr>
        <p:spPr>
          <a:xfrm xmlns:a="http://schemas.openxmlformats.org/drawingml/2006/main">
            <a:off x="609600" y="266700"/>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37B73"/>
                </a:solidFill>
                <a:latin typeface="Atkinson Hyperlegible"/>
                <a:ea typeface="Atkinson Hyperlegible"/>
                <a:cs typeface="Atkinson Hyperlegible"/>
              </a:defRPr>
            </a:defPPr>
            <a:lvl1pPr algn="l">
              <a:defRPr sz="1350" b="1">
                <a:solidFill>
                  <a:srgbClr val="137B73"/>
                </a:solidFill>
                <a:latin typeface="Atkinson Hyperlegible"/>
                <a:ea typeface="Atkinson Hyperlegible"/>
                <a:cs typeface="Atkinson Hyperlegible"/>
              </a:defRPr>
            </a:lvl1pPr>
            <a:lvl2pPr algn="l">
              <a:defRPr sz="1350" b="1">
                <a:solidFill>
                  <a:srgbClr val="137B73"/>
                </a:solidFill>
                <a:latin typeface="Atkinson Hyperlegible"/>
                <a:ea typeface="Atkinson Hyperlegible"/>
                <a:cs typeface="Atkinson Hyperlegible"/>
              </a:defRPr>
            </a:lvl2pPr>
            <a:lvl3pPr algn="l">
              <a:defRPr sz="1350" b="1">
                <a:solidFill>
                  <a:srgbClr val="137B73"/>
                </a:solidFill>
                <a:latin typeface="Atkinson Hyperlegible"/>
                <a:ea typeface="Atkinson Hyperlegible"/>
                <a:cs typeface="Atkinson Hyperlegible"/>
              </a:defRPr>
            </a:lvl3pPr>
            <a:lvl4pPr algn="l">
              <a:defRPr sz="1350" b="1">
                <a:solidFill>
                  <a:srgbClr val="137B73"/>
                </a:solidFill>
                <a:latin typeface="Atkinson Hyperlegible"/>
                <a:ea typeface="Atkinson Hyperlegible"/>
                <a:cs typeface="Atkinson Hyperlegible"/>
              </a:defRPr>
            </a:lvl4pPr>
            <a:lvl5pPr algn="l">
              <a:defRPr sz="1350" b="1">
                <a:solidFill>
                  <a:srgbClr val="137B73"/>
                </a:solidFill>
                <a:latin typeface="Atkinson Hyperlegible"/>
                <a:ea typeface="Atkinson Hyperlegible"/>
                <a:cs typeface="Atkinson Hyperlegible"/>
              </a:defRPr>
            </a:lvl5pPr>
            <a:lvl6pPr algn="l">
              <a:defRPr sz="1350" b="1">
                <a:solidFill>
                  <a:srgbClr val="137B73"/>
                </a:solidFill>
                <a:latin typeface="Atkinson Hyperlegible"/>
                <a:ea typeface="Atkinson Hyperlegible"/>
                <a:cs typeface="Atkinson Hyperlegible"/>
              </a:defRPr>
            </a:lvl6pPr>
            <a:lvl7pPr algn="l">
              <a:defRPr sz="1350" b="1">
                <a:solidFill>
                  <a:srgbClr val="137B73"/>
                </a:solidFill>
                <a:latin typeface="Atkinson Hyperlegible"/>
                <a:ea typeface="Atkinson Hyperlegible"/>
                <a:cs typeface="Atkinson Hyperlegible"/>
              </a:defRPr>
            </a:lvl7pPr>
            <a:lvl8pPr algn="l">
              <a:defRPr sz="1350" b="1">
                <a:solidFill>
                  <a:srgbClr val="137B73"/>
                </a:solidFill>
                <a:latin typeface="Atkinson Hyperlegible"/>
                <a:ea typeface="Atkinson Hyperlegible"/>
                <a:cs typeface="Atkinson Hyperlegible"/>
              </a:defRPr>
            </a:lvl8pPr>
            <a:lvl9pPr algn="l">
              <a:defRPr sz="1350" b="1">
                <a:solidFill>
                  <a:srgbClr val="137B73"/>
                </a:solidFill>
                <a:latin typeface="Atkinson Hyperlegible"/>
                <a:ea typeface="Atkinson Hyperlegible"/>
                <a:cs typeface="Atkinson Hyperlegible"/>
              </a:defRPr>
            </a:lvl9pPr>
          </a:lstStyle>
          <a:p xmlns:a="http://schemas.openxmlformats.org/drawingml/2006/main">
            <a:pPr algn="l">
              <a:defRPr sz="1350" b="1">
                <a:solidFill>
                  <a:srgbClr val="137B73"/>
                </a:solidFill>
                <a:latin typeface="Atkinson Hyperlegible"/>
                <a:ea typeface="Atkinson Hyperlegible"/>
                <a:cs typeface="Atkinson Hyperlegible"/>
              </a:defRPr>
            </a:pPr>
            <a:r>
              <a:rPr sz="1350" b="1">
                <a:solidFill>
                  <a:srgbClr val="137B73"/>
                </a:solidFill>
                <a:latin typeface="Atkinson Hyperlegible"/>
                <a:ea typeface="Atkinson Hyperlegible"/>
                <a:cs typeface="Atkinson Hyperlegible"/>
              </a:rPr>
              <a:t>GridGuard Khartoum</a:t>
            </a:r>
          </a:p>
        </p:txBody>
      </p:sp>
      <p:sp>
        <p:nvSpPr>
          <p:cNvPr id="2" name="shape-71">
            <a:extLst xmlns:a="http://schemas.openxmlformats.org/drawingml/2006/main">
              <a:ext uri="{FF2B5EF4-FFF2-40B4-BE49-F238E27FC236}">
                <a16:creationId xmlns:a16="http://schemas.microsoft.com/office/drawing/2014/main" id="{71A62453-AE10-47B4-B0B6-912B6A77788A}"/>
              </a:ext>
            </a:extLst>
          </p:cNvPr>
          <p:cNvSpPr>
            <a:spLocks xmlns:a="http://schemas.openxmlformats.org/drawingml/2006/main" noGrp="1"/>
          </p:cNvSpPr>
          <p:nvPr/>
        </p:nvSpPr>
        <p:spPr>
          <a:xfrm xmlns:a="http://schemas.openxmlformats.org/drawingml/2006/main">
            <a:off x="609600" y="7334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F43"/>
                </a:solidFill>
                <a:latin typeface="Atkinson Hyperlegible"/>
                <a:ea typeface="Atkinson Hyperlegible"/>
                <a:cs typeface="Atkinson Hyperlegible"/>
              </a:defRPr>
            </a:defPPr>
            <a:lvl1pPr algn="l">
              <a:defRPr sz="3150" b="1">
                <a:solidFill>
                  <a:srgbClr val="173F43"/>
                </a:solidFill>
                <a:latin typeface="Atkinson Hyperlegible"/>
                <a:ea typeface="Atkinson Hyperlegible"/>
                <a:cs typeface="Atkinson Hyperlegible"/>
              </a:defRPr>
            </a:lvl1pPr>
            <a:lvl2pPr algn="l">
              <a:defRPr sz="3150" b="1">
                <a:solidFill>
                  <a:srgbClr val="173F43"/>
                </a:solidFill>
                <a:latin typeface="Atkinson Hyperlegible"/>
                <a:ea typeface="Atkinson Hyperlegible"/>
                <a:cs typeface="Atkinson Hyperlegible"/>
              </a:defRPr>
            </a:lvl2pPr>
            <a:lvl3pPr algn="l">
              <a:defRPr sz="3150" b="1">
                <a:solidFill>
                  <a:srgbClr val="173F43"/>
                </a:solidFill>
                <a:latin typeface="Atkinson Hyperlegible"/>
                <a:ea typeface="Atkinson Hyperlegible"/>
                <a:cs typeface="Atkinson Hyperlegible"/>
              </a:defRPr>
            </a:lvl3pPr>
            <a:lvl4pPr algn="l">
              <a:defRPr sz="3150" b="1">
                <a:solidFill>
                  <a:srgbClr val="173F43"/>
                </a:solidFill>
                <a:latin typeface="Atkinson Hyperlegible"/>
                <a:ea typeface="Atkinson Hyperlegible"/>
                <a:cs typeface="Atkinson Hyperlegible"/>
              </a:defRPr>
            </a:lvl4pPr>
            <a:lvl5pPr algn="l">
              <a:defRPr sz="3150" b="1">
                <a:solidFill>
                  <a:srgbClr val="173F43"/>
                </a:solidFill>
                <a:latin typeface="Atkinson Hyperlegible"/>
                <a:ea typeface="Atkinson Hyperlegible"/>
                <a:cs typeface="Atkinson Hyperlegible"/>
              </a:defRPr>
            </a:lvl5pPr>
            <a:lvl6pPr algn="l">
              <a:defRPr sz="3150" b="1">
                <a:solidFill>
                  <a:srgbClr val="173F43"/>
                </a:solidFill>
                <a:latin typeface="Atkinson Hyperlegible"/>
                <a:ea typeface="Atkinson Hyperlegible"/>
                <a:cs typeface="Atkinson Hyperlegible"/>
              </a:defRPr>
            </a:lvl6pPr>
            <a:lvl7pPr algn="l">
              <a:defRPr sz="3150" b="1">
                <a:solidFill>
                  <a:srgbClr val="173F43"/>
                </a:solidFill>
                <a:latin typeface="Atkinson Hyperlegible"/>
                <a:ea typeface="Atkinson Hyperlegible"/>
                <a:cs typeface="Atkinson Hyperlegible"/>
              </a:defRPr>
            </a:lvl7pPr>
            <a:lvl8pPr algn="l">
              <a:defRPr sz="3150" b="1">
                <a:solidFill>
                  <a:srgbClr val="173F43"/>
                </a:solidFill>
                <a:latin typeface="Atkinson Hyperlegible"/>
                <a:ea typeface="Atkinson Hyperlegible"/>
                <a:cs typeface="Atkinson Hyperlegible"/>
              </a:defRPr>
            </a:lvl8pPr>
            <a:lvl9pPr algn="l">
              <a:defRPr sz="3150" b="1">
                <a:solidFill>
                  <a:srgbClr val="173F43"/>
                </a:solidFill>
                <a:latin typeface="Atkinson Hyperlegible"/>
                <a:ea typeface="Atkinson Hyperlegible"/>
                <a:cs typeface="Atkinson Hyperlegible"/>
              </a:defRPr>
            </a:lvl9pPr>
          </a:lstStyle>
          <a:p xmlns:a="http://schemas.openxmlformats.org/drawingml/2006/main">
            <a:pPr algn="l">
              <a:defRPr sz="3150" b="1">
                <a:solidFill>
                  <a:srgbClr val="173F43"/>
                </a:solidFill>
                <a:latin typeface="Atkinson Hyperlegible"/>
                <a:ea typeface="Atkinson Hyperlegible"/>
                <a:cs typeface="Atkinson Hyperlegible"/>
              </a:defRPr>
            </a:pPr>
            <a:r>
              <a:rPr sz="3150" b="1">
                <a:solidFill>
                  <a:srgbClr val="173F43"/>
                </a:solidFill>
                <a:latin typeface="Atkinson Hyperlegible"/>
                <a:ea typeface="Atkinson Hyperlegible"/>
                <a:cs typeface="Atkinson Hyperlegible"/>
              </a:rPr>
              <a:t>Matched evaluation and uncertainty</a:t>
            </a:r>
          </a:p>
        </p:txBody>
      </p:sp>
      <p:sp>
        <p:nvSpPr>
          <p:cNvPr id="3" name="shape-72">
            <a:extLst xmlns:a="http://schemas.openxmlformats.org/drawingml/2006/main">
              <a:ext uri="{FF2B5EF4-FFF2-40B4-BE49-F238E27FC236}">
                <a16:creationId xmlns:a16="http://schemas.microsoft.com/office/drawing/2014/main" id="{5702AAF8-4548-478B-A607-924F3BC40960}"/>
              </a:ext>
            </a:extLst>
          </p:cNvPr>
          <p:cNvSpPr>
            <a:spLocks xmlns:a="http://schemas.openxmlformats.org/drawingml/2006/main" noGrp="1"/>
          </p:cNvSpPr>
          <p:nvPr/>
        </p:nvSpPr>
        <p:spPr>
          <a:xfrm xmlns:a="http://schemas.openxmlformats.org/drawingml/2006/main">
            <a:off x="609600" y="136207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787A"/>
                </a:solidFill>
                <a:latin typeface="Atkinson Hyperlegible"/>
                <a:ea typeface="Atkinson Hyperlegible"/>
                <a:cs typeface="Atkinson Hyperlegible"/>
              </a:defRPr>
            </a:defPPr>
            <a:lvl1pPr algn="l">
              <a:defRPr sz="1725" b="0">
                <a:solidFill>
                  <a:srgbClr val="58787A"/>
                </a:solidFill>
                <a:latin typeface="Atkinson Hyperlegible"/>
                <a:ea typeface="Atkinson Hyperlegible"/>
                <a:cs typeface="Atkinson Hyperlegible"/>
              </a:defRPr>
            </a:lvl1pPr>
            <a:lvl2pPr algn="l">
              <a:defRPr sz="1725" b="0">
                <a:solidFill>
                  <a:srgbClr val="58787A"/>
                </a:solidFill>
                <a:latin typeface="Atkinson Hyperlegible"/>
                <a:ea typeface="Atkinson Hyperlegible"/>
                <a:cs typeface="Atkinson Hyperlegible"/>
              </a:defRPr>
            </a:lvl2pPr>
            <a:lvl3pPr algn="l">
              <a:defRPr sz="1725" b="0">
                <a:solidFill>
                  <a:srgbClr val="58787A"/>
                </a:solidFill>
                <a:latin typeface="Atkinson Hyperlegible"/>
                <a:ea typeface="Atkinson Hyperlegible"/>
                <a:cs typeface="Atkinson Hyperlegible"/>
              </a:defRPr>
            </a:lvl3pPr>
            <a:lvl4pPr algn="l">
              <a:defRPr sz="1725" b="0">
                <a:solidFill>
                  <a:srgbClr val="58787A"/>
                </a:solidFill>
                <a:latin typeface="Atkinson Hyperlegible"/>
                <a:ea typeface="Atkinson Hyperlegible"/>
                <a:cs typeface="Atkinson Hyperlegible"/>
              </a:defRPr>
            </a:lvl4pPr>
            <a:lvl5pPr algn="l">
              <a:defRPr sz="1725" b="0">
                <a:solidFill>
                  <a:srgbClr val="58787A"/>
                </a:solidFill>
                <a:latin typeface="Atkinson Hyperlegible"/>
                <a:ea typeface="Atkinson Hyperlegible"/>
                <a:cs typeface="Atkinson Hyperlegible"/>
              </a:defRPr>
            </a:lvl5pPr>
            <a:lvl6pPr algn="l">
              <a:defRPr sz="1725" b="0">
                <a:solidFill>
                  <a:srgbClr val="58787A"/>
                </a:solidFill>
                <a:latin typeface="Atkinson Hyperlegible"/>
                <a:ea typeface="Atkinson Hyperlegible"/>
                <a:cs typeface="Atkinson Hyperlegible"/>
              </a:defRPr>
            </a:lvl6pPr>
            <a:lvl7pPr algn="l">
              <a:defRPr sz="1725" b="0">
                <a:solidFill>
                  <a:srgbClr val="58787A"/>
                </a:solidFill>
                <a:latin typeface="Atkinson Hyperlegible"/>
                <a:ea typeface="Atkinson Hyperlegible"/>
                <a:cs typeface="Atkinson Hyperlegible"/>
              </a:defRPr>
            </a:lvl7pPr>
            <a:lvl8pPr algn="l">
              <a:defRPr sz="1725" b="0">
                <a:solidFill>
                  <a:srgbClr val="58787A"/>
                </a:solidFill>
                <a:latin typeface="Atkinson Hyperlegible"/>
                <a:ea typeface="Atkinson Hyperlegible"/>
                <a:cs typeface="Atkinson Hyperlegible"/>
              </a:defRPr>
            </a:lvl8pPr>
            <a:lvl9pPr algn="l">
              <a:defRPr sz="1725" b="0">
                <a:solidFill>
                  <a:srgbClr val="58787A"/>
                </a:solidFill>
                <a:latin typeface="Atkinson Hyperlegible"/>
                <a:ea typeface="Atkinson Hyperlegible"/>
                <a:cs typeface="Atkinson Hyperlegible"/>
              </a:defRPr>
            </a:lvl9pPr>
          </a:lstStyle>
          <a:p xmlns:a="http://schemas.openxmlformats.org/drawingml/2006/main">
            <a:pPr algn="l">
              <a:defRPr sz="1725" b="0">
                <a:solidFill>
                  <a:srgbClr val="58787A"/>
                </a:solidFill>
                <a:latin typeface="Atkinson Hyperlegible"/>
                <a:ea typeface="Atkinson Hyperlegible"/>
                <a:cs typeface="Atkinson Hyperlegible"/>
              </a:defRPr>
            </a:pPr>
            <a:r>
              <a:rPr sz="1725" b="0">
                <a:solidFill>
                  <a:srgbClr val="58787A"/>
                </a:solidFill>
                <a:latin typeface="Atkinson Hyperlegible"/>
                <a:ea typeface="Atkinson Hyperlegible"/>
                <a:cs typeface="Atkinson Hyperlegible"/>
              </a:rPr>
              <a:t>All final-test decisions follow the frozen five-run validation selection</a:t>
            </a:r>
          </a:p>
        </p:txBody>
      </p:sp>
      <p:sp>
        <p:nvSpPr>
          <p:cNvPr id="4" name="shape-73">
            <a:extLst xmlns:a="http://schemas.openxmlformats.org/drawingml/2006/main">
              <a:ext uri="{FF2B5EF4-FFF2-40B4-BE49-F238E27FC236}">
                <a16:creationId xmlns:a16="http://schemas.microsoft.com/office/drawing/2014/main" id="{3CF14CE4-1C08-468A-8B62-CED6C4DBC7E0}"/>
              </a:ext>
            </a:extLst>
          </p:cNvPr>
          <p:cNvSpPr>
            <a:spLocks xmlns:a="http://schemas.openxmlformats.org/drawingml/2006/main" noGrp="1"/>
          </p:cNvSpPr>
          <p:nvPr/>
        </p:nvSpPr>
        <p:spPr>
          <a:xfrm xmlns:a="http://schemas.openxmlformats.org/drawingml/2006/main">
            <a:off x="609600" y="6448425"/>
            <a:ext cx="10972800" cy="9525"/>
          </a:xfrm>
          <a:prstGeom xmlns:a="http://schemas.openxmlformats.org/drawingml/2006/main" prst="rect">
            <a:avLst/>
          </a:prstGeom>
          <a:solidFill xmlns:a="http://schemas.openxmlformats.org/drawingml/2006/main">
            <a:srgbClr val="D8E5DF"/>
          </a:solidFill>
          <a:ln xmlns:a="http://schemas.openxmlformats.org/drawingml/2006/main" w="0">
            <a:noFill/>
          </a:ln>
        </p:spPr>
      </p:sp>
      <p:sp>
        <p:nvSpPr>
          <p:cNvPr id="5" name="shape-74">
            <a:extLst xmlns:a="http://schemas.openxmlformats.org/drawingml/2006/main">
              <a:ext uri="{FF2B5EF4-FFF2-40B4-BE49-F238E27FC236}">
                <a16:creationId xmlns:a16="http://schemas.microsoft.com/office/drawing/2014/main" id="{259BD53B-84EA-4EDE-AECF-22F150C4E627}"/>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8787A"/>
                </a:solidFill>
                <a:latin typeface="Atkinson Hyperlegible"/>
                <a:ea typeface="Atkinson Hyperlegible"/>
                <a:cs typeface="Atkinson Hyperlegible"/>
              </a:defRPr>
            </a:defPPr>
            <a:lvl1pPr algn="l">
              <a:defRPr sz="1050" b="0">
                <a:solidFill>
                  <a:srgbClr val="58787A"/>
                </a:solidFill>
                <a:latin typeface="Atkinson Hyperlegible"/>
                <a:ea typeface="Atkinson Hyperlegible"/>
                <a:cs typeface="Atkinson Hyperlegible"/>
              </a:defRPr>
            </a:lvl1pPr>
            <a:lvl2pPr algn="l">
              <a:defRPr sz="1050" b="0">
                <a:solidFill>
                  <a:srgbClr val="58787A"/>
                </a:solidFill>
                <a:latin typeface="Atkinson Hyperlegible"/>
                <a:ea typeface="Atkinson Hyperlegible"/>
                <a:cs typeface="Atkinson Hyperlegible"/>
              </a:defRPr>
            </a:lvl2pPr>
            <a:lvl3pPr algn="l">
              <a:defRPr sz="1050" b="0">
                <a:solidFill>
                  <a:srgbClr val="58787A"/>
                </a:solidFill>
                <a:latin typeface="Atkinson Hyperlegible"/>
                <a:ea typeface="Atkinson Hyperlegible"/>
                <a:cs typeface="Atkinson Hyperlegible"/>
              </a:defRPr>
            </a:lvl3pPr>
            <a:lvl4pPr algn="l">
              <a:defRPr sz="1050" b="0">
                <a:solidFill>
                  <a:srgbClr val="58787A"/>
                </a:solidFill>
                <a:latin typeface="Atkinson Hyperlegible"/>
                <a:ea typeface="Atkinson Hyperlegible"/>
                <a:cs typeface="Atkinson Hyperlegible"/>
              </a:defRPr>
            </a:lvl4pPr>
            <a:lvl5pPr algn="l">
              <a:defRPr sz="1050" b="0">
                <a:solidFill>
                  <a:srgbClr val="58787A"/>
                </a:solidFill>
                <a:latin typeface="Atkinson Hyperlegible"/>
                <a:ea typeface="Atkinson Hyperlegible"/>
                <a:cs typeface="Atkinson Hyperlegible"/>
              </a:defRPr>
            </a:lvl5pPr>
            <a:lvl6pPr algn="l">
              <a:defRPr sz="1050" b="0">
                <a:solidFill>
                  <a:srgbClr val="58787A"/>
                </a:solidFill>
                <a:latin typeface="Atkinson Hyperlegible"/>
                <a:ea typeface="Atkinson Hyperlegible"/>
                <a:cs typeface="Atkinson Hyperlegible"/>
              </a:defRPr>
            </a:lvl6pPr>
            <a:lvl7pPr algn="l">
              <a:defRPr sz="1050" b="0">
                <a:solidFill>
                  <a:srgbClr val="58787A"/>
                </a:solidFill>
                <a:latin typeface="Atkinson Hyperlegible"/>
                <a:ea typeface="Atkinson Hyperlegible"/>
                <a:cs typeface="Atkinson Hyperlegible"/>
              </a:defRPr>
            </a:lvl7pPr>
            <a:lvl8pPr algn="l">
              <a:defRPr sz="1050" b="0">
                <a:solidFill>
                  <a:srgbClr val="58787A"/>
                </a:solidFill>
                <a:latin typeface="Atkinson Hyperlegible"/>
                <a:ea typeface="Atkinson Hyperlegible"/>
                <a:cs typeface="Atkinson Hyperlegible"/>
              </a:defRPr>
            </a:lvl8pPr>
            <a:lvl9pPr algn="l">
              <a:defRPr sz="1050" b="0">
                <a:solidFill>
                  <a:srgbClr val="58787A"/>
                </a:solidFill>
                <a:latin typeface="Atkinson Hyperlegible"/>
                <a:ea typeface="Atkinson Hyperlegible"/>
                <a:cs typeface="Atkinson Hyperlegible"/>
              </a:defRPr>
            </a:lvl9pPr>
          </a:lstStyle>
          <a:p xmlns:a="http://schemas.openxmlformats.org/drawingml/2006/main">
            <a:pPr algn="l">
              <a:defRPr sz="1050" b="0">
                <a:solidFill>
                  <a:srgbClr val="58787A"/>
                </a:solidFill>
                <a:latin typeface="Atkinson Hyperlegible"/>
                <a:ea typeface="Atkinson Hyperlegible"/>
                <a:cs typeface="Atkinson Hyperlegible"/>
              </a:defRPr>
            </a:pPr>
            <a:r>
              <a:rPr sz="1050" b="0">
                <a:solidFill>
                  <a:srgbClr val="58787A"/>
                </a:solidFill>
                <a:latin typeface="Atkinson Hyperlegible"/>
                <a:ea typeface="Atkinson Hyperlegible"/>
                <a:cs typeface="Atkinson Hyperlegible"/>
              </a:rPr>
              <a:t>Statistical reliability: Agarwal et al. (2021).</a:t>
            </a:r>
          </a:p>
        </p:txBody>
      </p:sp>
      <p:sp>
        <p:nvSpPr>
          <p:cNvPr id="6" name="shape-75">
            <a:extLst xmlns:a="http://schemas.openxmlformats.org/drawingml/2006/main">
              <a:ext uri="{FF2B5EF4-FFF2-40B4-BE49-F238E27FC236}">
                <a16:creationId xmlns:a16="http://schemas.microsoft.com/office/drawing/2014/main" id="{4A9E439C-01CA-4D43-BEFC-6D2304CACDA8}"/>
              </a:ext>
            </a:extLst>
          </p:cNvPr>
          <p:cNvSpPr>
            <a:spLocks xmlns:a="http://schemas.openxmlformats.org/drawingml/2006/main" noGrp="1"/>
          </p:cNvSpPr>
          <p:nvPr/>
        </p:nvSpPr>
        <p:spPr>
          <a:xfrm xmlns:a="http://schemas.openxmlformats.org/drawingml/2006/main">
            <a:off x="11001375" y="6515100"/>
            <a:ext cx="581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137B73"/>
                </a:solidFill>
                <a:latin typeface="Atkinson Hyperlegible"/>
                <a:ea typeface="Atkinson Hyperlegible"/>
                <a:cs typeface="Atkinson Hyperlegible"/>
              </a:defRPr>
            </a:defPPr>
            <a:lvl1pPr algn="r">
              <a:defRPr sz="1275" b="0">
                <a:solidFill>
                  <a:srgbClr val="137B73"/>
                </a:solidFill>
                <a:latin typeface="Atkinson Hyperlegible"/>
                <a:ea typeface="Atkinson Hyperlegible"/>
                <a:cs typeface="Atkinson Hyperlegible"/>
              </a:defRPr>
            </a:lvl1pPr>
            <a:lvl2pPr algn="r">
              <a:defRPr sz="1275" b="0">
                <a:solidFill>
                  <a:srgbClr val="137B73"/>
                </a:solidFill>
                <a:latin typeface="Atkinson Hyperlegible"/>
                <a:ea typeface="Atkinson Hyperlegible"/>
                <a:cs typeface="Atkinson Hyperlegible"/>
              </a:defRPr>
            </a:lvl2pPr>
            <a:lvl3pPr algn="r">
              <a:defRPr sz="1275" b="0">
                <a:solidFill>
                  <a:srgbClr val="137B73"/>
                </a:solidFill>
                <a:latin typeface="Atkinson Hyperlegible"/>
                <a:ea typeface="Atkinson Hyperlegible"/>
                <a:cs typeface="Atkinson Hyperlegible"/>
              </a:defRPr>
            </a:lvl3pPr>
            <a:lvl4pPr algn="r">
              <a:defRPr sz="1275" b="0">
                <a:solidFill>
                  <a:srgbClr val="137B73"/>
                </a:solidFill>
                <a:latin typeface="Atkinson Hyperlegible"/>
                <a:ea typeface="Atkinson Hyperlegible"/>
                <a:cs typeface="Atkinson Hyperlegible"/>
              </a:defRPr>
            </a:lvl4pPr>
            <a:lvl5pPr algn="r">
              <a:defRPr sz="1275" b="0">
                <a:solidFill>
                  <a:srgbClr val="137B73"/>
                </a:solidFill>
                <a:latin typeface="Atkinson Hyperlegible"/>
                <a:ea typeface="Atkinson Hyperlegible"/>
                <a:cs typeface="Atkinson Hyperlegible"/>
              </a:defRPr>
            </a:lvl5pPr>
            <a:lvl6pPr algn="r">
              <a:defRPr sz="1275" b="0">
                <a:solidFill>
                  <a:srgbClr val="137B73"/>
                </a:solidFill>
                <a:latin typeface="Atkinson Hyperlegible"/>
                <a:ea typeface="Atkinson Hyperlegible"/>
                <a:cs typeface="Atkinson Hyperlegible"/>
              </a:defRPr>
            </a:lvl6pPr>
            <a:lvl7pPr algn="r">
              <a:defRPr sz="1275" b="0">
                <a:solidFill>
                  <a:srgbClr val="137B73"/>
                </a:solidFill>
                <a:latin typeface="Atkinson Hyperlegible"/>
                <a:ea typeface="Atkinson Hyperlegible"/>
                <a:cs typeface="Atkinson Hyperlegible"/>
              </a:defRPr>
            </a:lvl7pPr>
            <a:lvl8pPr algn="r">
              <a:defRPr sz="1275" b="0">
                <a:solidFill>
                  <a:srgbClr val="137B73"/>
                </a:solidFill>
                <a:latin typeface="Atkinson Hyperlegible"/>
                <a:ea typeface="Atkinson Hyperlegible"/>
                <a:cs typeface="Atkinson Hyperlegible"/>
              </a:defRPr>
            </a:lvl8pPr>
            <a:lvl9pPr algn="r">
              <a:defRPr sz="1275" b="0">
                <a:solidFill>
                  <a:srgbClr val="137B73"/>
                </a:solidFill>
                <a:latin typeface="Atkinson Hyperlegible"/>
                <a:ea typeface="Atkinson Hyperlegible"/>
                <a:cs typeface="Atkinson Hyperlegible"/>
              </a:defRPr>
            </a:lvl9pPr>
          </a:lstStyle>
          <a:p xmlns:a="http://schemas.openxmlformats.org/drawingml/2006/main">
            <a:pPr algn="r">
              <a:defRPr sz="1275" b="0">
                <a:solidFill>
                  <a:srgbClr val="137B73"/>
                </a:solidFill>
                <a:latin typeface="Atkinson Hyperlegible"/>
                <a:ea typeface="Atkinson Hyperlegible"/>
                <a:cs typeface="Atkinson Hyperlegible"/>
              </a:defRPr>
            </a:pPr>
            <a:r>
              <a:rPr sz="1275" b="0">
                <a:solidFill>
                  <a:srgbClr val="137B73"/>
                </a:solidFill>
                <a:latin typeface="Atkinson Hyperlegible"/>
                <a:ea typeface="Atkinson Hyperlegible"/>
                <a:cs typeface="Atkinson Hyperlegible"/>
              </a:rPr>
              <a:t>09</a:t>
            </a:r>
          </a:p>
        </p:txBody>
      </p:sp>
      <p:graphicFrame>
        <p:nvGraphicFramePr>
          <p:cNvPr id="7" name="">
            <a:extLst xmlns:a="http://schemas.openxmlformats.org/drawingml/2006/main">
              <a:ext uri="{FF2B5EF4-FFF2-40B4-BE49-F238E27FC236}">
                <a16:creationId xmlns:a16="http://schemas.microsoft.com/office/drawing/2014/main" id="{61C7EA5C-1B30-40CF-B9D0-01E3F6402324}"/>
              </a:ext>
            </a:extLst>
          </p:cNvPr>
          <p:cNvGraphicFramePr/>
          <p:nvPr/>
        </p:nvGraphicFramePr>
        <p:xfrm>
          <a:off xmlns:a="http://schemas.openxmlformats.org/drawingml/2006/main" x="609600" y="2143125"/>
          <a:ext xmlns:a="http://schemas.openxmlformats.org/drawingml/2006/main" cx="10972800" cy="1714500"/>
        </p:xfrm>
        <a:graphic xmlns:a="http://schemas.openxmlformats.org/drawingml/2006/main">
          <a:graphicData uri="http://schemas.openxmlformats.org/drawingml/2006/table">
            <a:tbl>
              <a:tblPr/>
              <a:tblGrid>
                <a:gridCol w="2333625"/>
                <a:gridCol w="4953000"/>
                <a:gridCol w="3686175"/>
              </a:tblGrid>
              <a:tr h="571500">
                <a:tc>
                  <a:txBody>
                    <a:bodyPr lIns="95250" tIns="95250" rIns="95250" bIns="95250"/>
                    <a:lstStyle/>
                    <a:p>
                      <a:r>
                        <a:rPr sz="1575" b="1">
                          <a:solidFill>
                            <a:srgbClr val="FFFFFF"/>
                          </a:solidFill>
                          <a:latin typeface="Atkinson Hyperlegible"/>
                          <a:ea typeface="Atkinson Hyperlegible"/>
                          <a:cs typeface="Atkinson Hyperlegible"/>
                        </a:rPr>
                        <a:t>Split</a:t>
                      </a:r>
                    </a:p>
                  </a:txBody>
                  <a:tcPr marL="114300" marR="95250" marT="104775" marB="85725">
                    <a:solidFill>
                      <a:srgbClr val="137B73"/>
                    </a:solidFill>
                  </a:tcPr>
                </a:tc>
                <a:tc>
                  <a:txBody>
                    <a:bodyPr lIns="95250" tIns="95250" rIns="95250" bIns="95250"/>
                    <a:lstStyle/>
                    <a:p>
                      <a:r>
                        <a:rPr sz="1575" b="1">
                          <a:solidFill>
                            <a:srgbClr val="FFFFFF"/>
                          </a:solidFill>
                          <a:latin typeface="Atkinson Hyperlegible"/>
                          <a:ea typeface="Atkinson Hyperlegible"/>
                          <a:cs typeface="Atkinson Hyperlegible"/>
                        </a:rPr>
                        <a:t>Independent base draws</a:t>
                      </a:r>
                    </a:p>
                  </a:txBody>
                  <a:tcPr marL="114300" marR="95250" marT="104775" marB="85725">
                    <a:solidFill>
                      <a:srgbClr val="137B73"/>
                    </a:solidFill>
                  </a:tcPr>
                </a:tc>
                <a:tc>
                  <a:txBody>
                    <a:bodyPr lIns="95250" tIns="95250" rIns="95250" bIns="95250"/>
                    <a:lstStyle/>
                    <a:p>
                      <a:r>
                        <a:rPr sz="1575" b="1">
                          <a:solidFill>
                            <a:srgbClr val="FFFFFF"/>
                          </a:solidFill>
                          <a:latin typeface="Atkinson Hyperlegible"/>
                          <a:ea typeface="Atkinson Hyperlegible"/>
                          <a:cs typeface="Atkinson Hyperlegible"/>
                        </a:rPr>
                        <a:t>Coupled conditions</a:t>
                      </a:r>
                    </a:p>
                  </a:txBody>
                  <a:tcPr marL="114300" marR="95250" marT="104775" marB="85725">
                    <a:solidFill>
                      <a:srgbClr val="137B73"/>
                    </a:solidFill>
                  </a:tcPr>
                </a:tc>
              </a:tr>
              <a:tr h="571500">
                <a:tc>
                  <a:txBody>
                    <a:bodyPr lIns="95250" tIns="95250" rIns="95250" bIns="95250"/>
                    <a:lstStyle/>
                    <a:p>
                      <a:r>
                        <a:rPr sz="1575" b="0">
                          <a:solidFill>
                            <a:srgbClr val="173F43"/>
                          </a:solidFill>
                          <a:latin typeface="Atkinson Hyperlegible"/>
                          <a:ea typeface="Atkinson Hyperlegible"/>
                          <a:cs typeface="Atkinson Hyperlegible"/>
                        </a:rPr>
                        <a:t>Validation</a:t>
                      </a:r>
                    </a:p>
                  </a:txBody>
                  <a:tcPr marL="114300" marR="95250" marT="104775" marB="85725">
                    <a:solidFill>
                      <a:srgbClr val="FFFFFF"/>
                    </a:solidFill>
                  </a:tcPr>
                </a:tc>
                <a:tc>
                  <a:txBody>
                    <a:bodyPr lIns="95250" tIns="95250" rIns="95250" bIns="95250"/>
                    <a:lstStyle/>
                    <a:p>
                      <a:r>
                        <a:rPr sz="1575" b="0">
                          <a:solidFill>
                            <a:srgbClr val="173F43"/>
                          </a:solidFill>
                          <a:latin typeface="Atkinson Hyperlegible"/>
                          <a:ea typeface="Atkinson Hyperlegible"/>
                          <a:cs typeface="Atkinson Hyperlegible"/>
                        </a:rPr>
                        <a:t>5 seeds × 32 = 160</a:t>
                      </a:r>
                    </a:p>
                  </a:txBody>
                  <a:tcPr marL="114300" marR="95250" marT="104775" marB="85725">
                    <a:solidFill>
                      <a:srgbClr val="FFFFFF"/>
                    </a:solidFill>
                  </a:tcPr>
                </a:tc>
                <a:tc>
                  <a:txBody>
                    <a:bodyPr lIns="95250" tIns="95250" rIns="95250" bIns="95250"/>
                    <a:lstStyle/>
                    <a:p>
                      <a:r>
                        <a:rPr sz="1575" b="0">
                          <a:solidFill>
                            <a:srgbClr val="173F43"/>
                          </a:solidFill>
                          <a:latin typeface="Atkinson Hyperlegible"/>
                          <a:ea typeface="Atkinson Hyperlegible"/>
                          <a:cs typeface="Atkinson Hyperlegible"/>
                        </a:rPr>
                        <a:t>480</a:t>
                      </a:r>
                    </a:p>
                  </a:txBody>
                  <a:tcPr marL="114300" marR="95250" marT="104775" marB="85725">
                    <a:solidFill>
                      <a:srgbClr val="FFFFFF"/>
                    </a:solidFill>
                  </a:tcPr>
                </a:tc>
              </a:tr>
              <a:tr h="571500">
                <a:tc>
                  <a:txBody>
                    <a:bodyPr lIns="95250" tIns="95250" rIns="95250" bIns="95250"/>
                    <a:lstStyle/>
                    <a:p>
                      <a:r>
                        <a:rPr sz="1575" b="0">
                          <a:solidFill>
                            <a:srgbClr val="173F43"/>
                          </a:solidFill>
                          <a:latin typeface="Atkinson Hyperlegible"/>
                          <a:ea typeface="Atkinson Hyperlegible"/>
                          <a:cs typeface="Atkinson Hyperlegible"/>
                        </a:rPr>
                        <a:t>Final test</a:t>
                      </a:r>
                    </a:p>
                  </a:txBody>
                  <a:tcPr marL="114300" marR="95250" marT="104775" marB="85725">
                    <a:solidFill>
                      <a:srgbClr val="E7F0EC"/>
                    </a:solidFill>
                  </a:tcPr>
                </a:tc>
                <a:tc>
                  <a:txBody>
                    <a:bodyPr lIns="95250" tIns="95250" rIns="95250" bIns="95250"/>
                    <a:lstStyle/>
                    <a:p>
                      <a:r>
                        <a:rPr sz="1575" b="0">
                          <a:solidFill>
                            <a:srgbClr val="173F43"/>
                          </a:solidFill>
                          <a:latin typeface="Atkinson Hyperlegible"/>
                          <a:ea typeface="Atkinson Hyperlegible"/>
                          <a:cs typeface="Atkinson Hyperlegible"/>
                        </a:rPr>
                        <a:t>10 seeds × 32 = 320</a:t>
                      </a:r>
                    </a:p>
                  </a:txBody>
                  <a:tcPr marL="114300" marR="95250" marT="104775" marB="85725">
                    <a:solidFill>
                      <a:srgbClr val="E7F0EC"/>
                    </a:solidFill>
                  </a:tcPr>
                </a:tc>
                <a:tc>
                  <a:txBody>
                    <a:bodyPr lIns="95250" tIns="95250" rIns="95250" bIns="95250"/>
                    <a:lstStyle/>
                    <a:p>
                      <a:r>
                        <a:rPr sz="1575" b="0">
                          <a:solidFill>
                            <a:srgbClr val="173F43"/>
                          </a:solidFill>
                          <a:latin typeface="Atkinson Hyperlegible"/>
                          <a:ea typeface="Atkinson Hyperlegible"/>
                          <a:cs typeface="Atkinson Hyperlegible"/>
                        </a:rPr>
                        <a:t>960</a:t>
                      </a:r>
                    </a:p>
                  </a:txBody>
                  <a:tcPr marL="114300" marR="95250" marT="104775" marB="85725">
                    <a:solidFill>
                      <a:srgbClr val="E7F0EC"/>
                    </a:solidFill>
                  </a:tcPr>
                </a:tc>
              </a:tr>
            </a:tbl>
          </a:graphicData>
        </a:graphic>
      </p:graphicFrame>
      <p:sp>
        <p:nvSpPr>
          <p:cNvPr id="8" name="shape-76">
            <a:extLst xmlns:a="http://schemas.openxmlformats.org/drawingml/2006/main">
              <a:ext uri="{FF2B5EF4-FFF2-40B4-BE49-F238E27FC236}">
                <a16:creationId xmlns:a16="http://schemas.microsoft.com/office/drawing/2014/main" id="{0565A28A-C495-4D90-B6AE-2C29627B7EE6}"/>
              </a:ext>
            </a:extLst>
          </p:cNvPr>
          <p:cNvSpPr>
            <a:spLocks xmlns:a="http://schemas.openxmlformats.org/drawingml/2006/main" noGrp="1"/>
          </p:cNvSpPr>
          <p:nvPr/>
        </p:nvSpPr>
        <p:spPr>
          <a:xfrm xmlns:a="http://schemas.openxmlformats.org/drawingml/2006/main">
            <a:off x="609600" y="4276725"/>
            <a:ext cx="57150" cy="257175"/>
          </a:xfrm>
          <a:prstGeom xmlns:a="http://schemas.openxmlformats.org/drawingml/2006/main" prst="rect">
            <a:avLst/>
          </a:prstGeom>
          <a:solidFill xmlns:a="http://schemas.openxmlformats.org/drawingml/2006/main">
            <a:srgbClr val="E77D60"/>
          </a:solidFill>
          <a:ln xmlns:a="http://schemas.openxmlformats.org/drawingml/2006/main" w="0">
            <a:noFill/>
          </a:ln>
        </p:spPr>
      </p:sp>
      <p:sp>
        <p:nvSpPr>
          <p:cNvPr id="9" name="shape-77">
            <a:extLst xmlns:a="http://schemas.openxmlformats.org/drawingml/2006/main">
              <a:ext uri="{FF2B5EF4-FFF2-40B4-BE49-F238E27FC236}">
                <a16:creationId xmlns:a16="http://schemas.microsoft.com/office/drawing/2014/main" id="{5D072F1E-8A40-4ECD-BC2A-19CD24AFBB00}"/>
              </a:ext>
            </a:extLst>
          </p:cNvPr>
          <p:cNvSpPr>
            <a:spLocks xmlns:a="http://schemas.openxmlformats.org/drawingml/2006/main" noGrp="1"/>
          </p:cNvSpPr>
          <p:nvPr/>
        </p:nvSpPr>
        <p:spPr>
          <a:xfrm xmlns:a="http://schemas.openxmlformats.org/drawingml/2006/main">
            <a:off x="828675" y="4162425"/>
            <a:ext cx="107537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3F43"/>
                </a:solidFill>
                <a:latin typeface="Atkinson Hyperlegible"/>
                <a:ea typeface="Atkinson Hyperlegible"/>
                <a:cs typeface="Atkinson Hyperlegible"/>
              </a:defRPr>
            </a:defPPr>
            <a:lvl1pPr algn="l">
              <a:defRPr sz="1875" b="0">
                <a:solidFill>
                  <a:srgbClr val="173F43"/>
                </a:solidFill>
                <a:latin typeface="Atkinson Hyperlegible"/>
                <a:ea typeface="Atkinson Hyperlegible"/>
                <a:cs typeface="Atkinson Hyperlegible"/>
              </a:defRPr>
            </a:lvl1pPr>
            <a:lvl2pPr algn="l">
              <a:defRPr sz="1875" b="0">
                <a:solidFill>
                  <a:srgbClr val="173F43"/>
                </a:solidFill>
                <a:latin typeface="Atkinson Hyperlegible"/>
                <a:ea typeface="Atkinson Hyperlegible"/>
                <a:cs typeface="Atkinson Hyperlegible"/>
              </a:defRPr>
            </a:lvl2pPr>
            <a:lvl3pPr algn="l">
              <a:defRPr sz="1875" b="0">
                <a:solidFill>
                  <a:srgbClr val="173F43"/>
                </a:solidFill>
                <a:latin typeface="Atkinson Hyperlegible"/>
                <a:ea typeface="Atkinson Hyperlegible"/>
                <a:cs typeface="Atkinson Hyperlegible"/>
              </a:defRPr>
            </a:lvl3pPr>
            <a:lvl4pPr algn="l">
              <a:defRPr sz="1875" b="0">
                <a:solidFill>
                  <a:srgbClr val="173F43"/>
                </a:solidFill>
                <a:latin typeface="Atkinson Hyperlegible"/>
                <a:ea typeface="Atkinson Hyperlegible"/>
                <a:cs typeface="Atkinson Hyperlegible"/>
              </a:defRPr>
            </a:lvl4pPr>
            <a:lvl5pPr algn="l">
              <a:defRPr sz="1875" b="0">
                <a:solidFill>
                  <a:srgbClr val="173F43"/>
                </a:solidFill>
                <a:latin typeface="Atkinson Hyperlegible"/>
                <a:ea typeface="Atkinson Hyperlegible"/>
                <a:cs typeface="Atkinson Hyperlegible"/>
              </a:defRPr>
            </a:lvl5pPr>
            <a:lvl6pPr algn="l">
              <a:defRPr sz="1875" b="0">
                <a:solidFill>
                  <a:srgbClr val="173F43"/>
                </a:solidFill>
                <a:latin typeface="Atkinson Hyperlegible"/>
                <a:ea typeface="Atkinson Hyperlegible"/>
                <a:cs typeface="Atkinson Hyperlegible"/>
              </a:defRPr>
            </a:lvl6pPr>
            <a:lvl7pPr algn="l">
              <a:defRPr sz="1875" b="0">
                <a:solidFill>
                  <a:srgbClr val="173F43"/>
                </a:solidFill>
                <a:latin typeface="Atkinson Hyperlegible"/>
                <a:ea typeface="Atkinson Hyperlegible"/>
                <a:cs typeface="Atkinson Hyperlegible"/>
              </a:defRPr>
            </a:lvl7pPr>
            <a:lvl8pPr algn="l">
              <a:defRPr sz="1875" b="0">
                <a:solidFill>
                  <a:srgbClr val="173F43"/>
                </a:solidFill>
                <a:latin typeface="Atkinson Hyperlegible"/>
                <a:ea typeface="Atkinson Hyperlegible"/>
                <a:cs typeface="Atkinson Hyperlegible"/>
              </a:defRPr>
            </a:lvl8pPr>
            <a:lvl9pPr algn="l">
              <a:defRPr sz="1875" b="0">
                <a:solidFill>
                  <a:srgbClr val="173F43"/>
                </a:solidFill>
                <a:latin typeface="Atkinson Hyperlegible"/>
                <a:ea typeface="Atkinson Hyperlegible"/>
                <a:cs typeface="Atkinson Hyperlegible"/>
              </a:defRPr>
            </a:lvl9pPr>
          </a:lstStyle>
          <a:p xmlns:a="http://schemas.openxmlformats.org/drawingml/2006/main">
            <a:pPr algn="l">
              <a:defRPr sz="1875" b="0">
                <a:solidFill>
                  <a:srgbClr val="173F43"/>
                </a:solidFill>
                <a:latin typeface="Atkinson Hyperlegible"/>
                <a:ea typeface="Atkinson Hyperlegible"/>
                <a:cs typeface="Atkinson Hyperlegible"/>
              </a:defRPr>
            </a:pPr>
            <a:r>
              <a:rPr sz="1875" b="0">
                <a:solidFill>
                  <a:srgbClr val="173F43"/>
                </a:solidFill>
                <a:latin typeface="Atkinson Hyperlegible"/>
                <a:ea typeface="Atkinson Hyperlegible"/>
                <a:cs typeface="Atkinson Hyperlegible"/>
              </a:rPr>
              <a:t>12 methods: Fixed Rotation, optimizer, five selected PPO actors and five iteration-600 actors.</a:t>
            </a:r>
          </a:p>
        </p:txBody>
      </p:sp>
      <p:sp>
        <p:nvSpPr>
          <p:cNvPr id="10" name="shape-78">
            <a:extLst xmlns:a="http://schemas.openxmlformats.org/drawingml/2006/main">
              <a:ext uri="{FF2B5EF4-FFF2-40B4-BE49-F238E27FC236}">
                <a16:creationId xmlns:a16="http://schemas.microsoft.com/office/drawing/2014/main" id="{F263687A-B18A-4EFD-B290-C04ED32007C3}"/>
              </a:ext>
            </a:extLst>
          </p:cNvPr>
          <p:cNvSpPr>
            <a:spLocks xmlns:a="http://schemas.openxmlformats.org/drawingml/2006/main" noGrp="1"/>
          </p:cNvSpPr>
          <p:nvPr/>
        </p:nvSpPr>
        <p:spPr>
          <a:xfrm xmlns:a="http://schemas.openxmlformats.org/drawingml/2006/main">
            <a:off x="609600" y="4924425"/>
            <a:ext cx="57150" cy="257175"/>
          </a:xfrm>
          <a:prstGeom xmlns:a="http://schemas.openxmlformats.org/drawingml/2006/main" prst="rect">
            <a:avLst/>
          </a:prstGeom>
          <a:solidFill xmlns:a="http://schemas.openxmlformats.org/drawingml/2006/main">
            <a:srgbClr val="E77D60"/>
          </a:solidFill>
          <a:ln xmlns:a="http://schemas.openxmlformats.org/drawingml/2006/main" w="0">
            <a:noFill/>
          </a:ln>
        </p:spPr>
      </p:sp>
      <p:sp>
        <p:nvSpPr>
          <p:cNvPr id="11" name="shape-79">
            <a:extLst xmlns:a="http://schemas.openxmlformats.org/drawingml/2006/main">
              <a:ext uri="{FF2B5EF4-FFF2-40B4-BE49-F238E27FC236}">
                <a16:creationId xmlns:a16="http://schemas.microsoft.com/office/drawing/2014/main" id="{0DAAA7E5-A426-4C36-9F13-00A7B1980DE8}"/>
              </a:ext>
            </a:extLst>
          </p:cNvPr>
          <p:cNvSpPr>
            <a:spLocks xmlns:a="http://schemas.openxmlformats.org/drawingml/2006/main" noGrp="1"/>
          </p:cNvSpPr>
          <p:nvPr/>
        </p:nvSpPr>
        <p:spPr>
          <a:xfrm xmlns:a="http://schemas.openxmlformats.org/drawingml/2006/main">
            <a:off x="828675" y="4810125"/>
            <a:ext cx="107537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3F43"/>
                </a:solidFill>
                <a:latin typeface="Atkinson Hyperlegible"/>
                <a:ea typeface="Atkinson Hyperlegible"/>
                <a:cs typeface="Atkinson Hyperlegible"/>
              </a:defRPr>
            </a:defPPr>
            <a:lvl1pPr algn="l">
              <a:defRPr sz="1875" b="0">
                <a:solidFill>
                  <a:srgbClr val="173F43"/>
                </a:solidFill>
                <a:latin typeface="Atkinson Hyperlegible"/>
                <a:ea typeface="Atkinson Hyperlegible"/>
                <a:cs typeface="Atkinson Hyperlegible"/>
              </a:defRPr>
            </a:lvl1pPr>
            <a:lvl2pPr algn="l">
              <a:defRPr sz="1875" b="0">
                <a:solidFill>
                  <a:srgbClr val="173F43"/>
                </a:solidFill>
                <a:latin typeface="Atkinson Hyperlegible"/>
                <a:ea typeface="Atkinson Hyperlegible"/>
                <a:cs typeface="Atkinson Hyperlegible"/>
              </a:defRPr>
            </a:lvl2pPr>
            <a:lvl3pPr algn="l">
              <a:defRPr sz="1875" b="0">
                <a:solidFill>
                  <a:srgbClr val="173F43"/>
                </a:solidFill>
                <a:latin typeface="Atkinson Hyperlegible"/>
                <a:ea typeface="Atkinson Hyperlegible"/>
                <a:cs typeface="Atkinson Hyperlegible"/>
              </a:defRPr>
            </a:lvl3pPr>
            <a:lvl4pPr algn="l">
              <a:defRPr sz="1875" b="0">
                <a:solidFill>
                  <a:srgbClr val="173F43"/>
                </a:solidFill>
                <a:latin typeface="Atkinson Hyperlegible"/>
                <a:ea typeface="Atkinson Hyperlegible"/>
                <a:cs typeface="Atkinson Hyperlegible"/>
              </a:defRPr>
            </a:lvl4pPr>
            <a:lvl5pPr algn="l">
              <a:defRPr sz="1875" b="0">
                <a:solidFill>
                  <a:srgbClr val="173F43"/>
                </a:solidFill>
                <a:latin typeface="Atkinson Hyperlegible"/>
                <a:ea typeface="Atkinson Hyperlegible"/>
                <a:cs typeface="Atkinson Hyperlegible"/>
              </a:defRPr>
            </a:lvl5pPr>
            <a:lvl6pPr algn="l">
              <a:defRPr sz="1875" b="0">
                <a:solidFill>
                  <a:srgbClr val="173F43"/>
                </a:solidFill>
                <a:latin typeface="Atkinson Hyperlegible"/>
                <a:ea typeface="Atkinson Hyperlegible"/>
                <a:cs typeface="Atkinson Hyperlegible"/>
              </a:defRPr>
            </a:lvl6pPr>
            <a:lvl7pPr algn="l">
              <a:defRPr sz="1875" b="0">
                <a:solidFill>
                  <a:srgbClr val="173F43"/>
                </a:solidFill>
                <a:latin typeface="Atkinson Hyperlegible"/>
                <a:ea typeface="Atkinson Hyperlegible"/>
                <a:cs typeface="Atkinson Hyperlegible"/>
              </a:defRPr>
            </a:lvl7pPr>
            <a:lvl8pPr algn="l">
              <a:defRPr sz="1875" b="0">
                <a:solidFill>
                  <a:srgbClr val="173F43"/>
                </a:solidFill>
                <a:latin typeface="Atkinson Hyperlegible"/>
                <a:ea typeface="Atkinson Hyperlegible"/>
                <a:cs typeface="Atkinson Hyperlegible"/>
              </a:defRPr>
            </a:lvl8pPr>
            <a:lvl9pPr algn="l">
              <a:defRPr sz="1875" b="0">
                <a:solidFill>
                  <a:srgbClr val="173F43"/>
                </a:solidFill>
                <a:latin typeface="Atkinson Hyperlegible"/>
                <a:ea typeface="Atkinson Hyperlegible"/>
                <a:cs typeface="Atkinson Hyperlegible"/>
              </a:defRPr>
            </a:lvl9pPr>
          </a:lstStyle>
          <a:p xmlns:a="http://schemas.openxmlformats.org/drawingml/2006/main">
            <a:pPr algn="l">
              <a:defRPr sz="1875" b="0">
                <a:solidFill>
                  <a:srgbClr val="173F43"/>
                </a:solidFill>
                <a:latin typeface="Atkinson Hyperlegible"/>
                <a:ea typeface="Atkinson Hyperlegible"/>
                <a:cs typeface="Atkinson Hyperlegible"/>
              </a:defRPr>
            </a:pPr>
            <a:r>
              <a:rPr sz="1875" b="0">
                <a:solidFill>
                  <a:srgbClr val="173F43"/>
                </a:solidFill>
                <a:latin typeface="Atkinson Hyperlegible"/>
                <a:ea typeface="Atkinson Hyperlegible"/>
                <a:cs typeface="Atkinson Hyperlegible"/>
              </a:rPr>
              <a:t>11,520 trajectories. Bootstrap resamples five training runs and matched base-draw clusters.</a:t>
            </a:r>
          </a:p>
        </p:txBody>
      </p:sp>
      <p:sp>
        <p:nvSpPr>
          <p:cNvPr id="12" name="shape-80">
            <a:extLst xmlns:a="http://schemas.openxmlformats.org/drawingml/2006/main">
              <a:ext uri="{FF2B5EF4-FFF2-40B4-BE49-F238E27FC236}">
                <a16:creationId xmlns:a16="http://schemas.microsoft.com/office/drawing/2014/main" id="{522B6993-35B1-4F13-8226-F312B7EAB372}"/>
              </a:ext>
            </a:extLst>
          </p:cNvPr>
          <p:cNvSpPr>
            <a:spLocks xmlns:a="http://schemas.openxmlformats.org/drawingml/2006/main" noGrp="1"/>
          </p:cNvSpPr>
          <p:nvPr/>
        </p:nvSpPr>
        <p:spPr>
          <a:xfrm xmlns:a="http://schemas.openxmlformats.org/drawingml/2006/main">
            <a:off x="609600" y="5572125"/>
            <a:ext cx="57150" cy="257175"/>
          </a:xfrm>
          <a:prstGeom xmlns:a="http://schemas.openxmlformats.org/drawingml/2006/main" prst="rect">
            <a:avLst/>
          </a:prstGeom>
          <a:solidFill xmlns:a="http://schemas.openxmlformats.org/drawingml/2006/main">
            <a:srgbClr val="E77D60"/>
          </a:solidFill>
          <a:ln xmlns:a="http://schemas.openxmlformats.org/drawingml/2006/main" w="0">
            <a:noFill/>
          </a:ln>
        </p:spPr>
      </p:sp>
      <p:sp>
        <p:nvSpPr>
          <p:cNvPr id="13" name="shape-81">
            <a:extLst xmlns:a="http://schemas.openxmlformats.org/drawingml/2006/main">
              <a:ext uri="{FF2B5EF4-FFF2-40B4-BE49-F238E27FC236}">
                <a16:creationId xmlns:a16="http://schemas.microsoft.com/office/drawing/2014/main" id="{C01ADAAC-FD9A-4483-AA90-27808AC43230}"/>
              </a:ext>
            </a:extLst>
          </p:cNvPr>
          <p:cNvSpPr>
            <a:spLocks xmlns:a="http://schemas.openxmlformats.org/drawingml/2006/main" noGrp="1"/>
          </p:cNvSpPr>
          <p:nvPr/>
        </p:nvSpPr>
        <p:spPr>
          <a:xfrm xmlns:a="http://schemas.openxmlformats.org/drawingml/2006/main">
            <a:off x="828675" y="5457825"/>
            <a:ext cx="107537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3F43"/>
                </a:solidFill>
                <a:latin typeface="Atkinson Hyperlegible"/>
                <a:ea typeface="Atkinson Hyperlegible"/>
                <a:cs typeface="Atkinson Hyperlegible"/>
              </a:defRPr>
            </a:defPPr>
            <a:lvl1pPr algn="l">
              <a:defRPr sz="1875" b="0">
                <a:solidFill>
                  <a:srgbClr val="173F43"/>
                </a:solidFill>
                <a:latin typeface="Atkinson Hyperlegible"/>
                <a:ea typeface="Atkinson Hyperlegible"/>
                <a:cs typeface="Atkinson Hyperlegible"/>
              </a:defRPr>
            </a:lvl1pPr>
            <a:lvl2pPr algn="l">
              <a:defRPr sz="1875" b="0">
                <a:solidFill>
                  <a:srgbClr val="173F43"/>
                </a:solidFill>
                <a:latin typeface="Atkinson Hyperlegible"/>
                <a:ea typeface="Atkinson Hyperlegible"/>
                <a:cs typeface="Atkinson Hyperlegible"/>
              </a:defRPr>
            </a:lvl2pPr>
            <a:lvl3pPr algn="l">
              <a:defRPr sz="1875" b="0">
                <a:solidFill>
                  <a:srgbClr val="173F43"/>
                </a:solidFill>
                <a:latin typeface="Atkinson Hyperlegible"/>
                <a:ea typeface="Atkinson Hyperlegible"/>
                <a:cs typeface="Atkinson Hyperlegible"/>
              </a:defRPr>
            </a:lvl3pPr>
            <a:lvl4pPr algn="l">
              <a:defRPr sz="1875" b="0">
                <a:solidFill>
                  <a:srgbClr val="173F43"/>
                </a:solidFill>
                <a:latin typeface="Atkinson Hyperlegible"/>
                <a:ea typeface="Atkinson Hyperlegible"/>
                <a:cs typeface="Atkinson Hyperlegible"/>
              </a:defRPr>
            </a:lvl4pPr>
            <a:lvl5pPr algn="l">
              <a:defRPr sz="1875" b="0">
                <a:solidFill>
                  <a:srgbClr val="173F43"/>
                </a:solidFill>
                <a:latin typeface="Atkinson Hyperlegible"/>
                <a:ea typeface="Atkinson Hyperlegible"/>
                <a:cs typeface="Atkinson Hyperlegible"/>
              </a:defRPr>
            </a:lvl5pPr>
            <a:lvl6pPr algn="l">
              <a:defRPr sz="1875" b="0">
                <a:solidFill>
                  <a:srgbClr val="173F43"/>
                </a:solidFill>
                <a:latin typeface="Atkinson Hyperlegible"/>
                <a:ea typeface="Atkinson Hyperlegible"/>
                <a:cs typeface="Atkinson Hyperlegible"/>
              </a:defRPr>
            </a:lvl6pPr>
            <a:lvl7pPr algn="l">
              <a:defRPr sz="1875" b="0">
                <a:solidFill>
                  <a:srgbClr val="173F43"/>
                </a:solidFill>
                <a:latin typeface="Atkinson Hyperlegible"/>
                <a:ea typeface="Atkinson Hyperlegible"/>
                <a:cs typeface="Atkinson Hyperlegible"/>
              </a:defRPr>
            </a:lvl7pPr>
            <a:lvl8pPr algn="l">
              <a:defRPr sz="1875" b="0">
                <a:solidFill>
                  <a:srgbClr val="173F43"/>
                </a:solidFill>
                <a:latin typeface="Atkinson Hyperlegible"/>
                <a:ea typeface="Atkinson Hyperlegible"/>
                <a:cs typeface="Atkinson Hyperlegible"/>
              </a:defRPr>
            </a:lvl8pPr>
            <a:lvl9pPr algn="l">
              <a:defRPr sz="1875" b="0">
                <a:solidFill>
                  <a:srgbClr val="173F43"/>
                </a:solidFill>
                <a:latin typeface="Atkinson Hyperlegible"/>
                <a:ea typeface="Atkinson Hyperlegible"/>
                <a:cs typeface="Atkinson Hyperlegible"/>
              </a:defRPr>
            </a:lvl9pPr>
          </a:lstStyle>
          <a:p xmlns:a="http://schemas.openxmlformats.org/drawingml/2006/main">
            <a:pPr algn="l">
              <a:defRPr sz="1875" b="0">
                <a:solidFill>
                  <a:srgbClr val="173F43"/>
                </a:solidFill>
                <a:latin typeface="Atkinson Hyperlegible"/>
                <a:ea typeface="Atkinson Hyperlegible"/>
                <a:cs typeface="Atkinson Hyperlegible"/>
              </a:defRPr>
            </a:pPr>
            <a:r>
              <a:rPr sz="1875" b="0">
                <a:solidFill>
                  <a:srgbClr val="173F43"/>
                </a:solidFill>
                <a:latin typeface="Atkinson Hyperlegible"/>
                <a:ea typeface="Atkinson Hyperlegible"/>
                <a:cs typeface="Atkinson Hyperlegible"/>
              </a:rPr>
              <a:t>10,000 resamples. Two primary claims use adjusted 97.5% intervals.</a:t>
            </a:r>
          </a:p>
        </p:txBody>
      </p:sp>
    </p:spTree>
    <p:extLst>
      <p:ext uri="{BB962C8B-B14F-4D97-AF65-F5344CB8AC3E}">
        <p14:creationId xmlns:p14="http://schemas.microsoft.com/office/powerpoint/2010/main" val="474601860"/>
      </p:ext>
    </p:extLst>
  </p:cSld>
</p:sld>
</file>

<file path=ppt/slides/slide10.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11" name="shape-82">
            <a:extLst xmlns:a="http://schemas.openxmlformats.org/drawingml/2006/main">
              <a:ext uri="{FF2B5EF4-FFF2-40B4-BE49-F238E27FC236}">
                <a16:creationId xmlns:a16="http://schemas.microsoft.com/office/drawing/2014/main" id="{855CA3F2-FCE3-4AC0-AFCF-225920DDF64E}"/>
              </a:ext>
            </a:extLst>
          </p:cNvPr>
          <p:cNvSpPr>
            <a:spLocks xmlns:a="http://schemas.openxmlformats.org/drawingml/2006/main" noGrp="1"/>
          </p:cNvSpPr>
          <p:nvPr/>
        </p:nvSpPr>
        <p:spPr>
          <a:xfrm xmlns:a="http://schemas.openxmlformats.org/drawingml/2006/main">
            <a:off x="609600" y="266700"/>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37B73"/>
                </a:solidFill>
                <a:latin typeface="Atkinson Hyperlegible"/>
                <a:ea typeface="Atkinson Hyperlegible"/>
                <a:cs typeface="Atkinson Hyperlegible"/>
              </a:defRPr>
            </a:defPPr>
            <a:lvl1pPr algn="l">
              <a:defRPr sz="1350" b="1">
                <a:solidFill>
                  <a:srgbClr val="137B73"/>
                </a:solidFill>
                <a:latin typeface="Atkinson Hyperlegible"/>
                <a:ea typeface="Atkinson Hyperlegible"/>
                <a:cs typeface="Atkinson Hyperlegible"/>
              </a:defRPr>
            </a:lvl1pPr>
            <a:lvl2pPr algn="l">
              <a:defRPr sz="1350" b="1">
                <a:solidFill>
                  <a:srgbClr val="137B73"/>
                </a:solidFill>
                <a:latin typeface="Atkinson Hyperlegible"/>
                <a:ea typeface="Atkinson Hyperlegible"/>
                <a:cs typeface="Atkinson Hyperlegible"/>
              </a:defRPr>
            </a:lvl2pPr>
            <a:lvl3pPr algn="l">
              <a:defRPr sz="1350" b="1">
                <a:solidFill>
                  <a:srgbClr val="137B73"/>
                </a:solidFill>
                <a:latin typeface="Atkinson Hyperlegible"/>
                <a:ea typeface="Atkinson Hyperlegible"/>
                <a:cs typeface="Atkinson Hyperlegible"/>
              </a:defRPr>
            </a:lvl3pPr>
            <a:lvl4pPr algn="l">
              <a:defRPr sz="1350" b="1">
                <a:solidFill>
                  <a:srgbClr val="137B73"/>
                </a:solidFill>
                <a:latin typeface="Atkinson Hyperlegible"/>
                <a:ea typeface="Atkinson Hyperlegible"/>
                <a:cs typeface="Atkinson Hyperlegible"/>
              </a:defRPr>
            </a:lvl4pPr>
            <a:lvl5pPr algn="l">
              <a:defRPr sz="1350" b="1">
                <a:solidFill>
                  <a:srgbClr val="137B73"/>
                </a:solidFill>
                <a:latin typeface="Atkinson Hyperlegible"/>
                <a:ea typeface="Atkinson Hyperlegible"/>
                <a:cs typeface="Atkinson Hyperlegible"/>
              </a:defRPr>
            </a:lvl5pPr>
            <a:lvl6pPr algn="l">
              <a:defRPr sz="1350" b="1">
                <a:solidFill>
                  <a:srgbClr val="137B73"/>
                </a:solidFill>
                <a:latin typeface="Atkinson Hyperlegible"/>
                <a:ea typeface="Atkinson Hyperlegible"/>
                <a:cs typeface="Atkinson Hyperlegible"/>
              </a:defRPr>
            </a:lvl6pPr>
            <a:lvl7pPr algn="l">
              <a:defRPr sz="1350" b="1">
                <a:solidFill>
                  <a:srgbClr val="137B73"/>
                </a:solidFill>
                <a:latin typeface="Atkinson Hyperlegible"/>
                <a:ea typeface="Atkinson Hyperlegible"/>
                <a:cs typeface="Atkinson Hyperlegible"/>
              </a:defRPr>
            </a:lvl7pPr>
            <a:lvl8pPr algn="l">
              <a:defRPr sz="1350" b="1">
                <a:solidFill>
                  <a:srgbClr val="137B73"/>
                </a:solidFill>
                <a:latin typeface="Atkinson Hyperlegible"/>
                <a:ea typeface="Atkinson Hyperlegible"/>
                <a:cs typeface="Atkinson Hyperlegible"/>
              </a:defRPr>
            </a:lvl8pPr>
            <a:lvl9pPr algn="l">
              <a:defRPr sz="1350" b="1">
                <a:solidFill>
                  <a:srgbClr val="137B73"/>
                </a:solidFill>
                <a:latin typeface="Atkinson Hyperlegible"/>
                <a:ea typeface="Atkinson Hyperlegible"/>
                <a:cs typeface="Atkinson Hyperlegible"/>
              </a:defRPr>
            </a:lvl9pPr>
          </a:lstStyle>
          <a:p xmlns:a="http://schemas.openxmlformats.org/drawingml/2006/main">
            <a:pPr algn="l">
              <a:defRPr sz="1350" b="1">
                <a:solidFill>
                  <a:srgbClr val="137B73"/>
                </a:solidFill>
                <a:latin typeface="Atkinson Hyperlegible"/>
                <a:ea typeface="Atkinson Hyperlegible"/>
                <a:cs typeface="Atkinson Hyperlegible"/>
              </a:defRPr>
            </a:pPr>
            <a:r>
              <a:rPr sz="1350" b="1">
                <a:solidFill>
                  <a:srgbClr val="137B73"/>
                </a:solidFill>
                <a:latin typeface="Atkinson Hyperlegible"/>
                <a:ea typeface="Atkinson Hyperlegible"/>
                <a:cs typeface="Atkinson Hyperlegible"/>
              </a:rPr>
              <a:t>GridGuard Khartoum</a:t>
            </a:r>
          </a:p>
        </p:txBody>
      </p:sp>
      <p:sp>
        <p:nvSpPr>
          <p:cNvPr id="2" name="shape-83">
            <a:extLst xmlns:a="http://schemas.openxmlformats.org/drawingml/2006/main">
              <a:ext uri="{FF2B5EF4-FFF2-40B4-BE49-F238E27FC236}">
                <a16:creationId xmlns:a16="http://schemas.microsoft.com/office/drawing/2014/main" id="{3E3664DC-90A6-4991-9FA9-9643D0BFB5F9}"/>
              </a:ext>
            </a:extLst>
          </p:cNvPr>
          <p:cNvSpPr>
            <a:spLocks xmlns:a="http://schemas.openxmlformats.org/drawingml/2006/main" noGrp="1"/>
          </p:cNvSpPr>
          <p:nvPr/>
        </p:nvSpPr>
        <p:spPr>
          <a:xfrm xmlns:a="http://schemas.openxmlformats.org/drawingml/2006/main">
            <a:off x="609600" y="7334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F43"/>
                </a:solidFill>
                <a:latin typeface="Atkinson Hyperlegible"/>
                <a:ea typeface="Atkinson Hyperlegible"/>
                <a:cs typeface="Atkinson Hyperlegible"/>
              </a:defRPr>
            </a:defPPr>
            <a:lvl1pPr algn="l">
              <a:defRPr sz="3150" b="1">
                <a:solidFill>
                  <a:srgbClr val="173F43"/>
                </a:solidFill>
                <a:latin typeface="Atkinson Hyperlegible"/>
                <a:ea typeface="Atkinson Hyperlegible"/>
                <a:cs typeface="Atkinson Hyperlegible"/>
              </a:defRPr>
            </a:lvl1pPr>
            <a:lvl2pPr algn="l">
              <a:defRPr sz="3150" b="1">
                <a:solidFill>
                  <a:srgbClr val="173F43"/>
                </a:solidFill>
                <a:latin typeface="Atkinson Hyperlegible"/>
                <a:ea typeface="Atkinson Hyperlegible"/>
                <a:cs typeface="Atkinson Hyperlegible"/>
              </a:defRPr>
            </a:lvl2pPr>
            <a:lvl3pPr algn="l">
              <a:defRPr sz="3150" b="1">
                <a:solidFill>
                  <a:srgbClr val="173F43"/>
                </a:solidFill>
                <a:latin typeface="Atkinson Hyperlegible"/>
                <a:ea typeface="Atkinson Hyperlegible"/>
                <a:cs typeface="Atkinson Hyperlegible"/>
              </a:defRPr>
            </a:lvl3pPr>
            <a:lvl4pPr algn="l">
              <a:defRPr sz="3150" b="1">
                <a:solidFill>
                  <a:srgbClr val="173F43"/>
                </a:solidFill>
                <a:latin typeface="Atkinson Hyperlegible"/>
                <a:ea typeface="Atkinson Hyperlegible"/>
                <a:cs typeface="Atkinson Hyperlegible"/>
              </a:defRPr>
            </a:lvl4pPr>
            <a:lvl5pPr algn="l">
              <a:defRPr sz="3150" b="1">
                <a:solidFill>
                  <a:srgbClr val="173F43"/>
                </a:solidFill>
                <a:latin typeface="Atkinson Hyperlegible"/>
                <a:ea typeface="Atkinson Hyperlegible"/>
                <a:cs typeface="Atkinson Hyperlegible"/>
              </a:defRPr>
            </a:lvl5pPr>
            <a:lvl6pPr algn="l">
              <a:defRPr sz="3150" b="1">
                <a:solidFill>
                  <a:srgbClr val="173F43"/>
                </a:solidFill>
                <a:latin typeface="Atkinson Hyperlegible"/>
                <a:ea typeface="Atkinson Hyperlegible"/>
                <a:cs typeface="Atkinson Hyperlegible"/>
              </a:defRPr>
            </a:lvl6pPr>
            <a:lvl7pPr algn="l">
              <a:defRPr sz="3150" b="1">
                <a:solidFill>
                  <a:srgbClr val="173F43"/>
                </a:solidFill>
                <a:latin typeface="Atkinson Hyperlegible"/>
                <a:ea typeface="Atkinson Hyperlegible"/>
                <a:cs typeface="Atkinson Hyperlegible"/>
              </a:defRPr>
            </a:lvl7pPr>
            <a:lvl8pPr algn="l">
              <a:defRPr sz="3150" b="1">
                <a:solidFill>
                  <a:srgbClr val="173F43"/>
                </a:solidFill>
                <a:latin typeface="Atkinson Hyperlegible"/>
                <a:ea typeface="Atkinson Hyperlegible"/>
                <a:cs typeface="Atkinson Hyperlegible"/>
              </a:defRPr>
            </a:lvl8pPr>
            <a:lvl9pPr algn="l">
              <a:defRPr sz="3150" b="1">
                <a:solidFill>
                  <a:srgbClr val="173F43"/>
                </a:solidFill>
                <a:latin typeface="Atkinson Hyperlegible"/>
                <a:ea typeface="Atkinson Hyperlegible"/>
                <a:cs typeface="Atkinson Hyperlegible"/>
              </a:defRPr>
            </a:lvl9pPr>
          </a:lstStyle>
          <a:p xmlns:a="http://schemas.openxmlformats.org/drawingml/2006/main">
            <a:pPr algn="l">
              <a:defRPr sz="3150" b="1">
                <a:solidFill>
                  <a:srgbClr val="173F43"/>
                </a:solidFill>
                <a:latin typeface="Atkinson Hyperlegible"/>
                <a:ea typeface="Atkinson Hyperlegible"/>
                <a:cs typeface="Atkinson Hyperlegible"/>
              </a:defRPr>
            </a:pPr>
            <a:r>
              <a:rPr sz="3150" b="1">
                <a:solidFill>
                  <a:srgbClr val="173F43"/>
                </a:solidFill>
                <a:latin typeface="Atkinson Hyperlegible"/>
                <a:ea typeface="Atkinson Hyperlegible"/>
                <a:cs typeface="Atkinson Hyperlegible"/>
              </a:rPr>
              <a:t>Main outcomes on 960 matched conditions</a:t>
            </a:r>
          </a:p>
        </p:txBody>
      </p:sp>
      <p:sp>
        <p:nvSpPr>
          <p:cNvPr id="3" name="shape-84">
            <a:extLst xmlns:a="http://schemas.openxmlformats.org/drawingml/2006/main">
              <a:ext uri="{FF2B5EF4-FFF2-40B4-BE49-F238E27FC236}">
                <a16:creationId xmlns:a16="http://schemas.microsoft.com/office/drawing/2014/main" id="{5025B76D-17A2-4949-BD0E-4351FA0E95FE}"/>
              </a:ext>
            </a:extLst>
          </p:cNvPr>
          <p:cNvSpPr>
            <a:spLocks xmlns:a="http://schemas.openxmlformats.org/drawingml/2006/main" noGrp="1"/>
          </p:cNvSpPr>
          <p:nvPr/>
        </p:nvSpPr>
        <p:spPr>
          <a:xfrm xmlns:a="http://schemas.openxmlformats.org/drawingml/2006/main">
            <a:off x="609600" y="136207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787A"/>
                </a:solidFill>
                <a:latin typeface="Atkinson Hyperlegible"/>
                <a:ea typeface="Atkinson Hyperlegible"/>
                <a:cs typeface="Atkinson Hyperlegible"/>
              </a:defRPr>
            </a:defPPr>
            <a:lvl1pPr algn="l">
              <a:defRPr sz="1725" b="0">
                <a:solidFill>
                  <a:srgbClr val="58787A"/>
                </a:solidFill>
                <a:latin typeface="Atkinson Hyperlegible"/>
                <a:ea typeface="Atkinson Hyperlegible"/>
                <a:cs typeface="Atkinson Hyperlegible"/>
              </a:defRPr>
            </a:lvl1pPr>
            <a:lvl2pPr algn="l">
              <a:defRPr sz="1725" b="0">
                <a:solidFill>
                  <a:srgbClr val="58787A"/>
                </a:solidFill>
                <a:latin typeface="Atkinson Hyperlegible"/>
                <a:ea typeface="Atkinson Hyperlegible"/>
                <a:cs typeface="Atkinson Hyperlegible"/>
              </a:defRPr>
            </a:lvl2pPr>
            <a:lvl3pPr algn="l">
              <a:defRPr sz="1725" b="0">
                <a:solidFill>
                  <a:srgbClr val="58787A"/>
                </a:solidFill>
                <a:latin typeface="Atkinson Hyperlegible"/>
                <a:ea typeface="Atkinson Hyperlegible"/>
                <a:cs typeface="Atkinson Hyperlegible"/>
              </a:defRPr>
            </a:lvl3pPr>
            <a:lvl4pPr algn="l">
              <a:defRPr sz="1725" b="0">
                <a:solidFill>
                  <a:srgbClr val="58787A"/>
                </a:solidFill>
                <a:latin typeface="Atkinson Hyperlegible"/>
                <a:ea typeface="Atkinson Hyperlegible"/>
                <a:cs typeface="Atkinson Hyperlegible"/>
              </a:defRPr>
            </a:lvl4pPr>
            <a:lvl5pPr algn="l">
              <a:defRPr sz="1725" b="0">
                <a:solidFill>
                  <a:srgbClr val="58787A"/>
                </a:solidFill>
                <a:latin typeface="Atkinson Hyperlegible"/>
                <a:ea typeface="Atkinson Hyperlegible"/>
                <a:cs typeface="Atkinson Hyperlegible"/>
              </a:defRPr>
            </a:lvl5pPr>
            <a:lvl6pPr algn="l">
              <a:defRPr sz="1725" b="0">
                <a:solidFill>
                  <a:srgbClr val="58787A"/>
                </a:solidFill>
                <a:latin typeface="Atkinson Hyperlegible"/>
                <a:ea typeface="Atkinson Hyperlegible"/>
                <a:cs typeface="Atkinson Hyperlegible"/>
              </a:defRPr>
            </a:lvl6pPr>
            <a:lvl7pPr algn="l">
              <a:defRPr sz="1725" b="0">
                <a:solidFill>
                  <a:srgbClr val="58787A"/>
                </a:solidFill>
                <a:latin typeface="Atkinson Hyperlegible"/>
                <a:ea typeface="Atkinson Hyperlegible"/>
                <a:cs typeface="Atkinson Hyperlegible"/>
              </a:defRPr>
            </a:lvl7pPr>
            <a:lvl8pPr algn="l">
              <a:defRPr sz="1725" b="0">
                <a:solidFill>
                  <a:srgbClr val="58787A"/>
                </a:solidFill>
                <a:latin typeface="Atkinson Hyperlegible"/>
                <a:ea typeface="Atkinson Hyperlegible"/>
                <a:cs typeface="Atkinson Hyperlegible"/>
              </a:defRPr>
            </a:lvl8pPr>
            <a:lvl9pPr algn="l">
              <a:defRPr sz="1725" b="0">
                <a:solidFill>
                  <a:srgbClr val="58787A"/>
                </a:solidFill>
                <a:latin typeface="Atkinson Hyperlegible"/>
                <a:ea typeface="Atkinson Hyperlegible"/>
                <a:cs typeface="Atkinson Hyperlegible"/>
              </a:defRPr>
            </a:lvl9pPr>
          </a:lstStyle>
          <a:p xmlns:a="http://schemas.openxmlformats.org/drawingml/2006/main">
            <a:pPr algn="l">
              <a:defRPr sz="1725" b="0">
                <a:solidFill>
                  <a:srgbClr val="58787A"/>
                </a:solidFill>
                <a:latin typeface="Atkinson Hyperlegible"/>
                <a:ea typeface="Atkinson Hyperlegible"/>
                <a:cs typeface="Atkinson Hyperlegible"/>
              </a:defRPr>
            </a:pPr>
            <a:r>
              <a:rPr sz="1725" b="0">
                <a:solidFill>
                  <a:srgbClr val="58787A"/>
                </a:solidFill>
                <a:latin typeface="Atkinson Hyperlegible"/>
                <a:ea typeface="Atkinson Hyperlegible"/>
                <a:cs typeface="Atkinson Hyperlegible"/>
              </a:rPr>
              <a:t>PPO values average the five independently trained policies equally</a:t>
            </a:r>
          </a:p>
        </p:txBody>
      </p:sp>
      <p:sp>
        <p:nvSpPr>
          <p:cNvPr id="4" name="shape-85">
            <a:extLst xmlns:a="http://schemas.openxmlformats.org/drawingml/2006/main">
              <a:ext uri="{FF2B5EF4-FFF2-40B4-BE49-F238E27FC236}">
                <a16:creationId xmlns:a16="http://schemas.microsoft.com/office/drawing/2014/main" id="{E58F88D5-126C-4236-A386-10D8A24EBE39}"/>
              </a:ext>
            </a:extLst>
          </p:cNvPr>
          <p:cNvSpPr>
            <a:spLocks xmlns:a="http://schemas.openxmlformats.org/drawingml/2006/main" noGrp="1"/>
          </p:cNvSpPr>
          <p:nvPr/>
        </p:nvSpPr>
        <p:spPr>
          <a:xfrm xmlns:a="http://schemas.openxmlformats.org/drawingml/2006/main">
            <a:off x="609600" y="6448425"/>
            <a:ext cx="10972800" cy="9525"/>
          </a:xfrm>
          <a:prstGeom xmlns:a="http://schemas.openxmlformats.org/drawingml/2006/main" prst="rect">
            <a:avLst/>
          </a:prstGeom>
          <a:solidFill xmlns:a="http://schemas.openxmlformats.org/drawingml/2006/main">
            <a:srgbClr val="D8E5DF"/>
          </a:solidFill>
          <a:ln xmlns:a="http://schemas.openxmlformats.org/drawingml/2006/main" w="0">
            <a:noFill/>
          </a:ln>
        </p:spPr>
      </p:sp>
      <p:sp>
        <p:nvSpPr>
          <p:cNvPr id="5" name="shape-86">
            <a:extLst xmlns:a="http://schemas.openxmlformats.org/drawingml/2006/main">
              <a:ext uri="{FF2B5EF4-FFF2-40B4-BE49-F238E27FC236}">
                <a16:creationId xmlns:a16="http://schemas.microsoft.com/office/drawing/2014/main" id="{6E4A01BC-F2A7-4D81-827B-D58256557D8C}"/>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8787A"/>
                </a:solidFill>
                <a:latin typeface="Atkinson Hyperlegible"/>
                <a:ea typeface="Atkinson Hyperlegible"/>
                <a:cs typeface="Atkinson Hyperlegible"/>
              </a:defRPr>
            </a:defPPr>
            <a:lvl1pPr algn="l">
              <a:defRPr sz="1050" b="0">
                <a:solidFill>
                  <a:srgbClr val="58787A"/>
                </a:solidFill>
                <a:latin typeface="Atkinson Hyperlegible"/>
                <a:ea typeface="Atkinson Hyperlegible"/>
                <a:cs typeface="Atkinson Hyperlegible"/>
              </a:defRPr>
            </a:lvl1pPr>
            <a:lvl2pPr algn="l">
              <a:defRPr sz="1050" b="0">
                <a:solidFill>
                  <a:srgbClr val="58787A"/>
                </a:solidFill>
                <a:latin typeface="Atkinson Hyperlegible"/>
                <a:ea typeface="Atkinson Hyperlegible"/>
                <a:cs typeface="Atkinson Hyperlegible"/>
              </a:defRPr>
            </a:lvl2pPr>
            <a:lvl3pPr algn="l">
              <a:defRPr sz="1050" b="0">
                <a:solidFill>
                  <a:srgbClr val="58787A"/>
                </a:solidFill>
                <a:latin typeface="Atkinson Hyperlegible"/>
                <a:ea typeface="Atkinson Hyperlegible"/>
                <a:cs typeface="Atkinson Hyperlegible"/>
              </a:defRPr>
            </a:lvl3pPr>
            <a:lvl4pPr algn="l">
              <a:defRPr sz="1050" b="0">
                <a:solidFill>
                  <a:srgbClr val="58787A"/>
                </a:solidFill>
                <a:latin typeface="Atkinson Hyperlegible"/>
                <a:ea typeface="Atkinson Hyperlegible"/>
                <a:cs typeface="Atkinson Hyperlegible"/>
              </a:defRPr>
            </a:lvl4pPr>
            <a:lvl5pPr algn="l">
              <a:defRPr sz="1050" b="0">
                <a:solidFill>
                  <a:srgbClr val="58787A"/>
                </a:solidFill>
                <a:latin typeface="Atkinson Hyperlegible"/>
                <a:ea typeface="Atkinson Hyperlegible"/>
                <a:cs typeface="Atkinson Hyperlegible"/>
              </a:defRPr>
            </a:lvl5pPr>
            <a:lvl6pPr algn="l">
              <a:defRPr sz="1050" b="0">
                <a:solidFill>
                  <a:srgbClr val="58787A"/>
                </a:solidFill>
                <a:latin typeface="Atkinson Hyperlegible"/>
                <a:ea typeface="Atkinson Hyperlegible"/>
                <a:cs typeface="Atkinson Hyperlegible"/>
              </a:defRPr>
            </a:lvl6pPr>
            <a:lvl7pPr algn="l">
              <a:defRPr sz="1050" b="0">
                <a:solidFill>
                  <a:srgbClr val="58787A"/>
                </a:solidFill>
                <a:latin typeface="Atkinson Hyperlegible"/>
                <a:ea typeface="Atkinson Hyperlegible"/>
                <a:cs typeface="Atkinson Hyperlegible"/>
              </a:defRPr>
            </a:lvl7pPr>
            <a:lvl8pPr algn="l">
              <a:defRPr sz="1050" b="0">
                <a:solidFill>
                  <a:srgbClr val="58787A"/>
                </a:solidFill>
                <a:latin typeface="Atkinson Hyperlegible"/>
                <a:ea typeface="Atkinson Hyperlegible"/>
                <a:cs typeface="Atkinson Hyperlegible"/>
              </a:defRPr>
            </a:lvl8pPr>
            <a:lvl9pPr algn="l">
              <a:defRPr sz="1050" b="0">
                <a:solidFill>
                  <a:srgbClr val="58787A"/>
                </a:solidFill>
                <a:latin typeface="Atkinson Hyperlegible"/>
                <a:ea typeface="Atkinson Hyperlegible"/>
                <a:cs typeface="Atkinson Hyperlegible"/>
              </a:defRPr>
            </a:lvl9pPr>
          </a:lstStyle>
          <a:p xmlns:a="http://schemas.openxmlformats.org/drawingml/2006/main">
            <a:pPr algn="l">
              <a:defRPr sz="1050" b="0">
                <a:solidFill>
                  <a:srgbClr val="58787A"/>
                </a:solidFill>
                <a:latin typeface="Atkinson Hyperlegible"/>
                <a:ea typeface="Atkinson Hyperlegible"/>
                <a:cs typeface="Atkinson Hyperlegible"/>
              </a:defRPr>
            </a:pPr>
            <a:r>
              <a:rPr sz="1050" b="0">
                <a:solidFill>
                  <a:srgbClr val="58787A"/>
                </a:solidFill>
                <a:latin typeface="Atkinson Hyperlegible"/>
                <a:ea typeface="Atkinson Hyperlegible"/>
                <a:cs typeface="Atkinson Hyperlegible"/>
              </a:rPr>
              <a:t>Synthetic scenarios. Decision support only.</a:t>
            </a:r>
          </a:p>
        </p:txBody>
      </p:sp>
      <p:sp>
        <p:nvSpPr>
          <p:cNvPr id="6" name="shape-87">
            <a:extLst xmlns:a="http://schemas.openxmlformats.org/drawingml/2006/main">
              <a:ext uri="{FF2B5EF4-FFF2-40B4-BE49-F238E27FC236}">
                <a16:creationId xmlns:a16="http://schemas.microsoft.com/office/drawing/2014/main" id="{FA2B65DF-2A78-4306-9A55-B596A17AAC41}"/>
              </a:ext>
            </a:extLst>
          </p:cNvPr>
          <p:cNvSpPr>
            <a:spLocks xmlns:a="http://schemas.openxmlformats.org/drawingml/2006/main" noGrp="1"/>
          </p:cNvSpPr>
          <p:nvPr/>
        </p:nvSpPr>
        <p:spPr>
          <a:xfrm xmlns:a="http://schemas.openxmlformats.org/drawingml/2006/main">
            <a:off x="11001375" y="6515100"/>
            <a:ext cx="581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137B73"/>
                </a:solidFill>
                <a:latin typeface="Atkinson Hyperlegible"/>
                <a:ea typeface="Atkinson Hyperlegible"/>
                <a:cs typeface="Atkinson Hyperlegible"/>
              </a:defRPr>
            </a:defPPr>
            <a:lvl1pPr algn="r">
              <a:defRPr sz="1275" b="0">
                <a:solidFill>
                  <a:srgbClr val="137B73"/>
                </a:solidFill>
                <a:latin typeface="Atkinson Hyperlegible"/>
                <a:ea typeface="Atkinson Hyperlegible"/>
                <a:cs typeface="Atkinson Hyperlegible"/>
              </a:defRPr>
            </a:lvl1pPr>
            <a:lvl2pPr algn="r">
              <a:defRPr sz="1275" b="0">
                <a:solidFill>
                  <a:srgbClr val="137B73"/>
                </a:solidFill>
                <a:latin typeface="Atkinson Hyperlegible"/>
                <a:ea typeface="Atkinson Hyperlegible"/>
                <a:cs typeface="Atkinson Hyperlegible"/>
              </a:defRPr>
            </a:lvl2pPr>
            <a:lvl3pPr algn="r">
              <a:defRPr sz="1275" b="0">
                <a:solidFill>
                  <a:srgbClr val="137B73"/>
                </a:solidFill>
                <a:latin typeface="Atkinson Hyperlegible"/>
                <a:ea typeface="Atkinson Hyperlegible"/>
                <a:cs typeface="Atkinson Hyperlegible"/>
              </a:defRPr>
            </a:lvl3pPr>
            <a:lvl4pPr algn="r">
              <a:defRPr sz="1275" b="0">
                <a:solidFill>
                  <a:srgbClr val="137B73"/>
                </a:solidFill>
                <a:latin typeface="Atkinson Hyperlegible"/>
                <a:ea typeface="Atkinson Hyperlegible"/>
                <a:cs typeface="Atkinson Hyperlegible"/>
              </a:defRPr>
            </a:lvl4pPr>
            <a:lvl5pPr algn="r">
              <a:defRPr sz="1275" b="0">
                <a:solidFill>
                  <a:srgbClr val="137B73"/>
                </a:solidFill>
                <a:latin typeface="Atkinson Hyperlegible"/>
                <a:ea typeface="Atkinson Hyperlegible"/>
                <a:cs typeface="Atkinson Hyperlegible"/>
              </a:defRPr>
            </a:lvl5pPr>
            <a:lvl6pPr algn="r">
              <a:defRPr sz="1275" b="0">
                <a:solidFill>
                  <a:srgbClr val="137B73"/>
                </a:solidFill>
                <a:latin typeface="Atkinson Hyperlegible"/>
                <a:ea typeface="Atkinson Hyperlegible"/>
                <a:cs typeface="Atkinson Hyperlegible"/>
              </a:defRPr>
            </a:lvl6pPr>
            <a:lvl7pPr algn="r">
              <a:defRPr sz="1275" b="0">
                <a:solidFill>
                  <a:srgbClr val="137B73"/>
                </a:solidFill>
                <a:latin typeface="Atkinson Hyperlegible"/>
                <a:ea typeface="Atkinson Hyperlegible"/>
                <a:cs typeface="Atkinson Hyperlegible"/>
              </a:defRPr>
            </a:lvl7pPr>
            <a:lvl8pPr algn="r">
              <a:defRPr sz="1275" b="0">
                <a:solidFill>
                  <a:srgbClr val="137B73"/>
                </a:solidFill>
                <a:latin typeface="Atkinson Hyperlegible"/>
                <a:ea typeface="Atkinson Hyperlegible"/>
                <a:cs typeface="Atkinson Hyperlegible"/>
              </a:defRPr>
            </a:lvl8pPr>
            <a:lvl9pPr algn="r">
              <a:defRPr sz="1275" b="0">
                <a:solidFill>
                  <a:srgbClr val="137B73"/>
                </a:solidFill>
                <a:latin typeface="Atkinson Hyperlegible"/>
                <a:ea typeface="Atkinson Hyperlegible"/>
                <a:cs typeface="Atkinson Hyperlegible"/>
              </a:defRPr>
            </a:lvl9pPr>
          </a:lstStyle>
          <a:p xmlns:a="http://schemas.openxmlformats.org/drawingml/2006/main">
            <a:pPr algn="r">
              <a:defRPr sz="1275" b="0">
                <a:solidFill>
                  <a:srgbClr val="137B73"/>
                </a:solidFill>
                <a:latin typeface="Atkinson Hyperlegible"/>
                <a:ea typeface="Atkinson Hyperlegible"/>
                <a:cs typeface="Atkinson Hyperlegible"/>
              </a:defRPr>
            </a:pPr>
            <a:r>
              <a:rPr sz="1275" b="0">
                <a:solidFill>
                  <a:srgbClr val="137B73"/>
                </a:solidFill>
                <a:latin typeface="Atkinson Hyperlegible"/>
                <a:ea typeface="Atkinson Hyperlegible"/>
                <a:cs typeface="Atkinson Hyperlegible"/>
              </a:rPr>
              <a:t>10</a:t>
            </a:r>
          </a:p>
        </p:txBody>
      </p:sp>
      <p:graphicFrame>
        <p:nvGraphicFramePr>
          <p:cNvPr id="7" name="Chart">
            <a:extLst xmlns:a="http://schemas.openxmlformats.org/drawingml/2006/main">
              <a:ext uri="{FF2B5EF4-FFF2-40B4-BE49-F238E27FC236}">
                <a16:creationId xmlns:a16="http://schemas.microsoft.com/office/drawing/2014/main" id="{850DB194-1B00-4368-B602-4FE6ED2A849B}"/>
              </a:ext>
            </a:extLst>
          </p:cNvPr>
          <p:cNvGraphicFramePr/>
          <p:nvPr/>
        </p:nvGraphicFramePr>
        <p:xfrm>
          <a:off xmlns:a="http://schemas.openxmlformats.org/drawingml/2006/main" x="609600" y="2085975"/>
          <a:ext xmlns:a="http://schemas.openxmlformats.org/drawingml/2006/main" cx="3543300" cy="3238500"/>
        </p:xfrm>
        <a:graphic xmlns:a="http://schemas.openxmlformats.org/drawingml/2006/main">
          <a:graphicData uri="http://schemas.openxmlformats.org/drawingml/2006/chart">
            <c:chart xmlns:r="http://schemas.openxmlformats.org/officeDocument/2006/relationships" xmlns:c="http://schemas.openxmlformats.org/drawingml/2006/chart" r:id="Re083e56f05a2440f"/>
          </a:graphicData>
        </a:graphic>
      </p:graphicFrame>
      <p:graphicFrame>
        <p:nvGraphicFramePr>
          <p:cNvPr id="8" name="Chart">
            <a:extLst xmlns:a="http://schemas.openxmlformats.org/drawingml/2006/main">
              <a:ext uri="{FF2B5EF4-FFF2-40B4-BE49-F238E27FC236}">
                <a16:creationId xmlns:a16="http://schemas.microsoft.com/office/drawing/2014/main" id="{895C383C-D260-4BCD-9C93-F6053982CF8C}"/>
              </a:ext>
            </a:extLst>
          </p:cNvPr>
          <p:cNvGraphicFramePr/>
          <p:nvPr/>
        </p:nvGraphicFramePr>
        <p:xfrm>
          <a:off xmlns:a="http://schemas.openxmlformats.org/drawingml/2006/main" x="4324350" y="2085975"/>
          <a:ext xmlns:a="http://schemas.openxmlformats.org/drawingml/2006/main" cx="3543300" cy="3238500"/>
        </p:xfrm>
        <a:graphic xmlns:a="http://schemas.openxmlformats.org/drawingml/2006/main">
          <a:graphicData uri="http://schemas.openxmlformats.org/drawingml/2006/chart">
            <c:chart xmlns:r="http://schemas.openxmlformats.org/officeDocument/2006/relationships" xmlns:c="http://schemas.openxmlformats.org/drawingml/2006/chart" r:id="Rf67a491cb6834580"/>
          </a:graphicData>
        </a:graphic>
      </p:graphicFrame>
      <p:graphicFrame>
        <p:nvGraphicFramePr>
          <p:cNvPr id="9" name="Chart">
            <a:extLst xmlns:a="http://schemas.openxmlformats.org/drawingml/2006/main">
              <a:ext uri="{FF2B5EF4-FFF2-40B4-BE49-F238E27FC236}">
                <a16:creationId xmlns:a16="http://schemas.microsoft.com/office/drawing/2014/main" id="{C14CDA95-23E0-48AD-A7A1-E4E3393499A8}"/>
              </a:ext>
            </a:extLst>
          </p:cNvPr>
          <p:cNvGraphicFramePr/>
          <p:nvPr/>
        </p:nvGraphicFramePr>
        <p:xfrm>
          <a:off xmlns:a="http://schemas.openxmlformats.org/drawingml/2006/main" x="8039100" y="2085975"/>
          <a:ext xmlns:a="http://schemas.openxmlformats.org/drawingml/2006/main" cx="3543300" cy="3238500"/>
        </p:xfrm>
        <a:graphic xmlns:a="http://schemas.openxmlformats.org/drawingml/2006/main">
          <a:graphicData uri="http://schemas.openxmlformats.org/drawingml/2006/chart">
            <c:chart xmlns:r="http://schemas.openxmlformats.org/officeDocument/2006/relationships" xmlns:c="http://schemas.openxmlformats.org/drawingml/2006/chart" r:id="R61636c5d290a4846"/>
          </a:graphicData>
        </a:graphic>
      </p:graphicFrame>
      <p:sp>
        <p:nvSpPr>
          <p:cNvPr id="10" name="shape-88">
            <a:extLst xmlns:a="http://schemas.openxmlformats.org/drawingml/2006/main">
              <a:ext uri="{FF2B5EF4-FFF2-40B4-BE49-F238E27FC236}">
                <a16:creationId xmlns:a16="http://schemas.microsoft.com/office/drawing/2014/main" id="{C39AACB8-C241-419A-A0A1-6FDB7B7C4F27}"/>
              </a:ext>
            </a:extLst>
          </p:cNvPr>
          <p:cNvSpPr>
            <a:spLocks xmlns:a="http://schemas.openxmlformats.org/drawingml/2006/main" noGrp="1"/>
          </p:cNvSpPr>
          <p:nvPr/>
        </p:nvSpPr>
        <p:spPr>
          <a:xfrm xmlns:a="http://schemas.openxmlformats.org/drawingml/2006/main">
            <a:off x="609600" y="56769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37B73"/>
                </a:solidFill>
                <a:latin typeface="Atkinson Hyperlegible"/>
                <a:ea typeface="Atkinson Hyperlegible"/>
                <a:cs typeface="Atkinson Hyperlegible"/>
              </a:defRPr>
            </a:defPPr>
            <a:lvl1pPr algn="l">
              <a:defRPr sz="1725" b="1">
                <a:solidFill>
                  <a:srgbClr val="137B73"/>
                </a:solidFill>
                <a:latin typeface="Atkinson Hyperlegible"/>
                <a:ea typeface="Atkinson Hyperlegible"/>
                <a:cs typeface="Atkinson Hyperlegible"/>
              </a:defRPr>
            </a:lvl1pPr>
            <a:lvl2pPr algn="l">
              <a:defRPr sz="1725" b="1">
                <a:solidFill>
                  <a:srgbClr val="137B73"/>
                </a:solidFill>
                <a:latin typeface="Atkinson Hyperlegible"/>
                <a:ea typeface="Atkinson Hyperlegible"/>
                <a:cs typeface="Atkinson Hyperlegible"/>
              </a:defRPr>
            </a:lvl2pPr>
            <a:lvl3pPr algn="l">
              <a:defRPr sz="1725" b="1">
                <a:solidFill>
                  <a:srgbClr val="137B73"/>
                </a:solidFill>
                <a:latin typeface="Atkinson Hyperlegible"/>
                <a:ea typeface="Atkinson Hyperlegible"/>
                <a:cs typeface="Atkinson Hyperlegible"/>
              </a:defRPr>
            </a:lvl3pPr>
            <a:lvl4pPr algn="l">
              <a:defRPr sz="1725" b="1">
                <a:solidFill>
                  <a:srgbClr val="137B73"/>
                </a:solidFill>
                <a:latin typeface="Atkinson Hyperlegible"/>
                <a:ea typeface="Atkinson Hyperlegible"/>
                <a:cs typeface="Atkinson Hyperlegible"/>
              </a:defRPr>
            </a:lvl4pPr>
            <a:lvl5pPr algn="l">
              <a:defRPr sz="1725" b="1">
                <a:solidFill>
                  <a:srgbClr val="137B73"/>
                </a:solidFill>
                <a:latin typeface="Atkinson Hyperlegible"/>
                <a:ea typeface="Atkinson Hyperlegible"/>
                <a:cs typeface="Atkinson Hyperlegible"/>
              </a:defRPr>
            </a:lvl5pPr>
            <a:lvl6pPr algn="l">
              <a:defRPr sz="1725" b="1">
                <a:solidFill>
                  <a:srgbClr val="137B73"/>
                </a:solidFill>
                <a:latin typeface="Atkinson Hyperlegible"/>
                <a:ea typeface="Atkinson Hyperlegible"/>
                <a:cs typeface="Atkinson Hyperlegible"/>
              </a:defRPr>
            </a:lvl6pPr>
            <a:lvl7pPr algn="l">
              <a:defRPr sz="1725" b="1">
                <a:solidFill>
                  <a:srgbClr val="137B73"/>
                </a:solidFill>
                <a:latin typeface="Atkinson Hyperlegible"/>
                <a:ea typeface="Atkinson Hyperlegible"/>
                <a:cs typeface="Atkinson Hyperlegible"/>
              </a:defRPr>
            </a:lvl7pPr>
            <a:lvl8pPr algn="l">
              <a:defRPr sz="1725" b="1">
                <a:solidFill>
                  <a:srgbClr val="137B73"/>
                </a:solidFill>
                <a:latin typeface="Atkinson Hyperlegible"/>
                <a:ea typeface="Atkinson Hyperlegible"/>
                <a:cs typeface="Atkinson Hyperlegible"/>
              </a:defRPr>
            </a:lvl8pPr>
            <a:lvl9pPr algn="l">
              <a:defRPr sz="1725" b="1">
                <a:solidFill>
                  <a:srgbClr val="137B73"/>
                </a:solidFill>
                <a:latin typeface="Atkinson Hyperlegible"/>
                <a:ea typeface="Atkinson Hyperlegible"/>
                <a:cs typeface="Atkinson Hyperlegible"/>
              </a:defRPr>
            </a:lvl9pPr>
          </a:lstStyle>
          <a:p xmlns:a="http://schemas.openxmlformats.org/drawingml/2006/main">
            <a:pPr algn="l">
              <a:defRPr sz="1725" b="1">
                <a:solidFill>
                  <a:srgbClr val="137B73"/>
                </a:solidFill>
                <a:latin typeface="Atkinson Hyperlegible"/>
                <a:ea typeface="Atkinson Hyperlegible"/>
                <a:cs typeface="Atkinson Hyperlegible"/>
              </a:defRPr>
            </a:pPr>
            <a:r>
              <a:rPr sz="1725" b="1">
                <a:solidFill>
                  <a:srgbClr val="137B73"/>
                </a:solidFill>
                <a:latin typeface="Atkinson Hyperlegible"/>
                <a:ea typeface="Atkinson Hyperlegible"/>
                <a:cs typeface="Atkinson Hyperlegible"/>
              </a:rPr>
              <a:t>PPO and the optimizer preserve critical service. Their remaining differences concern allocation.</a:t>
            </a:r>
          </a:p>
        </p:txBody>
      </p:sp>
    </p:spTree>
    <p:extLst>
      <p:ext uri="{BB962C8B-B14F-4D97-AF65-F5344CB8AC3E}">
        <p14:creationId xmlns:p14="http://schemas.microsoft.com/office/powerpoint/2010/main" val="755275841"/>
      </p:ext>
    </p:extLst>
  </p:cSld>
</p:sld>
</file>

<file path=ppt/slides/slide11.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10" name="shape-89">
            <a:extLst xmlns:a="http://schemas.openxmlformats.org/drawingml/2006/main">
              <a:ext uri="{FF2B5EF4-FFF2-40B4-BE49-F238E27FC236}">
                <a16:creationId xmlns:a16="http://schemas.microsoft.com/office/drawing/2014/main" id="{D4636B5E-2349-438F-A5E3-7207625CBE5C}"/>
              </a:ext>
            </a:extLst>
          </p:cNvPr>
          <p:cNvSpPr>
            <a:spLocks xmlns:a="http://schemas.openxmlformats.org/drawingml/2006/main" noGrp="1"/>
          </p:cNvSpPr>
          <p:nvPr/>
        </p:nvSpPr>
        <p:spPr>
          <a:xfrm xmlns:a="http://schemas.openxmlformats.org/drawingml/2006/main">
            <a:off x="609600" y="266700"/>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37B73"/>
                </a:solidFill>
                <a:latin typeface="Atkinson Hyperlegible"/>
                <a:ea typeface="Atkinson Hyperlegible"/>
                <a:cs typeface="Atkinson Hyperlegible"/>
              </a:defRPr>
            </a:defPPr>
            <a:lvl1pPr algn="l">
              <a:defRPr sz="1350" b="1">
                <a:solidFill>
                  <a:srgbClr val="137B73"/>
                </a:solidFill>
                <a:latin typeface="Atkinson Hyperlegible"/>
                <a:ea typeface="Atkinson Hyperlegible"/>
                <a:cs typeface="Atkinson Hyperlegible"/>
              </a:defRPr>
            </a:lvl1pPr>
            <a:lvl2pPr algn="l">
              <a:defRPr sz="1350" b="1">
                <a:solidFill>
                  <a:srgbClr val="137B73"/>
                </a:solidFill>
                <a:latin typeface="Atkinson Hyperlegible"/>
                <a:ea typeface="Atkinson Hyperlegible"/>
                <a:cs typeface="Atkinson Hyperlegible"/>
              </a:defRPr>
            </a:lvl2pPr>
            <a:lvl3pPr algn="l">
              <a:defRPr sz="1350" b="1">
                <a:solidFill>
                  <a:srgbClr val="137B73"/>
                </a:solidFill>
                <a:latin typeface="Atkinson Hyperlegible"/>
                <a:ea typeface="Atkinson Hyperlegible"/>
                <a:cs typeface="Atkinson Hyperlegible"/>
              </a:defRPr>
            </a:lvl3pPr>
            <a:lvl4pPr algn="l">
              <a:defRPr sz="1350" b="1">
                <a:solidFill>
                  <a:srgbClr val="137B73"/>
                </a:solidFill>
                <a:latin typeface="Atkinson Hyperlegible"/>
                <a:ea typeface="Atkinson Hyperlegible"/>
                <a:cs typeface="Atkinson Hyperlegible"/>
              </a:defRPr>
            </a:lvl4pPr>
            <a:lvl5pPr algn="l">
              <a:defRPr sz="1350" b="1">
                <a:solidFill>
                  <a:srgbClr val="137B73"/>
                </a:solidFill>
                <a:latin typeface="Atkinson Hyperlegible"/>
                <a:ea typeface="Atkinson Hyperlegible"/>
                <a:cs typeface="Atkinson Hyperlegible"/>
              </a:defRPr>
            </a:lvl5pPr>
            <a:lvl6pPr algn="l">
              <a:defRPr sz="1350" b="1">
                <a:solidFill>
                  <a:srgbClr val="137B73"/>
                </a:solidFill>
                <a:latin typeface="Atkinson Hyperlegible"/>
                <a:ea typeface="Atkinson Hyperlegible"/>
                <a:cs typeface="Atkinson Hyperlegible"/>
              </a:defRPr>
            </a:lvl6pPr>
            <a:lvl7pPr algn="l">
              <a:defRPr sz="1350" b="1">
                <a:solidFill>
                  <a:srgbClr val="137B73"/>
                </a:solidFill>
                <a:latin typeface="Atkinson Hyperlegible"/>
                <a:ea typeface="Atkinson Hyperlegible"/>
                <a:cs typeface="Atkinson Hyperlegible"/>
              </a:defRPr>
            </a:lvl7pPr>
            <a:lvl8pPr algn="l">
              <a:defRPr sz="1350" b="1">
                <a:solidFill>
                  <a:srgbClr val="137B73"/>
                </a:solidFill>
                <a:latin typeface="Atkinson Hyperlegible"/>
                <a:ea typeface="Atkinson Hyperlegible"/>
                <a:cs typeface="Atkinson Hyperlegible"/>
              </a:defRPr>
            </a:lvl8pPr>
            <a:lvl9pPr algn="l">
              <a:defRPr sz="1350" b="1">
                <a:solidFill>
                  <a:srgbClr val="137B73"/>
                </a:solidFill>
                <a:latin typeface="Atkinson Hyperlegible"/>
                <a:ea typeface="Atkinson Hyperlegible"/>
                <a:cs typeface="Atkinson Hyperlegible"/>
              </a:defRPr>
            </a:lvl9pPr>
          </a:lstStyle>
          <a:p xmlns:a="http://schemas.openxmlformats.org/drawingml/2006/main">
            <a:pPr algn="l">
              <a:defRPr sz="1350" b="1">
                <a:solidFill>
                  <a:srgbClr val="137B73"/>
                </a:solidFill>
                <a:latin typeface="Atkinson Hyperlegible"/>
                <a:ea typeface="Atkinson Hyperlegible"/>
                <a:cs typeface="Atkinson Hyperlegible"/>
              </a:defRPr>
            </a:pPr>
            <a:r>
              <a:rPr sz="1350" b="1">
                <a:solidFill>
                  <a:srgbClr val="137B73"/>
                </a:solidFill>
                <a:latin typeface="Atkinson Hyperlegible"/>
                <a:ea typeface="Atkinson Hyperlegible"/>
                <a:cs typeface="Atkinson Hyperlegible"/>
              </a:rPr>
              <a:t>GridGuard Khartoum</a:t>
            </a:r>
          </a:p>
        </p:txBody>
      </p:sp>
      <p:sp>
        <p:nvSpPr>
          <p:cNvPr id="2" name="shape-90">
            <a:extLst xmlns:a="http://schemas.openxmlformats.org/drawingml/2006/main">
              <a:ext uri="{FF2B5EF4-FFF2-40B4-BE49-F238E27FC236}">
                <a16:creationId xmlns:a16="http://schemas.microsoft.com/office/drawing/2014/main" id="{0AE20BBC-3B6A-41D1-AD8F-B71E3C28A1C4}"/>
              </a:ext>
            </a:extLst>
          </p:cNvPr>
          <p:cNvSpPr>
            <a:spLocks xmlns:a="http://schemas.openxmlformats.org/drawingml/2006/main" noGrp="1"/>
          </p:cNvSpPr>
          <p:nvPr/>
        </p:nvSpPr>
        <p:spPr>
          <a:xfrm xmlns:a="http://schemas.openxmlformats.org/drawingml/2006/main">
            <a:off x="609600" y="7334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F43"/>
                </a:solidFill>
                <a:latin typeface="Atkinson Hyperlegible"/>
                <a:ea typeface="Atkinson Hyperlegible"/>
                <a:cs typeface="Atkinson Hyperlegible"/>
              </a:defRPr>
            </a:defPPr>
            <a:lvl1pPr algn="l">
              <a:defRPr sz="3150" b="1">
                <a:solidFill>
                  <a:srgbClr val="173F43"/>
                </a:solidFill>
                <a:latin typeface="Atkinson Hyperlegible"/>
                <a:ea typeface="Atkinson Hyperlegible"/>
                <a:cs typeface="Atkinson Hyperlegible"/>
              </a:defRPr>
            </a:lvl1pPr>
            <a:lvl2pPr algn="l">
              <a:defRPr sz="3150" b="1">
                <a:solidFill>
                  <a:srgbClr val="173F43"/>
                </a:solidFill>
                <a:latin typeface="Atkinson Hyperlegible"/>
                <a:ea typeface="Atkinson Hyperlegible"/>
                <a:cs typeface="Atkinson Hyperlegible"/>
              </a:defRPr>
            </a:lvl2pPr>
            <a:lvl3pPr algn="l">
              <a:defRPr sz="3150" b="1">
                <a:solidFill>
                  <a:srgbClr val="173F43"/>
                </a:solidFill>
                <a:latin typeface="Atkinson Hyperlegible"/>
                <a:ea typeface="Atkinson Hyperlegible"/>
                <a:cs typeface="Atkinson Hyperlegible"/>
              </a:defRPr>
            </a:lvl3pPr>
            <a:lvl4pPr algn="l">
              <a:defRPr sz="3150" b="1">
                <a:solidFill>
                  <a:srgbClr val="173F43"/>
                </a:solidFill>
                <a:latin typeface="Atkinson Hyperlegible"/>
                <a:ea typeface="Atkinson Hyperlegible"/>
                <a:cs typeface="Atkinson Hyperlegible"/>
              </a:defRPr>
            </a:lvl4pPr>
            <a:lvl5pPr algn="l">
              <a:defRPr sz="3150" b="1">
                <a:solidFill>
                  <a:srgbClr val="173F43"/>
                </a:solidFill>
                <a:latin typeface="Atkinson Hyperlegible"/>
                <a:ea typeface="Atkinson Hyperlegible"/>
                <a:cs typeface="Atkinson Hyperlegible"/>
              </a:defRPr>
            </a:lvl5pPr>
            <a:lvl6pPr algn="l">
              <a:defRPr sz="3150" b="1">
                <a:solidFill>
                  <a:srgbClr val="173F43"/>
                </a:solidFill>
                <a:latin typeface="Atkinson Hyperlegible"/>
                <a:ea typeface="Atkinson Hyperlegible"/>
                <a:cs typeface="Atkinson Hyperlegible"/>
              </a:defRPr>
            </a:lvl6pPr>
            <a:lvl7pPr algn="l">
              <a:defRPr sz="3150" b="1">
                <a:solidFill>
                  <a:srgbClr val="173F43"/>
                </a:solidFill>
                <a:latin typeface="Atkinson Hyperlegible"/>
                <a:ea typeface="Atkinson Hyperlegible"/>
                <a:cs typeface="Atkinson Hyperlegible"/>
              </a:defRPr>
            </a:lvl7pPr>
            <a:lvl8pPr algn="l">
              <a:defRPr sz="3150" b="1">
                <a:solidFill>
                  <a:srgbClr val="173F43"/>
                </a:solidFill>
                <a:latin typeface="Atkinson Hyperlegible"/>
                <a:ea typeface="Atkinson Hyperlegible"/>
                <a:cs typeface="Atkinson Hyperlegible"/>
              </a:defRPr>
            </a:lvl8pPr>
            <a:lvl9pPr algn="l">
              <a:defRPr sz="3150" b="1">
                <a:solidFill>
                  <a:srgbClr val="173F43"/>
                </a:solidFill>
                <a:latin typeface="Atkinson Hyperlegible"/>
                <a:ea typeface="Atkinson Hyperlegible"/>
                <a:cs typeface="Atkinson Hyperlegible"/>
              </a:defRPr>
            </a:lvl9pPr>
          </a:lstStyle>
          <a:p xmlns:a="http://schemas.openxmlformats.org/drawingml/2006/main">
            <a:pPr algn="l">
              <a:defRPr sz="3150" b="1">
                <a:solidFill>
                  <a:srgbClr val="173F43"/>
                </a:solidFill>
                <a:latin typeface="Atkinson Hyperlegible"/>
                <a:ea typeface="Atkinson Hyperlegible"/>
                <a:cs typeface="Atkinson Hyperlegible"/>
              </a:defRPr>
            </a:pPr>
            <a:r>
              <a:rPr sz="3150" b="1">
                <a:solidFill>
                  <a:srgbClr val="173F43"/>
                </a:solidFill>
                <a:latin typeface="Atkinson Hyperlegible"/>
                <a:ea typeface="Atkinson Hyperlegible"/>
                <a:cs typeface="Atkinson Hyperlegible"/>
              </a:rPr>
              <a:t>PPO improves service over Fixed Rotation</a:t>
            </a:r>
          </a:p>
        </p:txBody>
      </p:sp>
      <p:sp>
        <p:nvSpPr>
          <p:cNvPr id="3" name="shape-91">
            <a:extLst xmlns:a="http://schemas.openxmlformats.org/drawingml/2006/main">
              <a:ext uri="{FF2B5EF4-FFF2-40B4-BE49-F238E27FC236}">
                <a16:creationId xmlns:a16="http://schemas.microsoft.com/office/drawing/2014/main" id="{F571E5F5-6770-4CE7-92AC-81C1E1B902BD}"/>
              </a:ext>
            </a:extLst>
          </p:cNvPr>
          <p:cNvSpPr>
            <a:spLocks xmlns:a="http://schemas.openxmlformats.org/drawingml/2006/main" noGrp="1"/>
          </p:cNvSpPr>
          <p:nvPr/>
        </p:nvSpPr>
        <p:spPr>
          <a:xfrm xmlns:a="http://schemas.openxmlformats.org/drawingml/2006/main">
            <a:off x="609600" y="136207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787A"/>
                </a:solidFill>
                <a:latin typeface="Atkinson Hyperlegible"/>
                <a:ea typeface="Atkinson Hyperlegible"/>
                <a:cs typeface="Atkinson Hyperlegible"/>
              </a:defRPr>
            </a:defPPr>
            <a:lvl1pPr algn="l">
              <a:defRPr sz="1725" b="0">
                <a:solidFill>
                  <a:srgbClr val="58787A"/>
                </a:solidFill>
                <a:latin typeface="Atkinson Hyperlegible"/>
                <a:ea typeface="Atkinson Hyperlegible"/>
                <a:cs typeface="Atkinson Hyperlegible"/>
              </a:defRPr>
            </a:lvl1pPr>
            <a:lvl2pPr algn="l">
              <a:defRPr sz="1725" b="0">
                <a:solidFill>
                  <a:srgbClr val="58787A"/>
                </a:solidFill>
                <a:latin typeface="Atkinson Hyperlegible"/>
                <a:ea typeface="Atkinson Hyperlegible"/>
                <a:cs typeface="Atkinson Hyperlegible"/>
              </a:defRPr>
            </a:lvl2pPr>
            <a:lvl3pPr algn="l">
              <a:defRPr sz="1725" b="0">
                <a:solidFill>
                  <a:srgbClr val="58787A"/>
                </a:solidFill>
                <a:latin typeface="Atkinson Hyperlegible"/>
                <a:ea typeface="Atkinson Hyperlegible"/>
                <a:cs typeface="Atkinson Hyperlegible"/>
              </a:defRPr>
            </a:lvl3pPr>
            <a:lvl4pPr algn="l">
              <a:defRPr sz="1725" b="0">
                <a:solidFill>
                  <a:srgbClr val="58787A"/>
                </a:solidFill>
                <a:latin typeface="Atkinson Hyperlegible"/>
                <a:ea typeface="Atkinson Hyperlegible"/>
                <a:cs typeface="Atkinson Hyperlegible"/>
              </a:defRPr>
            </a:lvl4pPr>
            <a:lvl5pPr algn="l">
              <a:defRPr sz="1725" b="0">
                <a:solidFill>
                  <a:srgbClr val="58787A"/>
                </a:solidFill>
                <a:latin typeface="Atkinson Hyperlegible"/>
                <a:ea typeface="Atkinson Hyperlegible"/>
                <a:cs typeface="Atkinson Hyperlegible"/>
              </a:defRPr>
            </a:lvl5pPr>
            <a:lvl6pPr algn="l">
              <a:defRPr sz="1725" b="0">
                <a:solidFill>
                  <a:srgbClr val="58787A"/>
                </a:solidFill>
                <a:latin typeface="Atkinson Hyperlegible"/>
                <a:ea typeface="Atkinson Hyperlegible"/>
                <a:cs typeface="Atkinson Hyperlegible"/>
              </a:defRPr>
            </a:lvl6pPr>
            <a:lvl7pPr algn="l">
              <a:defRPr sz="1725" b="0">
                <a:solidFill>
                  <a:srgbClr val="58787A"/>
                </a:solidFill>
                <a:latin typeface="Atkinson Hyperlegible"/>
                <a:ea typeface="Atkinson Hyperlegible"/>
                <a:cs typeface="Atkinson Hyperlegible"/>
              </a:defRPr>
            </a:lvl7pPr>
            <a:lvl8pPr algn="l">
              <a:defRPr sz="1725" b="0">
                <a:solidFill>
                  <a:srgbClr val="58787A"/>
                </a:solidFill>
                <a:latin typeface="Atkinson Hyperlegible"/>
                <a:ea typeface="Atkinson Hyperlegible"/>
                <a:cs typeface="Atkinson Hyperlegible"/>
              </a:defRPr>
            </a:lvl8pPr>
            <a:lvl9pPr algn="l">
              <a:defRPr sz="1725" b="0">
                <a:solidFill>
                  <a:srgbClr val="58787A"/>
                </a:solidFill>
                <a:latin typeface="Atkinson Hyperlegible"/>
                <a:ea typeface="Atkinson Hyperlegible"/>
                <a:cs typeface="Atkinson Hyperlegible"/>
              </a:defRPr>
            </a:lvl9pPr>
          </a:lstStyle>
          <a:p xmlns:a="http://schemas.openxmlformats.org/drawingml/2006/main">
            <a:pPr algn="l">
              <a:defRPr sz="1725" b="0">
                <a:solidFill>
                  <a:srgbClr val="58787A"/>
                </a:solidFill>
                <a:latin typeface="Atkinson Hyperlegible"/>
                <a:ea typeface="Atkinson Hyperlegible"/>
                <a:cs typeface="Atkinson Hyperlegible"/>
              </a:defRPr>
            </a:pPr>
            <a:r>
              <a:rPr sz="1725" b="0">
                <a:solidFill>
                  <a:srgbClr val="58787A"/>
                </a:solidFill>
                <a:latin typeface="Atkinson Hyperlegible"/>
                <a:ea typeface="Atkinson Hyperlegible"/>
                <a:cs typeface="Atkinson Hyperlegible"/>
              </a:rPr>
              <a:t>Paired effects are PPO minus Fixed Rotation. Intervals have adjusted 97.5% coverage.</a:t>
            </a:r>
          </a:p>
        </p:txBody>
      </p:sp>
      <p:sp>
        <p:nvSpPr>
          <p:cNvPr id="4" name="shape-92">
            <a:extLst xmlns:a="http://schemas.openxmlformats.org/drawingml/2006/main">
              <a:ext uri="{FF2B5EF4-FFF2-40B4-BE49-F238E27FC236}">
                <a16:creationId xmlns:a16="http://schemas.microsoft.com/office/drawing/2014/main" id="{5FEC73E3-38F0-467D-8B73-930A41DE0BB9}"/>
              </a:ext>
            </a:extLst>
          </p:cNvPr>
          <p:cNvSpPr>
            <a:spLocks xmlns:a="http://schemas.openxmlformats.org/drawingml/2006/main" noGrp="1"/>
          </p:cNvSpPr>
          <p:nvPr/>
        </p:nvSpPr>
        <p:spPr>
          <a:xfrm xmlns:a="http://schemas.openxmlformats.org/drawingml/2006/main">
            <a:off x="609600" y="6448425"/>
            <a:ext cx="10972800" cy="9525"/>
          </a:xfrm>
          <a:prstGeom xmlns:a="http://schemas.openxmlformats.org/drawingml/2006/main" prst="rect">
            <a:avLst/>
          </a:prstGeom>
          <a:solidFill xmlns:a="http://schemas.openxmlformats.org/drawingml/2006/main">
            <a:srgbClr val="D8E5DF"/>
          </a:solidFill>
          <a:ln xmlns:a="http://schemas.openxmlformats.org/drawingml/2006/main" w="0">
            <a:noFill/>
          </a:ln>
        </p:spPr>
      </p:sp>
      <p:sp>
        <p:nvSpPr>
          <p:cNvPr id="5" name="shape-93">
            <a:extLst xmlns:a="http://schemas.openxmlformats.org/drawingml/2006/main">
              <a:ext uri="{FF2B5EF4-FFF2-40B4-BE49-F238E27FC236}">
                <a16:creationId xmlns:a16="http://schemas.microsoft.com/office/drawing/2014/main" id="{55B3C33E-E538-42BC-B92E-0FF27CB304B3}"/>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8787A"/>
                </a:solidFill>
                <a:latin typeface="Atkinson Hyperlegible"/>
                <a:ea typeface="Atkinson Hyperlegible"/>
                <a:cs typeface="Atkinson Hyperlegible"/>
              </a:defRPr>
            </a:defPPr>
            <a:lvl1pPr algn="l">
              <a:defRPr sz="1050" b="0">
                <a:solidFill>
                  <a:srgbClr val="58787A"/>
                </a:solidFill>
                <a:latin typeface="Atkinson Hyperlegible"/>
                <a:ea typeface="Atkinson Hyperlegible"/>
                <a:cs typeface="Atkinson Hyperlegible"/>
              </a:defRPr>
            </a:lvl1pPr>
            <a:lvl2pPr algn="l">
              <a:defRPr sz="1050" b="0">
                <a:solidFill>
                  <a:srgbClr val="58787A"/>
                </a:solidFill>
                <a:latin typeface="Atkinson Hyperlegible"/>
                <a:ea typeface="Atkinson Hyperlegible"/>
                <a:cs typeface="Atkinson Hyperlegible"/>
              </a:defRPr>
            </a:lvl2pPr>
            <a:lvl3pPr algn="l">
              <a:defRPr sz="1050" b="0">
                <a:solidFill>
                  <a:srgbClr val="58787A"/>
                </a:solidFill>
                <a:latin typeface="Atkinson Hyperlegible"/>
                <a:ea typeface="Atkinson Hyperlegible"/>
                <a:cs typeface="Atkinson Hyperlegible"/>
              </a:defRPr>
            </a:lvl3pPr>
            <a:lvl4pPr algn="l">
              <a:defRPr sz="1050" b="0">
                <a:solidFill>
                  <a:srgbClr val="58787A"/>
                </a:solidFill>
                <a:latin typeface="Atkinson Hyperlegible"/>
                <a:ea typeface="Atkinson Hyperlegible"/>
                <a:cs typeface="Atkinson Hyperlegible"/>
              </a:defRPr>
            </a:lvl4pPr>
            <a:lvl5pPr algn="l">
              <a:defRPr sz="1050" b="0">
                <a:solidFill>
                  <a:srgbClr val="58787A"/>
                </a:solidFill>
                <a:latin typeface="Atkinson Hyperlegible"/>
                <a:ea typeface="Atkinson Hyperlegible"/>
                <a:cs typeface="Atkinson Hyperlegible"/>
              </a:defRPr>
            </a:lvl5pPr>
            <a:lvl6pPr algn="l">
              <a:defRPr sz="1050" b="0">
                <a:solidFill>
                  <a:srgbClr val="58787A"/>
                </a:solidFill>
                <a:latin typeface="Atkinson Hyperlegible"/>
                <a:ea typeface="Atkinson Hyperlegible"/>
                <a:cs typeface="Atkinson Hyperlegible"/>
              </a:defRPr>
            </a:lvl6pPr>
            <a:lvl7pPr algn="l">
              <a:defRPr sz="1050" b="0">
                <a:solidFill>
                  <a:srgbClr val="58787A"/>
                </a:solidFill>
                <a:latin typeface="Atkinson Hyperlegible"/>
                <a:ea typeface="Atkinson Hyperlegible"/>
                <a:cs typeface="Atkinson Hyperlegible"/>
              </a:defRPr>
            </a:lvl7pPr>
            <a:lvl8pPr algn="l">
              <a:defRPr sz="1050" b="0">
                <a:solidFill>
                  <a:srgbClr val="58787A"/>
                </a:solidFill>
                <a:latin typeface="Atkinson Hyperlegible"/>
                <a:ea typeface="Atkinson Hyperlegible"/>
                <a:cs typeface="Atkinson Hyperlegible"/>
              </a:defRPr>
            </a:lvl8pPr>
            <a:lvl9pPr algn="l">
              <a:defRPr sz="1050" b="0">
                <a:solidFill>
                  <a:srgbClr val="58787A"/>
                </a:solidFill>
                <a:latin typeface="Atkinson Hyperlegible"/>
                <a:ea typeface="Atkinson Hyperlegible"/>
                <a:cs typeface="Atkinson Hyperlegible"/>
              </a:defRPr>
            </a:lvl9pPr>
          </a:lstStyle>
          <a:p xmlns:a="http://schemas.openxmlformats.org/drawingml/2006/main">
            <a:pPr algn="l">
              <a:defRPr sz="1050" b="0">
                <a:solidFill>
                  <a:srgbClr val="58787A"/>
                </a:solidFill>
                <a:latin typeface="Atkinson Hyperlegible"/>
                <a:ea typeface="Atkinson Hyperlegible"/>
                <a:cs typeface="Atkinson Hyperlegible"/>
              </a:defRPr>
            </a:pPr>
            <a:r>
              <a:rPr sz="1050" b="0">
                <a:solidFill>
                  <a:srgbClr val="58787A"/>
                </a:solidFill>
                <a:latin typeface="Atkinson Hyperlegible"/>
                <a:ea typeface="Atkinson Hyperlegible"/>
                <a:cs typeface="Atkinson Hyperlegible"/>
              </a:rPr>
              <a:t>Synthetic scenarios. Decision support only.</a:t>
            </a:r>
          </a:p>
        </p:txBody>
      </p:sp>
      <p:sp>
        <p:nvSpPr>
          <p:cNvPr id="6" name="shape-94">
            <a:extLst xmlns:a="http://schemas.openxmlformats.org/drawingml/2006/main">
              <a:ext uri="{FF2B5EF4-FFF2-40B4-BE49-F238E27FC236}">
                <a16:creationId xmlns:a16="http://schemas.microsoft.com/office/drawing/2014/main" id="{A7E2D6E2-91EF-4383-8EC6-A01BDFFA7330}"/>
              </a:ext>
            </a:extLst>
          </p:cNvPr>
          <p:cNvSpPr>
            <a:spLocks xmlns:a="http://schemas.openxmlformats.org/drawingml/2006/main" noGrp="1"/>
          </p:cNvSpPr>
          <p:nvPr/>
        </p:nvSpPr>
        <p:spPr>
          <a:xfrm xmlns:a="http://schemas.openxmlformats.org/drawingml/2006/main">
            <a:off x="11001375" y="6515100"/>
            <a:ext cx="581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137B73"/>
                </a:solidFill>
                <a:latin typeface="Atkinson Hyperlegible"/>
                <a:ea typeface="Atkinson Hyperlegible"/>
                <a:cs typeface="Atkinson Hyperlegible"/>
              </a:defRPr>
            </a:defPPr>
            <a:lvl1pPr algn="r">
              <a:defRPr sz="1275" b="0">
                <a:solidFill>
                  <a:srgbClr val="137B73"/>
                </a:solidFill>
                <a:latin typeface="Atkinson Hyperlegible"/>
                <a:ea typeface="Atkinson Hyperlegible"/>
                <a:cs typeface="Atkinson Hyperlegible"/>
              </a:defRPr>
            </a:lvl1pPr>
            <a:lvl2pPr algn="r">
              <a:defRPr sz="1275" b="0">
                <a:solidFill>
                  <a:srgbClr val="137B73"/>
                </a:solidFill>
                <a:latin typeface="Atkinson Hyperlegible"/>
                <a:ea typeface="Atkinson Hyperlegible"/>
                <a:cs typeface="Atkinson Hyperlegible"/>
              </a:defRPr>
            </a:lvl2pPr>
            <a:lvl3pPr algn="r">
              <a:defRPr sz="1275" b="0">
                <a:solidFill>
                  <a:srgbClr val="137B73"/>
                </a:solidFill>
                <a:latin typeface="Atkinson Hyperlegible"/>
                <a:ea typeface="Atkinson Hyperlegible"/>
                <a:cs typeface="Atkinson Hyperlegible"/>
              </a:defRPr>
            </a:lvl3pPr>
            <a:lvl4pPr algn="r">
              <a:defRPr sz="1275" b="0">
                <a:solidFill>
                  <a:srgbClr val="137B73"/>
                </a:solidFill>
                <a:latin typeface="Atkinson Hyperlegible"/>
                <a:ea typeface="Atkinson Hyperlegible"/>
                <a:cs typeface="Atkinson Hyperlegible"/>
              </a:defRPr>
            </a:lvl4pPr>
            <a:lvl5pPr algn="r">
              <a:defRPr sz="1275" b="0">
                <a:solidFill>
                  <a:srgbClr val="137B73"/>
                </a:solidFill>
                <a:latin typeface="Atkinson Hyperlegible"/>
                <a:ea typeface="Atkinson Hyperlegible"/>
                <a:cs typeface="Atkinson Hyperlegible"/>
              </a:defRPr>
            </a:lvl5pPr>
            <a:lvl6pPr algn="r">
              <a:defRPr sz="1275" b="0">
                <a:solidFill>
                  <a:srgbClr val="137B73"/>
                </a:solidFill>
                <a:latin typeface="Atkinson Hyperlegible"/>
                <a:ea typeface="Atkinson Hyperlegible"/>
                <a:cs typeface="Atkinson Hyperlegible"/>
              </a:defRPr>
            </a:lvl6pPr>
            <a:lvl7pPr algn="r">
              <a:defRPr sz="1275" b="0">
                <a:solidFill>
                  <a:srgbClr val="137B73"/>
                </a:solidFill>
                <a:latin typeface="Atkinson Hyperlegible"/>
                <a:ea typeface="Atkinson Hyperlegible"/>
                <a:cs typeface="Atkinson Hyperlegible"/>
              </a:defRPr>
            </a:lvl7pPr>
            <a:lvl8pPr algn="r">
              <a:defRPr sz="1275" b="0">
                <a:solidFill>
                  <a:srgbClr val="137B73"/>
                </a:solidFill>
                <a:latin typeface="Atkinson Hyperlegible"/>
                <a:ea typeface="Atkinson Hyperlegible"/>
                <a:cs typeface="Atkinson Hyperlegible"/>
              </a:defRPr>
            </a:lvl8pPr>
            <a:lvl9pPr algn="r">
              <a:defRPr sz="1275" b="0">
                <a:solidFill>
                  <a:srgbClr val="137B73"/>
                </a:solidFill>
                <a:latin typeface="Atkinson Hyperlegible"/>
                <a:ea typeface="Atkinson Hyperlegible"/>
                <a:cs typeface="Atkinson Hyperlegible"/>
              </a:defRPr>
            </a:lvl9pPr>
          </a:lstStyle>
          <a:p xmlns:a="http://schemas.openxmlformats.org/drawingml/2006/main">
            <a:pPr algn="r">
              <a:defRPr sz="1275" b="0">
                <a:solidFill>
                  <a:srgbClr val="137B73"/>
                </a:solidFill>
                <a:latin typeface="Atkinson Hyperlegible"/>
                <a:ea typeface="Atkinson Hyperlegible"/>
                <a:cs typeface="Atkinson Hyperlegible"/>
              </a:defRPr>
            </a:pPr>
            <a:r>
              <a:rPr sz="1275" b="0">
                <a:solidFill>
                  <a:srgbClr val="137B73"/>
                </a:solidFill>
                <a:latin typeface="Atkinson Hyperlegible"/>
                <a:ea typeface="Atkinson Hyperlegible"/>
                <a:cs typeface="Atkinson Hyperlegible"/>
              </a:rPr>
              <a:t>11</a:t>
            </a:r>
          </a:p>
        </p:txBody>
      </p:sp>
      <p:graphicFrame>
        <p:nvGraphicFramePr>
          <p:cNvPr id="7" name="">
            <a:extLst xmlns:a="http://schemas.openxmlformats.org/drawingml/2006/main">
              <a:ext uri="{FF2B5EF4-FFF2-40B4-BE49-F238E27FC236}">
                <a16:creationId xmlns:a16="http://schemas.microsoft.com/office/drawing/2014/main" id="{92EF11E3-EF29-4D9E-841C-1D8321ECE452}"/>
              </a:ext>
            </a:extLst>
          </p:cNvPr>
          <p:cNvGraphicFramePr/>
          <p:nvPr/>
        </p:nvGraphicFramePr>
        <p:xfrm>
          <a:off xmlns:a="http://schemas.openxmlformats.org/drawingml/2006/main" x="609600" y="2238375"/>
          <a:ext xmlns:a="http://schemas.openxmlformats.org/drawingml/2006/main" cx="10972800" cy="2476500"/>
        </p:xfrm>
        <a:graphic xmlns:a="http://schemas.openxmlformats.org/drawingml/2006/main">
          <a:graphicData uri="http://schemas.openxmlformats.org/drawingml/2006/table">
            <a:tbl>
              <a:tblPr/>
              <a:tblGrid>
                <a:gridCol w="5810250"/>
                <a:gridCol w="5162550"/>
              </a:tblGrid>
              <a:tr h="619125">
                <a:tc>
                  <a:txBody>
                    <a:bodyPr lIns="95250" tIns="95250" rIns="95250" bIns="95250"/>
                    <a:lstStyle/>
                    <a:p>
                      <a:r>
                        <a:rPr sz="1575" b="1">
                          <a:solidFill>
                            <a:srgbClr val="FFFFFF"/>
                          </a:solidFill>
                          <a:latin typeface="Atkinson Hyperlegible"/>
                          <a:ea typeface="Atkinson Hyperlegible"/>
                          <a:cs typeface="Atkinson Hyperlegible"/>
                        </a:rPr>
                        <a:t>Outcome</a:t>
                      </a:r>
                    </a:p>
                  </a:txBody>
                  <a:tcPr marL="114300" marR="95250" marT="104775" marB="85725">
                    <a:solidFill>
                      <a:srgbClr val="137B73"/>
                    </a:solidFill>
                  </a:tcPr>
                </a:tc>
                <a:tc>
                  <a:txBody>
                    <a:bodyPr lIns="95250" tIns="95250" rIns="95250" bIns="95250"/>
                    <a:lstStyle/>
                    <a:p>
                      <a:r>
                        <a:rPr sz="1575" b="1">
                          <a:solidFill>
                            <a:srgbClr val="FFFFFF"/>
                          </a:solidFill>
                          <a:latin typeface="Atkinson Hyperlegible"/>
                          <a:ea typeface="Atkinson Hyperlegible"/>
                          <a:cs typeface="Atkinson Hyperlegible"/>
                        </a:rPr>
                        <a:t>Effect [lower, upper]</a:t>
                      </a:r>
                    </a:p>
                  </a:txBody>
                  <a:tcPr marL="114300" marR="95250" marT="104775" marB="85725">
                    <a:solidFill>
                      <a:srgbClr val="137B73"/>
                    </a:solidFill>
                  </a:tcPr>
                </a:tc>
              </a:tr>
              <a:tr h="619125">
                <a:tc>
                  <a:txBody>
                    <a:bodyPr lIns="95250" tIns="95250" rIns="95250" bIns="95250"/>
                    <a:lstStyle/>
                    <a:p>
                      <a:r>
                        <a:rPr sz="1575" b="0">
                          <a:solidFill>
                            <a:srgbClr val="173F43"/>
                          </a:solidFill>
                          <a:latin typeface="Atkinson Hyperlegible"/>
                          <a:ea typeface="Atkinson Hyperlegible"/>
                          <a:cs typeface="Atkinson Hyperlegible"/>
                        </a:rPr>
                        <a:t>Critical interruption (locality-hours)</a:t>
                      </a:r>
                    </a:p>
                  </a:txBody>
                  <a:tcPr marL="114300" marR="95250" marT="104775" marB="85725">
                    <a:solidFill>
                      <a:srgbClr val="FFFFFF"/>
                    </a:solidFill>
                  </a:tcPr>
                </a:tc>
                <a:tc>
                  <a:txBody>
                    <a:bodyPr lIns="95250" tIns="95250" rIns="95250" bIns="95250"/>
                    <a:lstStyle/>
                    <a:p>
                      <a:r>
                        <a:rPr sz="1575" b="0">
                          <a:solidFill>
                            <a:srgbClr val="173F43"/>
                          </a:solidFill>
                          <a:latin typeface="Atkinson Hyperlegible"/>
                          <a:ea typeface="Atkinson Hyperlegible"/>
                          <a:cs typeface="Atkinson Hyperlegible"/>
                        </a:rPr>
                        <a:t>-102.050  [-102.081, -102.025]</a:t>
                      </a:r>
                    </a:p>
                  </a:txBody>
                  <a:tcPr marL="114300" marR="95250" marT="104775" marB="85725">
                    <a:solidFill>
                      <a:srgbClr val="FFFFFF"/>
                    </a:solidFill>
                  </a:tcPr>
                </a:tc>
              </a:tr>
              <a:tr h="619125">
                <a:tc>
                  <a:txBody>
                    <a:bodyPr lIns="95250" tIns="95250" rIns="95250" bIns="95250"/>
                    <a:lstStyle/>
                    <a:p>
                      <a:r>
                        <a:rPr sz="1575" b="0">
                          <a:solidFill>
                            <a:srgbClr val="173F43"/>
                          </a:solidFill>
                          <a:latin typeface="Atkinson Hyperlegible"/>
                          <a:ea typeface="Atkinson Hyperlegible"/>
                          <a:cs typeface="Atkinson Hyperlegible"/>
                        </a:rPr>
                        <a:t>Jain fairness (percentage points)</a:t>
                      </a:r>
                    </a:p>
                  </a:txBody>
                  <a:tcPr marL="114300" marR="95250" marT="104775" marB="85725">
                    <a:solidFill>
                      <a:srgbClr val="E7F0EC"/>
                    </a:solidFill>
                  </a:tcPr>
                </a:tc>
                <a:tc>
                  <a:txBody>
                    <a:bodyPr lIns="95250" tIns="95250" rIns="95250" bIns="95250"/>
                    <a:lstStyle/>
                    <a:p>
                      <a:r>
                        <a:rPr sz="1575" b="0">
                          <a:solidFill>
                            <a:srgbClr val="173F43"/>
                          </a:solidFill>
                          <a:latin typeface="Atkinson Hyperlegible"/>
                          <a:ea typeface="Atkinson Hyperlegible"/>
                          <a:cs typeface="Atkinson Hyperlegible"/>
                        </a:rPr>
                        <a:t>+9.260  [+9.142, +9.371]</a:t>
                      </a:r>
                    </a:p>
                  </a:txBody>
                  <a:tcPr marL="114300" marR="95250" marT="104775" marB="85725">
                    <a:solidFill>
                      <a:srgbClr val="E7F0EC"/>
                    </a:solidFill>
                  </a:tcPr>
                </a:tc>
              </a:tr>
              <a:tr h="619125">
                <a:tc>
                  <a:txBody>
                    <a:bodyPr lIns="95250" tIns="95250" rIns="95250" bIns="95250"/>
                    <a:lstStyle/>
                    <a:p>
                      <a:r>
                        <a:rPr sz="1575" b="0">
                          <a:solidFill>
                            <a:srgbClr val="173F43"/>
                          </a:solidFill>
                          <a:latin typeface="Atkinson Hyperlegible"/>
                          <a:ea typeface="Atkinson Hyperlegible"/>
                          <a:cs typeface="Atkinson Hyperlegible"/>
                        </a:rPr>
                        <a:t>Utilization (percentage points)</a:t>
                      </a:r>
                    </a:p>
                  </a:txBody>
                  <a:tcPr marL="114300" marR="95250" marT="104775" marB="85725">
                    <a:solidFill>
                      <a:srgbClr val="FFFFFF"/>
                    </a:solidFill>
                  </a:tcPr>
                </a:tc>
                <a:tc>
                  <a:txBody>
                    <a:bodyPr lIns="95250" tIns="95250" rIns="95250" bIns="95250"/>
                    <a:lstStyle/>
                    <a:p>
                      <a:r>
                        <a:rPr sz="1575" b="0">
                          <a:solidFill>
                            <a:srgbClr val="173F43"/>
                          </a:solidFill>
                          <a:latin typeface="Atkinson Hyperlegible"/>
                          <a:ea typeface="Atkinson Hyperlegible"/>
                          <a:cs typeface="Atkinson Hyperlegible"/>
                        </a:rPr>
                        <a:t>+25.782  [+25.702, +25.859]</a:t>
                      </a:r>
                    </a:p>
                  </a:txBody>
                  <a:tcPr marL="114300" marR="95250" marT="104775" marB="85725">
                    <a:solidFill>
                      <a:srgbClr val="FFFFFF"/>
                    </a:solidFill>
                  </a:tcPr>
                </a:tc>
              </a:tr>
            </a:tbl>
          </a:graphicData>
        </a:graphic>
      </p:graphicFrame>
      <p:sp>
        <p:nvSpPr>
          <p:cNvPr id="8" name="shape-95">
            <a:extLst xmlns:a="http://schemas.openxmlformats.org/drawingml/2006/main">
              <a:ext uri="{FF2B5EF4-FFF2-40B4-BE49-F238E27FC236}">
                <a16:creationId xmlns:a16="http://schemas.microsoft.com/office/drawing/2014/main" id="{2A4AD4BB-0271-4F48-83B9-E68B22CA61DB}"/>
              </a:ext>
            </a:extLst>
          </p:cNvPr>
          <p:cNvSpPr>
            <a:spLocks xmlns:a="http://schemas.openxmlformats.org/drawingml/2006/main" noGrp="1"/>
          </p:cNvSpPr>
          <p:nvPr/>
        </p:nvSpPr>
        <p:spPr>
          <a:xfrm xmlns:a="http://schemas.openxmlformats.org/drawingml/2006/main">
            <a:off x="609600" y="510540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37B73"/>
                </a:solidFill>
                <a:latin typeface="Atkinson Hyperlegible"/>
                <a:ea typeface="Atkinson Hyperlegible"/>
                <a:cs typeface="Atkinson Hyperlegible"/>
              </a:defRPr>
            </a:defPPr>
            <a:lvl1pPr algn="l">
              <a:defRPr sz="2550" b="1">
                <a:solidFill>
                  <a:srgbClr val="137B73"/>
                </a:solidFill>
                <a:latin typeface="Atkinson Hyperlegible"/>
                <a:ea typeface="Atkinson Hyperlegible"/>
                <a:cs typeface="Atkinson Hyperlegible"/>
              </a:defRPr>
            </a:lvl1pPr>
            <a:lvl2pPr algn="l">
              <a:defRPr sz="2550" b="1">
                <a:solidFill>
                  <a:srgbClr val="137B73"/>
                </a:solidFill>
                <a:latin typeface="Atkinson Hyperlegible"/>
                <a:ea typeface="Atkinson Hyperlegible"/>
                <a:cs typeface="Atkinson Hyperlegible"/>
              </a:defRPr>
            </a:lvl2pPr>
            <a:lvl3pPr algn="l">
              <a:defRPr sz="2550" b="1">
                <a:solidFill>
                  <a:srgbClr val="137B73"/>
                </a:solidFill>
                <a:latin typeface="Atkinson Hyperlegible"/>
                <a:ea typeface="Atkinson Hyperlegible"/>
                <a:cs typeface="Atkinson Hyperlegible"/>
              </a:defRPr>
            </a:lvl3pPr>
            <a:lvl4pPr algn="l">
              <a:defRPr sz="2550" b="1">
                <a:solidFill>
                  <a:srgbClr val="137B73"/>
                </a:solidFill>
                <a:latin typeface="Atkinson Hyperlegible"/>
                <a:ea typeface="Atkinson Hyperlegible"/>
                <a:cs typeface="Atkinson Hyperlegible"/>
              </a:defRPr>
            </a:lvl4pPr>
            <a:lvl5pPr algn="l">
              <a:defRPr sz="2550" b="1">
                <a:solidFill>
                  <a:srgbClr val="137B73"/>
                </a:solidFill>
                <a:latin typeface="Atkinson Hyperlegible"/>
                <a:ea typeface="Atkinson Hyperlegible"/>
                <a:cs typeface="Atkinson Hyperlegible"/>
              </a:defRPr>
            </a:lvl5pPr>
            <a:lvl6pPr algn="l">
              <a:defRPr sz="2550" b="1">
                <a:solidFill>
                  <a:srgbClr val="137B73"/>
                </a:solidFill>
                <a:latin typeface="Atkinson Hyperlegible"/>
                <a:ea typeface="Atkinson Hyperlegible"/>
                <a:cs typeface="Atkinson Hyperlegible"/>
              </a:defRPr>
            </a:lvl6pPr>
            <a:lvl7pPr algn="l">
              <a:defRPr sz="2550" b="1">
                <a:solidFill>
                  <a:srgbClr val="137B73"/>
                </a:solidFill>
                <a:latin typeface="Atkinson Hyperlegible"/>
                <a:ea typeface="Atkinson Hyperlegible"/>
                <a:cs typeface="Atkinson Hyperlegible"/>
              </a:defRPr>
            </a:lvl7pPr>
            <a:lvl8pPr algn="l">
              <a:defRPr sz="2550" b="1">
                <a:solidFill>
                  <a:srgbClr val="137B73"/>
                </a:solidFill>
                <a:latin typeface="Atkinson Hyperlegible"/>
                <a:ea typeface="Atkinson Hyperlegible"/>
                <a:cs typeface="Atkinson Hyperlegible"/>
              </a:defRPr>
            </a:lvl8pPr>
            <a:lvl9pPr algn="l">
              <a:defRPr sz="2550" b="1">
                <a:solidFill>
                  <a:srgbClr val="137B73"/>
                </a:solidFill>
                <a:latin typeface="Atkinson Hyperlegible"/>
                <a:ea typeface="Atkinson Hyperlegible"/>
                <a:cs typeface="Atkinson Hyperlegible"/>
              </a:defRPr>
            </a:lvl9pPr>
          </a:lstStyle>
          <a:p xmlns:a="http://schemas.openxmlformats.org/drawingml/2006/main">
            <a:pPr algn="l">
              <a:defRPr sz="2550" b="1">
                <a:solidFill>
                  <a:srgbClr val="137B73"/>
                </a:solidFill>
                <a:latin typeface="Atkinson Hyperlegible"/>
                <a:ea typeface="Atkinson Hyperlegible"/>
                <a:cs typeface="Atkinson Hyperlegible"/>
              </a:defRPr>
            </a:pPr>
            <a:r>
              <a:rPr sz="2550" b="1">
                <a:solidFill>
                  <a:srgbClr val="137B73"/>
                </a:solidFill>
                <a:latin typeface="Atkinson Hyperlegible"/>
                <a:ea typeface="Atkinson Hyperlegible"/>
                <a:cs typeface="Atkinson Hyperlegible"/>
              </a:rPr>
              <a:t>Full declared comparison: PASSED</a:t>
            </a:r>
          </a:p>
        </p:txBody>
      </p:sp>
      <p:sp>
        <p:nvSpPr>
          <p:cNvPr id="9" name="shape-96">
            <a:extLst xmlns:a="http://schemas.openxmlformats.org/drawingml/2006/main">
              <a:ext uri="{FF2B5EF4-FFF2-40B4-BE49-F238E27FC236}">
                <a16:creationId xmlns:a16="http://schemas.microsoft.com/office/drawing/2014/main" id="{01FA7ABC-0AC2-4699-A2CE-F858269FF713}"/>
              </a:ext>
            </a:extLst>
          </p:cNvPr>
          <p:cNvSpPr>
            <a:spLocks xmlns:a="http://schemas.openxmlformats.org/drawingml/2006/main" noGrp="1"/>
          </p:cNvSpPr>
          <p:nvPr/>
        </p:nvSpPr>
        <p:spPr>
          <a:xfrm xmlns:a="http://schemas.openxmlformats.org/drawingml/2006/main">
            <a:off x="609600" y="56769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3F43"/>
                </a:solidFill>
                <a:latin typeface="Atkinson Hyperlegible"/>
                <a:ea typeface="Atkinson Hyperlegible"/>
                <a:cs typeface="Atkinson Hyperlegible"/>
              </a:defRPr>
            </a:defPPr>
            <a:lvl1pPr algn="l">
              <a:defRPr sz="1875" b="0">
                <a:solidFill>
                  <a:srgbClr val="173F43"/>
                </a:solidFill>
                <a:latin typeface="Atkinson Hyperlegible"/>
                <a:ea typeface="Atkinson Hyperlegible"/>
                <a:cs typeface="Atkinson Hyperlegible"/>
              </a:defRPr>
            </a:lvl1pPr>
            <a:lvl2pPr algn="l">
              <a:defRPr sz="1875" b="0">
                <a:solidFill>
                  <a:srgbClr val="173F43"/>
                </a:solidFill>
                <a:latin typeface="Atkinson Hyperlegible"/>
                <a:ea typeface="Atkinson Hyperlegible"/>
                <a:cs typeface="Atkinson Hyperlegible"/>
              </a:defRPr>
            </a:lvl2pPr>
            <a:lvl3pPr algn="l">
              <a:defRPr sz="1875" b="0">
                <a:solidFill>
                  <a:srgbClr val="173F43"/>
                </a:solidFill>
                <a:latin typeface="Atkinson Hyperlegible"/>
                <a:ea typeface="Atkinson Hyperlegible"/>
                <a:cs typeface="Atkinson Hyperlegible"/>
              </a:defRPr>
            </a:lvl3pPr>
            <a:lvl4pPr algn="l">
              <a:defRPr sz="1875" b="0">
                <a:solidFill>
                  <a:srgbClr val="173F43"/>
                </a:solidFill>
                <a:latin typeface="Atkinson Hyperlegible"/>
                <a:ea typeface="Atkinson Hyperlegible"/>
                <a:cs typeface="Atkinson Hyperlegible"/>
              </a:defRPr>
            </a:lvl4pPr>
            <a:lvl5pPr algn="l">
              <a:defRPr sz="1875" b="0">
                <a:solidFill>
                  <a:srgbClr val="173F43"/>
                </a:solidFill>
                <a:latin typeface="Atkinson Hyperlegible"/>
                <a:ea typeface="Atkinson Hyperlegible"/>
                <a:cs typeface="Atkinson Hyperlegible"/>
              </a:defRPr>
            </a:lvl5pPr>
            <a:lvl6pPr algn="l">
              <a:defRPr sz="1875" b="0">
                <a:solidFill>
                  <a:srgbClr val="173F43"/>
                </a:solidFill>
                <a:latin typeface="Atkinson Hyperlegible"/>
                <a:ea typeface="Atkinson Hyperlegible"/>
                <a:cs typeface="Atkinson Hyperlegible"/>
              </a:defRPr>
            </a:lvl6pPr>
            <a:lvl7pPr algn="l">
              <a:defRPr sz="1875" b="0">
                <a:solidFill>
                  <a:srgbClr val="173F43"/>
                </a:solidFill>
                <a:latin typeface="Atkinson Hyperlegible"/>
                <a:ea typeface="Atkinson Hyperlegible"/>
                <a:cs typeface="Atkinson Hyperlegible"/>
              </a:defRPr>
            </a:lvl7pPr>
            <a:lvl8pPr algn="l">
              <a:defRPr sz="1875" b="0">
                <a:solidFill>
                  <a:srgbClr val="173F43"/>
                </a:solidFill>
                <a:latin typeface="Atkinson Hyperlegible"/>
                <a:ea typeface="Atkinson Hyperlegible"/>
                <a:cs typeface="Atkinson Hyperlegible"/>
              </a:defRPr>
            </a:lvl8pPr>
            <a:lvl9pPr algn="l">
              <a:defRPr sz="1875" b="0">
                <a:solidFill>
                  <a:srgbClr val="173F43"/>
                </a:solidFill>
                <a:latin typeface="Atkinson Hyperlegible"/>
                <a:ea typeface="Atkinson Hyperlegible"/>
                <a:cs typeface="Atkinson Hyperlegible"/>
              </a:defRPr>
            </a:lvl9pPr>
          </a:lstStyle>
          <a:p xmlns:a="http://schemas.openxmlformats.org/drawingml/2006/main">
            <a:pPr algn="l">
              <a:defRPr sz="1875" b="0">
                <a:solidFill>
                  <a:srgbClr val="173F43"/>
                </a:solidFill>
                <a:latin typeface="Atkinson Hyperlegible"/>
                <a:ea typeface="Atkinson Hyperlegible"/>
                <a:cs typeface="Atkinson Hyperlegible"/>
              </a:defRPr>
            </a:pPr>
            <a:r>
              <a:rPr sz="1875" b="0">
                <a:solidFill>
                  <a:srgbClr val="173F43"/>
                </a:solidFill>
                <a:latin typeface="Atkinson Hyperlegible"/>
                <a:ea typeface="Atkinson Hyperlegible"/>
                <a:cs typeface="Atkinson Hyperlegible"/>
              </a:rPr>
              <a:t>This compares the complete constrained system with a supply-blind fixed schedule. The critical-service rule contributes to the improvement.</a:t>
            </a:r>
          </a:p>
        </p:txBody>
      </p:sp>
    </p:spTree>
    <p:extLst>
      <p:ext uri="{BB962C8B-B14F-4D97-AF65-F5344CB8AC3E}">
        <p14:creationId xmlns:p14="http://schemas.microsoft.com/office/powerpoint/2010/main" val="247295359"/>
      </p:ext>
    </p:extLst>
  </p:cSld>
</p:sld>
</file>

<file path=ppt/slides/slide12.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10" name="shape-97">
            <a:extLst xmlns:a="http://schemas.openxmlformats.org/drawingml/2006/main">
              <a:ext uri="{FF2B5EF4-FFF2-40B4-BE49-F238E27FC236}">
                <a16:creationId xmlns:a16="http://schemas.microsoft.com/office/drawing/2014/main" id="{B30856D4-9A35-4C37-B6AA-C191D6D8945B}"/>
              </a:ext>
            </a:extLst>
          </p:cNvPr>
          <p:cNvSpPr>
            <a:spLocks xmlns:a="http://schemas.openxmlformats.org/drawingml/2006/main" noGrp="1"/>
          </p:cNvSpPr>
          <p:nvPr/>
        </p:nvSpPr>
        <p:spPr>
          <a:xfrm xmlns:a="http://schemas.openxmlformats.org/drawingml/2006/main">
            <a:off x="609600" y="266700"/>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37B73"/>
                </a:solidFill>
                <a:latin typeface="Atkinson Hyperlegible"/>
                <a:ea typeface="Atkinson Hyperlegible"/>
                <a:cs typeface="Atkinson Hyperlegible"/>
              </a:defRPr>
            </a:defPPr>
            <a:lvl1pPr algn="l">
              <a:defRPr sz="1350" b="1">
                <a:solidFill>
                  <a:srgbClr val="137B73"/>
                </a:solidFill>
                <a:latin typeface="Atkinson Hyperlegible"/>
                <a:ea typeface="Atkinson Hyperlegible"/>
                <a:cs typeface="Atkinson Hyperlegible"/>
              </a:defRPr>
            </a:lvl1pPr>
            <a:lvl2pPr algn="l">
              <a:defRPr sz="1350" b="1">
                <a:solidFill>
                  <a:srgbClr val="137B73"/>
                </a:solidFill>
                <a:latin typeface="Atkinson Hyperlegible"/>
                <a:ea typeface="Atkinson Hyperlegible"/>
                <a:cs typeface="Atkinson Hyperlegible"/>
              </a:defRPr>
            </a:lvl2pPr>
            <a:lvl3pPr algn="l">
              <a:defRPr sz="1350" b="1">
                <a:solidFill>
                  <a:srgbClr val="137B73"/>
                </a:solidFill>
                <a:latin typeface="Atkinson Hyperlegible"/>
                <a:ea typeface="Atkinson Hyperlegible"/>
                <a:cs typeface="Atkinson Hyperlegible"/>
              </a:defRPr>
            </a:lvl3pPr>
            <a:lvl4pPr algn="l">
              <a:defRPr sz="1350" b="1">
                <a:solidFill>
                  <a:srgbClr val="137B73"/>
                </a:solidFill>
                <a:latin typeface="Atkinson Hyperlegible"/>
                <a:ea typeface="Atkinson Hyperlegible"/>
                <a:cs typeface="Atkinson Hyperlegible"/>
              </a:defRPr>
            </a:lvl4pPr>
            <a:lvl5pPr algn="l">
              <a:defRPr sz="1350" b="1">
                <a:solidFill>
                  <a:srgbClr val="137B73"/>
                </a:solidFill>
                <a:latin typeface="Atkinson Hyperlegible"/>
                <a:ea typeface="Atkinson Hyperlegible"/>
                <a:cs typeface="Atkinson Hyperlegible"/>
              </a:defRPr>
            </a:lvl5pPr>
            <a:lvl6pPr algn="l">
              <a:defRPr sz="1350" b="1">
                <a:solidFill>
                  <a:srgbClr val="137B73"/>
                </a:solidFill>
                <a:latin typeface="Atkinson Hyperlegible"/>
                <a:ea typeface="Atkinson Hyperlegible"/>
                <a:cs typeface="Atkinson Hyperlegible"/>
              </a:defRPr>
            </a:lvl6pPr>
            <a:lvl7pPr algn="l">
              <a:defRPr sz="1350" b="1">
                <a:solidFill>
                  <a:srgbClr val="137B73"/>
                </a:solidFill>
                <a:latin typeface="Atkinson Hyperlegible"/>
                <a:ea typeface="Atkinson Hyperlegible"/>
                <a:cs typeface="Atkinson Hyperlegible"/>
              </a:defRPr>
            </a:lvl7pPr>
            <a:lvl8pPr algn="l">
              <a:defRPr sz="1350" b="1">
                <a:solidFill>
                  <a:srgbClr val="137B73"/>
                </a:solidFill>
                <a:latin typeface="Atkinson Hyperlegible"/>
                <a:ea typeface="Atkinson Hyperlegible"/>
                <a:cs typeface="Atkinson Hyperlegible"/>
              </a:defRPr>
            </a:lvl8pPr>
            <a:lvl9pPr algn="l">
              <a:defRPr sz="1350" b="1">
                <a:solidFill>
                  <a:srgbClr val="137B73"/>
                </a:solidFill>
                <a:latin typeface="Atkinson Hyperlegible"/>
                <a:ea typeface="Atkinson Hyperlegible"/>
                <a:cs typeface="Atkinson Hyperlegible"/>
              </a:defRPr>
            </a:lvl9pPr>
          </a:lstStyle>
          <a:p xmlns:a="http://schemas.openxmlformats.org/drawingml/2006/main">
            <a:pPr algn="l">
              <a:defRPr sz="1350" b="1">
                <a:solidFill>
                  <a:srgbClr val="137B73"/>
                </a:solidFill>
                <a:latin typeface="Atkinson Hyperlegible"/>
                <a:ea typeface="Atkinson Hyperlegible"/>
                <a:cs typeface="Atkinson Hyperlegible"/>
              </a:defRPr>
            </a:pPr>
            <a:r>
              <a:rPr sz="1350" b="1">
                <a:solidFill>
                  <a:srgbClr val="137B73"/>
                </a:solidFill>
                <a:latin typeface="Atkinson Hyperlegible"/>
                <a:ea typeface="Atkinson Hyperlegible"/>
                <a:cs typeface="Atkinson Hyperlegible"/>
              </a:rPr>
              <a:t>GridGuard Khartoum</a:t>
            </a:r>
          </a:p>
        </p:txBody>
      </p:sp>
      <p:sp>
        <p:nvSpPr>
          <p:cNvPr id="2" name="shape-98">
            <a:extLst xmlns:a="http://schemas.openxmlformats.org/drawingml/2006/main">
              <a:ext uri="{FF2B5EF4-FFF2-40B4-BE49-F238E27FC236}">
                <a16:creationId xmlns:a16="http://schemas.microsoft.com/office/drawing/2014/main" id="{247F50B3-1EE0-4D52-856C-F52D032350B8}"/>
              </a:ext>
            </a:extLst>
          </p:cNvPr>
          <p:cNvSpPr>
            <a:spLocks xmlns:a="http://schemas.openxmlformats.org/drawingml/2006/main" noGrp="1"/>
          </p:cNvSpPr>
          <p:nvPr/>
        </p:nvSpPr>
        <p:spPr>
          <a:xfrm xmlns:a="http://schemas.openxmlformats.org/drawingml/2006/main">
            <a:off x="609600" y="7334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F43"/>
                </a:solidFill>
                <a:latin typeface="Atkinson Hyperlegible"/>
                <a:ea typeface="Atkinson Hyperlegible"/>
                <a:cs typeface="Atkinson Hyperlegible"/>
              </a:defRPr>
            </a:defPPr>
            <a:lvl1pPr algn="l">
              <a:defRPr sz="3150" b="1">
                <a:solidFill>
                  <a:srgbClr val="173F43"/>
                </a:solidFill>
                <a:latin typeface="Atkinson Hyperlegible"/>
                <a:ea typeface="Atkinson Hyperlegible"/>
                <a:cs typeface="Atkinson Hyperlegible"/>
              </a:defRPr>
            </a:lvl1pPr>
            <a:lvl2pPr algn="l">
              <a:defRPr sz="3150" b="1">
                <a:solidFill>
                  <a:srgbClr val="173F43"/>
                </a:solidFill>
                <a:latin typeface="Atkinson Hyperlegible"/>
                <a:ea typeface="Atkinson Hyperlegible"/>
                <a:cs typeface="Atkinson Hyperlegible"/>
              </a:defRPr>
            </a:lvl2pPr>
            <a:lvl3pPr algn="l">
              <a:defRPr sz="3150" b="1">
                <a:solidFill>
                  <a:srgbClr val="173F43"/>
                </a:solidFill>
                <a:latin typeface="Atkinson Hyperlegible"/>
                <a:ea typeface="Atkinson Hyperlegible"/>
                <a:cs typeface="Atkinson Hyperlegible"/>
              </a:defRPr>
            </a:lvl3pPr>
            <a:lvl4pPr algn="l">
              <a:defRPr sz="3150" b="1">
                <a:solidFill>
                  <a:srgbClr val="173F43"/>
                </a:solidFill>
                <a:latin typeface="Atkinson Hyperlegible"/>
                <a:ea typeface="Atkinson Hyperlegible"/>
                <a:cs typeface="Atkinson Hyperlegible"/>
              </a:defRPr>
            </a:lvl4pPr>
            <a:lvl5pPr algn="l">
              <a:defRPr sz="3150" b="1">
                <a:solidFill>
                  <a:srgbClr val="173F43"/>
                </a:solidFill>
                <a:latin typeface="Atkinson Hyperlegible"/>
                <a:ea typeface="Atkinson Hyperlegible"/>
                <a:cs typeface="Atkinson Hyperlegible"/>
              </a:defRPr>
            </a:lvl5pPr>
            <a:lvl6pPr algn="l">
              <a:defRPr sz="3150" b="1">
                <a:solidFill>
                  <a:srgbClr val="173F43"/>
                </a:solidFill>
                <a:latin typeface="Atkinson Hyperlegible"/>
                <a:ea typeface="Atkinson Hyperlegible"/>
                <a:cs typeface="Atkinson Hyperlegible"/>
              </a:defRPr>
            </a:lvl6pPr>
            <a:lvl7pPr algn="l">
              <a:defRPr sz="3150" b="1">
                <a:solidFill>
                  <a:srgbClr val="173F43"/>
                </a:solidFill>
                <a:latin typeface="Atkinson Hyperlegible"/>
                <a:ea typeface="Atkinson Hyperlegible"/>
                <a:cs typeface="Atkinson Hyperlegible"/>
              </a:defRPr>
            </a:lvl7pPr>
            <a:lvl8pPr algn="l">
              <a:defRPr sz="3150" b="1">
                <a:solidFill>
                  <a:srgbClr val="173F43"/>
                </a:solidFill>
                <a:latin typeface="Atkinson Hyperlegible"/>
                <a:ea typeface="Atkinson Hyperlegible"/>
                <a:cs typeface="Atkinson Hyperlegible"/>
              </a:defRPr>
            </a:lvl8pPr>
            <a:lvl9pPr algn="l">
              <a:defRPr sz="3150" b="1">
                <a:solidFill>
                  <a:srgbClr val="173F43"/>
                </a:solidFill>
                <a:latin typeface="Atkinson Hyperlegible"/>
                <a:ea typeface="Atkinson Hyperlegible"/>
                <a:cs typeface="Atkinson Hyperlegible"/>
              </a:defRPr>
            </a:lvl9pPr>
          </a:lstStyle>
          <a:p xmlns:a="http://schemas.openxmlformats.org/drawingml/2006/main">
            <a:pPr algn="l">
              <a:defRPr sz="3150" b="1">
                <a:solidFill>
                  <a:srgbClr val="173F43"/>
                </a:solidFill>
                <a:latin typeface="Atkinson Hyperlegible"/>
                <a:ea typeface="Atkinson Hyperlegible"/>
                <a:cs typeface="Atkinson Hyperlegible"/>
              </a:defRPr>
            </a:pPr>
            <a:r>
              <a:rPr sz="3150" b="1">
                <a:solidFill>
                  <a:srgbClr val="173F43"/>
                </a:solidFill>
                <a:latin typeface="Atkinson Hyperlegible"/>
                <a:ea typeface="Atkinson Hyperlegible"/>
                <a:cs typeface="Atkinson Hyperlegible"/>
              </a:rPr>
              <a:t>A reward and fairness gain with a utilization tradeoff</a:t>
            </a:r>
          </a:p>
        </p:txBody>
      </p:sp>
      <p:sp>
        <p:nvSpPr>
          <p:cNvPr id="3" name="shape-99">
            <a:extLst xmlns:a="http://schemas.openxmlformats.org/drawingml/2006/main">
              <a:ext uri="{FF2B5EF4-FFF2-40B4-BE49-F238E27FC236}">
                <a16:creationId xmlns:a16="http://schemas.microsoft.com/office/drawing/2014/main" id="{E632C004-DBC1-456B-89B8-DFF0B6108A47}"/>
              </a:ext>
            </a:extLst>
          </p:cNvPr>
          <p:cNvSpPr>
            <a:spLocks xmlns:a="http://schemas.openxmlformats.org/drawingml/2006/main" noGrp="1"/>
          </p:cNvSpPr>
          <p:nvPr/>
        </p:nvSpPr>
        <p:spPr>
          <a:xfrm xmlns:a="http://schemas.openxmlformats.org/drawingml/2006/main">
            <a:off x="609600" y="136207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787A"/>
                </a:solidFill>
                <a:latin typeface="Atkinson Hyperlegible"/>
                <a:ea typeface="Atkinson Hyperlegible"/>
                <a:cs typeface="Atkinson Hyperlegible"/>
              </a:defRPr>
            </a:defPPr>
            <a:lvl1pPr algn="l">
              <a:defRPr sz="1725" b="0">
                <a:solidFill>
                  <a:srgbClr val="58787A"/>
                </a:solidFill>
                <a:latin typeface="Atkinson Hyperlegible"/>
                <a:ea typeface="Atkinson Hyperlegible"/>
                <a:cs typeface="Atkinson Hyperlegible"/>
              </a:defRPr>
            </a:lvl1pPr>
            <a:lvl2pPr algn="l">
              <a:defRPr sz="1725" b="0">
                <a:solidFill>
                  <a:srgbClr val="58787A"/>
                </a:solidFill>
                <a:latin typeface="Atkinson Hyperlegible"/>
                <a:ea typeface="Atkinson Hyperlegible"/>
                <a:cs typeface="Atkinson Hyperlegible"/>
              </a:defRPr>
            </a:lvl2pPr>
            <a:lvl3pPr algn="l">
              <a:defRPr sz="1725" b="0">
                <a:solidFill>
                  <a:srgbClr val="58787A"/>
                </a:solidFill>
                <a:latin typeface="Atkinson Hyperlegible"/>
                <a:ea typeface="Atkinson Hyperlegible"/>
                <a:cs typeface="Atkinson Hyperlegible"/>
              </a:defRPr>
            </a:lvl3pPr>
            <a:lvl4pPr algn="l">
              <a:defRPr sz="1725" b="0">
                <a:solidFill>
                  <a:srgbClr val="58787A"/>
                </a:solidFill>
                <a:latin typeface="Atkinson Hyperlegible"/>
                <a:ea typeface="Atkinson Hyperlegible"/>
                <a:cs typeface="Atkinson Hyperlegible"/>
              </a:defRPr>
            </a:lvl4pPr>
            <a:lvl5pPr algn="l">
              <a:defRPr sz="1725" b="0">
                <a:solidFill>
                  <a:srgbClr val="58787A"/>
                </a:solidFill>
                <a:latin typeface="Atkinson Hyperlegible"/>
                <a:ea typeface="Atkinson Hyperlegible"/>
                <a:cs typeface="Atkinson Hyperlegible"/>
              </a:defRPr>
            </a:lvl5pPr>
            <a:lvl6pPr algn="l">
              <a:defRPr sz="1725" b="0">
                <a:solidFill>
                  <a:srgbClr val="58787A"/>
                </a:solidFill>
                <a:latin typeface="Atkinson Hyperlegible"/>
                <a:ea typeface="Atkinson Hyperlegible"/>
                <a:cs typeface="Atkinson Hyperlegible"/>
              </a:defRPr>
            </a:lvl6pPr>
            <a:lvl7pPr algn="l">
              <a:defRPr sz="1725" b="0">
                <a:solidFill>
                  <a:srgbClr val="58787A"/>
                </a:solidFill>
                <a:latin typeface="Atkinson Hyperlegible"/>
                <a:ea typeface="Atkinson Hyperlegible"/>
                <a:cs typeface="Atkinson Hyperlegible"/>
              </a:defRPr>
            </a:lvl7pPr>
            <a:lvl8pPr algn="l">
              <a:defRPr sz="1725" b="0">
                <a:solidFill>
                  <a:srgbClr val="58787A"/>
                </a:solidFill>
                <a:latin typeface="Atkinson Hyperlegible"/>
                <a:ea typeface="Atkinson Hyperlegible"/>
                <a:cs typeface="Atkinson Hyperlegible"/>
              </a:defRPr>
            </a:lvl8pPr>
            <a:lvl9pPr algn="l">
              <a:defRPr sz="1725" b="0">
                <a:solidFill>
                  <a:srgbClr val="58787A"/>
                </a:solidFill>
                <a:latin typeface="Atkinson Hyperlegible"/>
                <a:ea typeface="Atkinson Hyperlegible"/>
                <a:cs typeface="Atkinson Hyperlegible"/>
              </a:defRPr>
            </a:lvl9pPr>
          </a:lstStyle>
          <a:p xmlns:a="http://schemas.openxmlformats.org/drawingml/2006/main">
            <a:pPr algn="l">
              <a:defRPr sz="1725" b="0">
                <a:solidFill>
                  <a:srgbClr val="58787A"/>
                </a:solidFill>
                <a:latin typeface="Atkinson Hyperlegible"/>
                <a:ea typeface="Atkinson Hyperlegible"/>
                <a:cs typeface="Atkinson Hyperlegible"/>
              </a:defRPr>
            </a:pPr>
            <a:r>
              <a:rPr sz="1725" b="0">
                <a:solidFill>
                  <a:srgbClr val="58787A"/>
                </a:solidFill>
                <a:latin typeface="Atkinson Hyperlegible"/>
                <a:ea typeface="Atkinson Hyperlegible"/>
                <a:cs typeface="Atkinson Hyperlegible"/>
              </a:rPr>
              <a:t>Paired effects are PPO minus Constrained Optimization. Adjusted 97.5% intervals.</a:t>
            </a:r>
          </a:p>
        </p:txBody>
      </p:sp>
      <p:sp>
        <p:nvSpPr>
          <p:cNvPr id="4" name="shape-100">
            <a:extLst xmlns:a="http://schemas.openxmlformats.org/drawingml/2006/main">
              <a:ext uri="{FF2B5EF4-FFF2-40B4-BE49-F238E27FC236}">
                <a16:creationId xmlns:a16="http://schemas.microsoft.com/office/drawing/2014/main" id="{A22943C9-E78B-452F-9DF7-E3A5940FCC32}"/>
              </a:ext>
            </a:extLst>
          </p:cNvPr>
          <p:cNvSpPr>
            <a:spLocks xmlns:a="http://schemas.openxmlformats.org/drawingml/2006/main" noGrp="1"/>
          </p:cNvSpPr>
          <p:nvPr/>
        </p:nvSpPr>
        <p:spPr>
          <a:xfrm xmlns:a="http://schemas.openxmlformats.org/drawingml/2006/main">
            <a:off x="609600" y="6448425"/>
            <a:ext cx="10972800" cy="9525"/>
          </a:xfrm>
          <a:prstGeom xmlns:a="http://schemas.openxmlformats.org/drawingml/2006/main" prst="rect">
            <a:avLst/>
          </a:prstGeom>
          <a:solidFill xmlns:a="http://schemas.openxmlformats.org/drawingml/2006/main">
            <a:srgbClr val="D8E5DF"/>
          </a:solidFill>
          <a:ln xmlns:a="http://schemas.openxmlformats.org/drawingml/2006/main" w="0">
            <a:noFill/>
          </a:ln>
        </p:spPr>
      </p:sp>
      <p:sp>
        <p:nvSpPr>
          <p:cNvPr id="5" name="shape-101">
            <a:extLst xmlns:a="http://schemas.openxmlformats.org/drawingml/2006/main">
              <a:ext uri="{FF2B5EF4-FFF2-40B4-BE49-F238E27FC236}">
                <a16:creationId xmlns:a16="http://schemas.microsoft.com/office/drawing/2014/main" id="{89EE6909-5D0F-4D4B-BCF0-9CC39F21913E}"/>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8787A"/>
                </a:solidFill>
                <a:latin typeface="Atkinson Hyperlegible"/>
                <a:ea typeface="Atkinson Hyperlegible"/>
                <a:cs typeface="Atkinson Hyperlegible"/>
              </a:defRPr>
            </a:defPPr>
            <a:lvl1pPr algn="l">
              <a:defRPr sz="1050" b="0">
                <a:solidFill>
                  <a:srgbClr val="58787A"/>
                </a:solidFill>
                <a:latin typeface="Atkinson Hyperlegible"/>
                <a:ea typeface="Atkinson Hyperlegible"/>
                <a:cs typeface="Atkinson Hyperlegible"/>
              </a:defRPr>
            </a:lvl1pPr>
            <a:lvl2pPr algn="l">
              <a:defRPr sz="1050" b="0">
                <a:solidFill>
                  <a:srgbClr val="58787A"/>
                </a:solidFill>
                <a:latin typeface="Atkinson Hyperlegible"/>
                <a:ea typeface="Atkinson Hyperlegible"/>
                <a:cs typeface="Atkinson Hyperlegible"/>
              </a:defRPr>
            </a:lvl2pPr>
            <a:lvl3pPr algn="l">
              <a:defRPr sz="1050" b="0">
                <a:solidFill>
                  <a:srgbClr val="58787A"/>
                </a:solidFill>
                <a:latin typeface="Atkinson Hyperlegible"/>
                <a:ea typeface="Atkinson Hyperlegible"/>
                <a:cs typeface="Atkinson Hyperlegible"/>
              </a:defRPr>
            </a:lvl3pPr>
            <a:lvl4pPr algn="l">
              <a:defRPr sz="1050" b="0">
                <a:solidFill>
                  <a:srgbClr val="58787A"/>
                </a:solidFill>
                <a:latin typeface="Atkinson Hyperlegible"/>
                <a:ea typeface="Atkinson Hyperlegible"/>
                <a:cs typeface="Atkinson Hyperlegible"/>
              </a:defRPr>
            </a:lvl4pPr>
            <a:lvl5pPr algn="l">
              <a:defRPr sz="1050" b="0">
                <a:solidFill>
                  <a:srgbClr val="58787A"/>
                </a:solidFill>
                <a:latin typeface="Atkinson Hyperlegible"/>
                <a:ea typeface="Atkinson Hyperlegible"/>
                <a:cs typeface="Atkinson Hyperlegible"/>
              </a:defRPr>
            </a:lvl5pPr>
            <a:lvl6pPr algn="l">
              <a:defRPr sz="1050" b="0">
                <a:solidFill>
                  <a:srgbClr val="58787A"/>
                </a:solidFill>
                <a:latin typeface="Atkinson Hyperlegible"/>
                <a:ea typeface="Atkinson Hyperlegible"/>
                <a:cs typeface="Atkinson Hyperlegible"/>
              </a:defRPr>
            </a:lvl6pPr>
            <a:lvl7pPr algn="l">
              <a:defRPr sz="1050" b="0">
                <a:solidFill>
                  <a:srgbClr val="58787A"/>
                </a:solidFill>
                <a:latin typeface="Atkinson Hyperlegible"/>
                <a:ea typeface="Atkinson Hyperlegible"/>
                <a:cs typeface="Atkinson Hyperlegible"/>
              </a:defRPr>
            </a:lvl7pPr>
            <a:lvl8pPr algn="l">
              <a:defRPr sz="1050" b="0">
                <a:solidFill>
                  <a:srgbClr val="58787A"/>
                </a:solidFill>
                <a:latin typeface="Atkinson Hyperlegible"/>
                <a:ea typeface="Atkinson Hyperlegible"/>
                <a:cs typeface="Atkinson Hyperlegible"/>
              </a:defRPr>
            </a:lvl8pPr>
            <a:lvl9pPr algn="l">
              <a:defRPr sz="1050" b="0">
                <a:solidFill>
                  <a:srgbClr val="58787A"/>
                </a:solidFill>
                <a:latin typeface="Atkinson Hyperlegible"/>
                <a:ea typeface="Atkinson Hyperlegible"/>
                <a:cs typeface="Atkinson Hyperlegible"/>
              </a:defRPr>
            </a:lvl9pPr>
          </a:lstStyle>
          <a:p xmlns:a="http://schemas.openxmlformats.org/drawingml/2006/main">
            <a:pPr algn="l">
              <a:defRPr sz="1050" b="0">
                <a:solidFill>
                  <a:srgbClr val="58787A"/>
                </a:solidFill>
                <a:latin typeface="Atkinson Hyperlegible"/>
                <a:ea typeface="Atkinson Hyperlegible"/>
                <a:cs typeface="Atkinson Hyperlegible"/>
              </a:defRPr>
            </a:pPr>
            <a:r>
              <a:rPr sz="1050" b="0">
                <a:solidFill>
                  <a:srgbClr val="58787A"/>
                </a:solidFill>
                <a:latin typeface="Atkinson Hyperlegible"/>
                <a:ea typeface="Atkinson Hyperlegible"/>
                <a:cs typeface="Atkinson Hyperlegible"/>
              </a:rPr>
              <a:t>Synthetic scenarios. Decision support only.</a:t>
            </a:r>
          </a:p>
        </p:txBody>
      </p:sp>
      <p:sp>
        <p:nvSpPr>
          <p:cNvPr id="6" name="shape-102">
            <a:extLst xmlns:a="http://schemas.openxmlformats.org/drawingml/2006/main">
              <a:ext uri="{FF2B5EF4-FFF2-40B4-BE49-F238E27FC236}">
                <a16:creationId xmlns:a16="http://schemas.microsoft.com/office/drawing/2014/main" id="{68AEFF7E-9665-476A-8EAF-7AE9BB49314A}"/>
              </a:ext>
            </a:extLst>
          </p:cNvPr>
          <p:cNvSpPr>
            <a:spLocks xmlns:a="http://schemas.openxmlformats.org/drawingml/2006/main" noGrp="1"/>
          </p:cNvSpPr>
          <p:nvPr/>
        </p:nvSpPr>
        <p:spPr>
          <a:xfrm xmlns:a="http://schemas.openxmlformats.org/drawingml/2006/main">
            <a:off x="11001375" y="6515100"/>
            <a:ext cx="581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137B73"/>
                </a:solidFill>
                <a:latin typeface="Atkinson Hyperlegible"/>
                <a:ea typeface="Atkinson Hyperlegible"/>
                <a:cs typeface="Atkinson Hyperlegible"/>
              </a:defRPr>
            </a:defPPr>
            <a:lvl1pPr algn="r">
              <a:defRPr sz="1275" b="0">
                <a:solidFill>
                  <a:srgbClr val="137B73"/>
                </a:solidFill>
                <a:latin typeface="Atkinson Hyperlegible"/>
                <a:ea typeface="Atkinson Hyperlegible"/>
                <a:cs typeface="Atkinson Hyperlegible"/>
              </a:defRPr>
            </a:lvl1pPr>
            <a:lvl2pPr algn="r">
              <a:defRPr sz="1275" b="0">
                <a:solidFill>
                  <a:srgbClr val="137B73"/>
                </a:solidFill>
                <a:latin typeface="Atkinson Hyperlegible"/>
                <a:ea typeface="Atkinson Hyperlegible"/>
                <a:cs typeface="Atkinson Hyperlegible"/>
              </a:defRPr>
            </a:lvl2pPr>
            <a:lvl3pPr algn="r">
              <a:defRPr sz="1275" b="0">
                <a:solidFill>
                  <a:srgbClr val="137B73"/>
                </a:solidFill>
                <a:latin typeface="Atkinson Hyperlegible"/>
                <a:ea typeface="Atkinson Hyperlegible"/>
                <a:cs typeface="Atkinson Hyperlegible"/>
              </a:defRPr>
            </a:lvl3pPr>
            <a:lvl4pPr algn="r">
              <a:defRPr sz="1275" b="0">
                <a:solidFill>
                  <a:srgbClr val="137B73"/>
                </a:solidFill>
                <a:latin typeface="Atkinson Hyperlegible"/>
                <a:ea typeface="Atkinson Hyperlegible"/>
                <a:cs typeface="Atkinson Hyperlegible"/>
              </a:defRPr>
            </a:lvl4pPr>
            <a:lvl5pPr algn="r">
              <a:defRPr sz="1275" b="0">
                <a:solidFill>
                  <a:srgbClr val="137B73"/>
                </a:solidFill>
                <a:latin typeface="Atkinson Hyperlegible"/>
                <a:ea typeface="Atkinson Hyperlegible"/>
                <a:cs typeface="Atkinson Hyperlegible"/>
              </a:defRPr>
            </a:lvl5pPr>
            <a:lvl6pPr algn="r">
              <a:defRPr sz="1275" b="0">
                <a:solidFill>
                  <a:srgbClr val="137B73"/>
                </a:solidFill>
                <a:latin typeface="Atkinson Hyperlegible"/>
                <a:ea typeface="Atkinson Hyperlegible"/>
                <a:cs typeface="Atkinson Hyperlegible"/>
              </a:defRPr>
            </a:lvl6pPr>
            <a:lvl7pPr algn="r">
              <a:defRPr sz="1275" b="0">
                <a:solidFill>
                  <a:srgbClr val="137B73"/>
                </a:solidFill>
                <a:latin typeface="Atkinson Hyperlegible"/>
                <a:ea typeface="Atkinson Hyperlegible"/>
                <a:cs typeface="Atkinson Hyperlegible"/>
              </a:defRPr>
            </a:lvl7pPr>
            <a:lvl8pPr algn="r">
              <a:defRPr sz="1275" b="0">
                <a:solidFill>
                  <a:srgbClr val="137B73"/>
                </a:solidFill>
                <a:latin typeface="Atkinson Hyperlegible"/>
                <a:ea typeface="Atkinson Hyperlegible"/>
                <a:cs typeface="Atkinson Hyperlegible"/>
              </a:defRPr>
            </a:lvl8pPr>
            <a:lvl9pPr algn="r">
              <a:defRPr sz="1275" b="0">
                <a:solidFill>
                  <a:srgbClr val="137B73"/>
                </a:solidFill>
                <a:latin typeface="Atkinson Hyperlegible"/>
                <a:ea typeface="Atkinson Hyperlegible"/>
                <a:cs typeface="Atkinson Hyperlegible"/>
              </a:defRPr>
            </a:lvl9pPr>
          </a:lstStyle>
          <a:p xmlns:a="http://schemas.openxmlformats.org/drawingml/2006/main">
            <a:pPr algn="r">
              <a:defRPr sz="1275" b="0">
                <a:solidFill>
                  <a:srgbClr val="137B73"/>
                </a:solidFill>
                <a:latin typeface="Atkinson Hyperlegible"/>
                <a:ea typeface="Atkinson Hyperlegible"/>
                <a:cs typeface="Atkinson Hyperlegible"/>
              </a:defRPr>
            </a:pPr>
            <a:r>
              <a:rPr sz="1275" b="0">
                <a:solidFill>
                  <a:srgbClr val="137B73"/>
                </a:solidFill>
                <a:latin typeface="Atkinson Hyperlegible"/>
                <a:ea typeface="Atkinson Hyperlegible"/>
                <a:cs typeface="Atkinson Hyperlegible"/>
              </a:rPr>
              <a:t>12</a:t>
            </a:r>
          </a:p>
        </p:txBody>
      </p:sp>
      <p:graphicFrame>
        <p:nvGraphicFramePr>
          <p:cNvPr id="7" name="">
            <a:extLst xmlns:a="http://schemas.openxmlformats.org/drawingml/2006/main">
              <a:ext uri="{FF2B5EF4-FFF2-40B4-BE49-F238E27FC236}">
                <a16:creationId xmlns:a16="http://schemas.microsoft.com/office/drawing/2014/main" id="{F2D18251-2D58-4C99-9E84-CA8B65D8CD34}"/>
              </a:ext>
            </a:extLst>
          </p:cNvPr>
          <p:cNvGraphicFramePr/>
          <p:nvPr/>
        </p:nvGraphicFramePr>
        <p:xfrm>
          <a:off xmlns:a="http://schemas.openxmlformats.org/drawingml/2006/main" x="609600" y="2105025"/>
          <a:ext xmlns:a="http://schemas.openxmlformats.org/drawingml/2006/main" cx="10972800" cy="2914650"/>
        </p:xfrm>
        <a:graphic xmlns:a="http://schemas.openxmlformats.org/drawingml/2006/main">
          <a:graphicData uri="http://schemas.openxmlformats.org/drawingml/2006/table">
            <a:tbl>
              <a:tblPr/>
              <a:tblGrid>
                <a:gridCol w="5810250"/>
                <a:gridCol w="5162550"/>
              </a:tblGrid>
              <a:tr h="582930">
                <a:tc>
                  <a:txBody>
                    <a:bodyPr lIns="95250" tIns="95250" rIns="95250" bIns="95250"/>
                    <a:lstStyle/>
                    <a:p>
                      <a:r>
                        <a:rPr sz="1575" b="1">
                          <a:solidFill>
                            <a:srgbClr val="FFFFFF"/>
                          </a:solidFill>
                          <a:latin typeface="Atkinson Hyperlegible"/>
                          <a:ea typeface="Atkinson Hyperlegible"/>
                          <a:cs typeface="Atkinson Hyperlegible"/>
                        </a:rPr>
                        <a:t>Outcome</a:t>
                      </a:r>
                    </a:p>
                  </a:txBody>
                  <a:tcPr marL="114300" marR="95250" marT="104775" marB="85725">
                    <a:solidFill>
                      <a:srgbClr val="137B73"/>
                    </a:solidFill>
                  </a:tcPr>
                </a:tc>
                <a:tc>
                  <a:txBody>
                    <a:bodyPr lIns="95250" tIns="95250" rIns="95250" bIns="95250"/>
                    <a:lstStyle/>
                    <a:p>
                      <a:r>
                        <a:rPr sz="1575" b="1">
                          <a:solidFill>
                            <a:srgbClr val="FFFFFF"/>
                          </a:solidFill>
                          <a:latin typeface="Atkinson Hyperlegible"/>
                          <a:ea typeface="Atkinson Hyperlegible"/>
                          <a:cs typeface="Atkinson Hyperlegible"/>
                        </a:rPr>
                        <a:t>Effect [lower, upper]</a:t>
                      </a:r>
                    </a:p>
                  </a:txBody>
                  <a:tcPr marL="114300" marR="95250" marT="104775" marB="85725">
                    <a:solidFill>
                      <a:srgbClr val="137B73"/>
                    </a:solidFill>
                  </a:tcPr>
                </a:tc>
              </a:tr>
              <a:tr h="582930">
                <a:tc>
                  <a:txBody>
                    <a:bodyPr lIns="95250" tIns="95250" rIns="95250" bIns="95250"/>
                    <a:lstStyle/>
                    <a:p>
                      <a:r>
                        <a:rPr sz="1575" b="0">
                          <a:solidFill>
                            <a:srgbClr val="173F43"/>
                          </a:solidFill>
                          <a:latin typeface="Atkinson Hyperlegible"/>
                          <a:ea typeface="Atkinson Hyperlegible"/>
                          <a:cs typeface="Atkinson Hyperlegible"/>
                        </a:rPr>
                        <a:t>Daily reward</a:t>
                      </a:r>
                    </a:p>
                  </a:txBody>
                  <a:tcPr marL="114300" marR="95250" marT="104775" marB="85725">
                    <a:solidFill>
                      <a:srgbClr val="FFFFFF"/>
                    </a:solidFill>
                  </a:tcPr>
                </a:tc>
                <a:tc>
                  <a:txBody>
                    <a:bodyPr lIns="95250" tIns="95250" rIns="95250" bIns="95250"/>
                    <a:lstStyle/>
                    <a:p>
                      <a:r>
                        <a:rPr sz="1575" b="0">
                          <a:solidFill>
                            <a:srgbClr val="173F43"/>
                          </a:solidFill>
                          <a:latin typeface="Atkinson Hyperlegible"/>
                          <a:ea typeface="Atkinson Hyperlegible"/>
                          <a:cs typeface="Atkinson Hyperlegible"/>
                        </a:rPr>
                        <a:t>+0.0499  [+0.0406, +0.0577]</a:t>
                      </a:r>
                    </a:p>
                  </a:txBody>
                  <a:tcPr marL="114300" marR="95250" marT="104775" marB="85725">
                    <a:solidFill>
                      <a:srgbClr val="FFFFFF"/>
                    </a:solidFill>
                  </a:tcPr>
                </a:tc>
              </a:tr>
              <a:tr h="582930">
                <a:tc>
                  <a:txBody>
                    <a:bodyPr lIns="95250" tIns="95250" rIns="95250" bIns="95250"/>
                    <a:lstStyle/>
                    <a:p>
                      <a:r>
                        <a:rPr sz="1575" b="0">
                          <a:solidFill>
                            <a:srgbClr val="173F43"/>
                          </a:solidFill>
                          <a:latin typeface="Atkinson Hyperlegible"/>
                          <a:ea typeface="Atkinson Hyperlegible"/>
                          <a:cs typeface="Atkinson Hyperlegible"/>
                        </a:rPr>
                        <a:t>Jain fairness (percentage points)</a:t>
                      </a:r>
                    </a:p>
                  </a:txBody>
                  <a:tcPr marL="114300" marR="95250" marT="104775" marB="85725">
                    <a:solidFill>
                      <a:srgbClr val="E7F0EC"/>
                    </a:solidFill>
                  </a:tcPr>
                </a:tc>
                <a:tc>
                  <a:txBody>
                    <a:bodyPr lIns="95250" tIns="95250" rIns="95250" bIns="95250"/>
                    <a:lstStyle/>
                    <a:p>
                      <a:r>
                        <a:rPr sz="1575" b="0">
                          <a:solidFill>
                            <a:srgbClr val="173F43"/>
                          </a:solidFill>
                          <a:latin typeface="Atkinson Hyperlegible"/>
                          <a:ea typeface="Atkinson Hyperlegible"/>
                          <a:cs typeface="Atkinson Hyperlegible"/>
                        </a:rPr>
                        <a:t>+2.237  [+2.096, +2.373]</a:t>
                      </a:r>
                    </a:p>
                  </a:txBody>
                  <a:tcPr marL="114300" marR="95250" marT="104775" marB="85725">
                    <a:solidFill>
                      <a:srgbClr val="E7F0EC"/>
                    </a:solidFill>
                  </a:tcPr>
                </a:tc>
              </a:tr>
              <a:tr h="582930">
                <a:tc>
                  <a:txBody>
                    <a:bodyPr lIns="95250" tIns="95250" rIns="95250" bIns="95250"/>
                    <a:lstStyle/>
                    <a:p>
                      <a:r>
                        <a:rPr sz="1575" b="0">
                          <a:solidFill>
                            <a:srgbClr val="173F43"/>
                          </a:solidFill>
                          <a:latin typeface="Atkinson Hyperlegible"/>
                          <a:ea typeface="Atkinson Hyperlegible"/>
                          <a:cs typeface="Atkinson Hyperlegible"/>
                        </a:rPr>
                        <a:t>Utilization (percentage points)</a:t>
                      </a:r>
                    </a:p>
                  </a:txBody>
                  <a:tcPr marL="114300" marR="95250" marT="104775" marB="85725">
                    <a:solidFill>
                      <a:srgbClr val="FFFFFF"/>
                    </a:solidFill>
                  </a:tcPr>
                </a:tc>
                <a:tc>
                  <a:txBody>
                    <a:bodyPr lIns="95250" tIns="95250" rIns="95250" bIns="95250"/>
                    <a:lstStyle/>
                    <a:p>
                      <a:r>
                        <a:rPr sz="1575" b="0">
                          <a:solidFill>
                            <a:srgbClr val="173F43"/>
                          </a:solidFill>
                          <a:latin typeface="Atkinson Hyperlegible"/>
                          <a:ea typeface="Atkinson Hyperlegible"/>
                          <a:cs typeface="Atkinson Hyperlegible"/>
                        </a:rPr>
                        <a:t>-0.399  [-0.464, -0.341]</a:t>
                      </a:r>
                    </a:p>
                  </a:txBody>
                  <a:tcPr marL="114300" marR="95250" marT="104775" marB="85725">
                    <a:solidFill>
                      <a:srgbClr val="FFFFFF"/>
                    </a:solidFill>
                  </a:tcPr>
                </a:tc>
              </a:tr>
              <a:tr h="582930">
                <a:tc>
                  <a:txBody>
                    <a:bodyPr lIns="95250" tIns="95250" rIns="95250" bIns="95250"/>
                    <a:lstStyle/>
                    <a:p>
                      <a:r>
                        <a:rPr sz="1575" b="0">
                          <a:solidFill>
                            <a:srgbClr val="173F43"/>
                          </a:solidFill>
                          <a:latin typeface="Atkinson Hyperlegible"/>
                          <a:ea typeface="Atkinson Hyperlegible"/>
                          <a:cs typeface="Atkinson Hyperlegible"/>
                        </a:rPr>
                        <a:t>Switching (percentage points)</a:t>
                      </a:r>
                    </a:p>
                  </a:txBody>
                  <a:tcPr marL="114300" marR="95250" marT="104775" marB="85725">
                    <a:solidFill>
                      <a:srgbClr val="E7F0EC"/>
                    </a:solidFill>
                  </a:tcPr>
                </a:tc>
                <a:tc>
                  <a:txBody>
                    <a:bodyPr lIns="95250" tIns="95250" rIns="95250" bIns="95250"/>
                    <a:lstStyle/>
                    <a:p>
                      <a:r>
                        <a:rPr sz="1575" b="0">
                          <a:solidFill>
                            <a:srgbClr val="173F43"/>
                          </a:solidFill>
                          <a:latin typeface="Atkinson Hyperlegible"/>
                          <a:ea typeface="Atkinson Hyperlegible"/>
                          <a:cs typeface="Atkinson Hyperlegible"/>
                        </a:rPr>
                        <a:t>+7.218  [+6.531, +8.112]</a:t>
                      </a:r>
                    </a:p>
                  </a:txBody>
                  <a:tcPr marL="114300" marR="95250" marT="104775" marB="85725">
                    <a:solidFill>
                      <a:srgbClr val="E7F0EC"/>
                    </a:solidFill>
                  </a:tcPr>
                </a:tc>
              </a:tr>
            </a:tbl>
          </a:graphicData>
        </a:graphic>
      </p:graphicFrame>
      <p:sp>
        <p:nvSpPr>
          <p:cNvPr id="8" name="shape-103">
            <a:extLst xmlns:a="http://schemas.openxmlformats.org/drawingml/2006/main">
              <a:ext uri="{FF2B5EF4-FFF2-40B4-BE49-F238E27FC236}">
                <a16:creationId xmlns:a16="http://schemas.microsoft.com/office/drawing/2014/main" id="{BC1FB92D-D7AC-4CA8-937D-A117F41D33FD}"/>
              </a:ext>
            </a:extLst>
          </p:cNvPr>
          <p:cNvSpPr>
            <a:spLocks xmlns:a="http://schemas.openxmlformats.org/drawingml/2006/main" noGrp="1"/>
          </p:cNvSpPr>
          <p:nvPr/>
        </p:nvSpPr>
        <p:spPr>
          <a:xfrm xmlns:a="http://schemas.openxmlformats.org/drawingml/2006/main">
            <a:off x="609600" y="53149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E77D60"/>
                </a:solidFill>
                <a:latin typeface="Atkinson Hyperlegible"/>
                <a:ea typeface="Atkinson Hyperlegible"/>
                <a:cs typeface="Atkinson Hyperlegible"/>
              </a:defRPr>
            </a:defPPr>
            <a:lvl1pPr algn="l">
              <a:defRPr sz="2325" b="1">
                <a:solidFill>
                  <a:srgbClr val="E77D60"/>
                </a:solidFill>
                <a:latin typeface="Atkinson Hyperlegible"/>
                <a:ea typeface="Atkinson Hyperlegible"/>
                <a:cs typeface="Atkinson Hyperlegible"/>
              </a:defRPr>
            </a:lvl1pPr>
            <a:lvl2pPr algn="l">
              <a:defRPr sz="2325" b="1">
                <a:solidFill>
                  <a:srgbClr val="E77D60"/>
                </a:solidFill>
                <a:latin typeface="Atkinson Hyperlegible"/>
                <a:ea typeface="Atkinson Hyperlegible"/>
                <a:cs typeface="Atkinson Hyperlegible"/>
              </a:defRPr>
            </a:lvl2pPr>
            <a:lvl3pPr algn="l">
              <a:defRPr sz="2325" b="1">
                <a:solidFill>
                  <a:srgbClr val="E77D60"/>
                </a:solidFill>
                <a:latin typeface="Atkinson Hyperlegible"/>
                <a:ea typeface="Atkinson Hyperlegible"/>
                <a:cs typeface="Atkinson Hyperlegible"/>
              </a:defRPr>
            </a:lvl3pPr>
            <a:lvl4pPr algn="l">
              <a:defRPr sz="2325" b="1">
                <a:solidFill>
                  <a:srgbClr val="E77D60"/>
                </a:solidFill>
                <a:latin typeface="Atkinson Hyperlegible"/>
                <a:ea typeface="Atkinson Hyperlegible"/>
                <a:cs typeface="Atkinson Hyperlegible"/>
              </a:defRPr>
            </a:lvl4pPr>
            <a:lvl5pPr algn="l">
              <a:defRPr sz="2325" b="1">
                <a:solidFill>
                  <a:srgbClr val="E77D60"/>
                </a:solidFill>
                <a:latin typeface="Atkinson Hyperlegible"/>
                <a:ea typeface="Atkinson Hyperlegible"/>
                <a:cs typeface="Atkinson Hyperlegible"/>
              </a:defRPr>
            </a:lvl5pPr>
            <a:lvl6pPr algn="l">
              <a:defRPr sz="2325" b="1">
                <a:solidFill>
                  <a:srgbClr val="E77D60"/>
                </a:solidFill>
                <a:latin typeface="Atkinson Hyperlegible"/>
                <a:ea typeface="Atkinson Hyperlegible"/>
                <a:cs typeface="Atkinson Hyperlegible"/>
              </a:defRPr>
            </a:lvl6pPr>
            <a:lvl7pPr algn="l">
              <a:defRPr sz="2325" b="1">
                <a:solidFill>
                  <a:srgbClr val="E77D60"/>
                </a:solidFill>
                <a:latin typeface="Atkinson Hyperlegible"/>
                <a:ea typeface="Atkinson Hyperlegible"/>
                <a:cs typeface="Atkinson Hyperlegible"/>
              </a:defRPr>
            </a:lvl7pPr>
            <a:lvl8pPr algn="l">
              <a:defRPr sz="2325" b="1">
                <a:solidFill>
                  <a:srgbClr val="E77D60"/>
                </a:solidFill>
                <a:latin typeface="Atkinson Hyperlegible"/>
                <a:ea typeface="Atkinson Hyperlegible"/>
                <a:cs typeface="Atkinson Hyperlegible"/>
              </a:defRPr>
            </a:lvl8pPr>
            <a:lvl9pPr algn="l">
              <a:defRPr sz="2325" b="1">
                <a:solidFill>
                  <a:srgbClr val="E77D60"/>
                </a:solidFill>
                <a:latin typeface="Atkinson Hyperlegible"/>
                <a:ea typeface="Atkinson Hyperlegible"/>
                <a:cs typeface="Atkinson Hyperlegible"/>
              </a:defRPr>
            </a:lvl9pPr>
          </a:lstStyle>
          <a:p xmlns:a="http://schemas.openxmlformats.org/drawingml/2006/main">
            <a:pPr algn="l">
              <a:defRPr sz="2325" b="1">
                <a:solidFill>
                  <a:srgbClr val="E77D60"/>
                </a:solidFill>
                <a:latin typeface="Atkinson Hyperlegible"/>
                <a:ea typeface="Atkinson Hyperlegible"/>
                <a:cs typeface="Atkinson Hyperlegible"/>
              </a:defRPr>
            </a:pPr>
            <a:r>
              <a:rPr sz="2325" b="1">
                <a:solidFill>
                  <a:srgbClr val="E77D60"/>
                </a:solidFill>
                <a:latin typeface="Atkinson Hyperlegible"/>
                <a:ea typeface="Atkinson Hyperlegible"/>
                <a:cs typeface="Atkinson Hyperlegible"/>
              </a:rPr>
              <a:t>Full service-guarded improvement criterion: NOT MET</a:t>
            </a:r>
          </a:p>
        </p:txBody>
      </p:sp>
      <p:sp>
        <p:nvSpPr>
          <p:cNvPr id="9" name="shape-104">
            <a:extLst xmlns:a="http://schemas.openxmlformats.org/drawingml/2006/main">
              <a:ext uri="{FF2B5EF4-FFF2-40B4-BE49-F238E27FC236}">
                <a16:creationId xmlns:a16="http://schemas.microsoft.com/office/drawing/2014/main" id="{53112DE2-7789-42BA-AA12-7C0E536ABBF3}"/>
              </a:ext>
            </a:extLst>
          </p:cNvPr>
          <p:cNvSpPr>
            <a:spLocks xmlns:a="http://schemas.openxmlformats.org/drawingml/2006/main" noGrp="1"/>
          </p:cNvSpPr>
          <p:nvPr/>
        </p:nvSpPr>
        <p:spPr>
          <a:xfrm xmlns:a="http://schemas.openxmlformats.org/drawingml/2006/main">
            <a:off x="609600" y="58102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3F43"/>
                </a:solidFill>
                <a:latin typeface="Atkinson Hyperlegible"/>
                <a:ea typeface="Atkinson Hyperlegible"/>
                <a:cs typeface="Atkinson Hyperlegible"/>
              </a:defRPr>
            </a:defPPr>
            <a:lvl1pPr algn="l">
              <a:defRPr sz="1875" b="0">
                <a:solidFill>
                  <a:srgbClr val="173F43"/>
                </a:solidFill>
                <a:latin typeface="Atkinson Hyperlegible"/>
                <a:ea typeface="Atkinson Hyperlegible"/>
                <a:cs typeface="Atkinson Hyperlegible"/>
              </a:defRPr>
            </a:lvl1pPr>
            <a:lvl2pPr algn="l">
              <a:defRPr sz="1875" b="0">
                <a:solidFill>
                  <a:srgbClr val="173F43"/>
                </a:solidFill>
                <a:latin typeface="Atkinson Hyperlegible"/>
                <a:ea typeface="Atkinson Hyperlegible"/>
                <a:cs typeface="Atkinson Hyperlegible"/>
              </a:defRPr>
            </a:lvl2pPr>
            <a:lvl3pPr algn="l">
              <a:defRPr sz="1875" b="0">
                <a:solidFill>
                  <a:srgbClr val="173F43"/>
                </a:solidFill>
                <a:latin typeface="Atkinson Hyperlegible"/>
                <a:ea typeface="Atkinson Hyperlegible"/>
                <a:cs typeface="Atkinson Hyperlegible"/>
              </a:defRPr>
            </a:lvl3pPr>
            <a:lvl4pPr algn="l">
              <a:defRPr sz="1875" b="0">
                <a:solidFill>
                  <a:srgbClr val="173F43"/>
                </a:solidFill>
                <a:latin typeface="Atkinson Hyperlegible"/>
                <a:ea typeface="Atkinson Hyperlegible"/>
                <a:cs typeface="Atkinson Hyperlegible"/>
              </a:defRPr>
            </a:lvl4pPr>
            <a:lvl5pPr algn="l">
              <a:defRPr sz="1875" b="0">
                <a:solidFill>
                  <a:srgbClr val="173F43"/>
                </a:solidFill>
                <a:latin typeface="Atkinson Hyperlegible"/>
                <a:ea typeface="Atkinson Hyperlegible"/>
                <a:cs typeface="Atkinson Hyperlegible"/>
              </a:defRPr>
            </a:lvl5pPr>
            <a:lvl6pPr algn="l">
              <a:defRPr sz="1875" b="0">
                <a:solidFill>
                  <a:srgbClr val="173F43"/>
                </a:solidFill>
                <a:latin typeface="Atkinson Hyperlegible"/>
                <a:ea typeface="Atkinson Hyperlegible"/>
                <a:cs typeface="Atkinson Hyperlegible"/>
              </a:defRPr>
            </a:lvl6pPr>
            <a:lvl7pPr algn="l">
              <a:defRPr sz="1875" b="0">
                <a:solidFill>
                  <a:srgbClr val="173F43"/>
                </a:solidFill>
                <a:latin typeface="Atkinson Hyperlegible"/>
                <a:ea typeface="Atkinson Hyperlegible"/>
                <a:cs typeface="Atkinson Hyperlegible"/>
              </a:defRPr>
            </a:lvl7pPr>
            <a:lvl8pPr algn="l">
              <a:defRPr sz="1875" b="0">
                <a:solidFill>
                  <a:srgbClr val="173F43"/>
                </a:solidFill>
                <a:latin typeface="Atkinson Hyperlegible"/>
                <a:ea typeface="Atkinson Hyperlegible"/>
                <a:cs typeface="Atkinson Hyperlegible"/>
              </a:defRPr>
            </a:lvl8pPr>
            <a:lvl9pPr algn="l">
              <a:defRPr sz="1875" b="0">
                <a:solidFill>
                  <a:srgbClr val="173F43"/>
                </a:solidFill>
                <a:latin typeface="Atkinson Hyperlegible"/>
                <a:ea typeface="Atkinson Hyperlegible"/>
                <a:cs typeface="Atkinson Hyperlegible"/>
              </a:defRPr>
            </a:lvl9pPr>
          </a:lstStyle>
          <a:p xmlns:a="http://schemas.openxmlformats.org/drawingml/2006/main">
            <a:pPr algn="l">
              <a:defRPr sz="1875" b="0">
                <a:solidFill>
                  <a:srgbClr val="173F43"/>
                </a:solidFill>
                <a:latin typeface="Atkinson Hyperlegible"/>
                <a:ea typeface="Atkinson Hyperlegible"/>
                <a:cs typeface="Atkinson Hyperlegible"/>
              </a:defRPr>
            </a:pPr>
            <a:r>
              <a:rPr sz="1875" b="0">
                <a:solidFill>
                  <a:srgbClr val="173F43"/>
                </a:solidFill>
                <a:latin typeface="Atkinson Hyperlegible"/>
                <a:ea typeface="Atkinson Hyperlegible"/>
                <a:cs typeface="Atkinson Hyperlegible"/>
              </a:rPr>
              <a:t>The utilization loss exceeds the allowed 0.2-point margin. Both protect critical service.</a:t>
            </a:r>
          </a:p>
        </p:txBody>
      </p:sp>
    </p:spTree>
    <p:extLst>
      <p:ext uri="{BB962C8B-B14F-4D97-AF65-F5344CB8AC3E}">
        <p14:creationId xmlns:p14="http://schemas.microsoft.com/office/powerpoint/2010/main" val="1554939645"/>
      </p:ext>
    </p:extLst>
  </p:cSld>
</p:sld>
</file>

<file path=ppt/slides/slide13.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9" name="shape-105">
            <a:extLst xmlns:a="http://schemas.openxmlformats.org/drawingml/2006/main">
              <a:ext uri="{FF2B5EF4-FFF2-40B4-BE49-F238E27FC236}">
                <a16:creationId xmlns:a16="http://schemas.microsoft.com/office/drawing/2014/main" id="{2E6340CB-7BD6-4EAE-9327-7F4E48628B38}"/>
              </a:ext>
            </a:extLst>
          </p:cNvPr>
          <p:cNvSpPr>
            <a:spLocks xmlns:a="http://schemas.openxmlformats.org/drawingml/2006/main" noGrp="1"/>
          </p:cNvSpPr>
          <p:nvPr/>
        </p:nvSpPr>
        <p:spPr>
          <a:xfrm xmlns:a="http://schemas.openxmlformats.org/drawingml/2006/main">
            <a:off x="609600" y="266700"/>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37B73"/>
                </a:solidFill>
                <a:latin typeface="Atkinson Hyperlegible"/>
                <a:ea typeface="Atkinson Hyperlegible"/>
                <a:cs typeface="Atkinson Hyperlegible"/>
              </a:defRPr>
            </a:defPPr>
            <a:lvl1pPr algn="l">
              <a:defRPr sz="1350" b="1">
                <a:solidFill>
                  <a:srgbClr val="137B73"/>
                </a:solidFill>
                <a:latin typeface="Atkinson Hyperlegible"/>
                <a:ea typeface="Atkinson Hyperlegible"/>
                <a:cs typeface="Atkinson Hyperlegible"/>
              </a:defRPr>
            </a:lvl1pPr>
            <a:lvl2pPr algn="l">
              <a:defRPr sz="1350" b="1">
                <a:solidFill>
                  <a:srgbClr val="137B73"/>
                </a:solidFill>
                <a:latin typeface="Atkinson Hyperlegible"/>
                <a:ea typeface="Atkinson Hyperlegible"/>
                <a:cs typeface="Atkinson Hyperlegible"/>
              </a:defRPr>
            </a:lvl2pPr>
            <a:lvl3pPr algn="l">
              <a:defRPr sz="1350" b="1">
                <a:solidFill>
                  <a:srgbClr val="137B73"/>
                </a:solidFill>
                <a:latin typeface="Atkinson Hyperlegible"/>
                <a:ea typeface="Atkinson Hyperlegible"/>
                <a:cs typeface="Atkinson Hyperlegible"/>
              </a:defRPr>
            </a:lvl3pPr>
            <a:lvl4pPr algn="l">
              <a:defRPr sz="1350" b="1">
                <a:solidFill>
                  <a:srgbClr val="137B73"/>
                </a:solidFill>
                <a:latin typeface="Atkinson Hyperlegible"/>
                <a:ea typeface="Atkinson Hyperlegible"/>
                <a:cs typeface="Atkinson Hyperlegible"/>
              </a:defRPr>
            </a:lvl4pPr>
            <a:lvl5pPr algn="l">
              <a:defRPr sz="1350" b="1">
                <a:solidFill>
                  <a:srgbClr val="137B73"/>
                </a:solidFill>
                <a:latin typeface="Atkinson Hyperlegible"/>
                <a:ea typeface="Atkinson Hyperlegible"/>
                <a:cs typeface="Atkinson Hyperlegible"/>
              </a:defRPr>
            </a:lvl5pPr>
            <a:lvl6pPr algn="l">
              <a:defRPr sz="1350" b="1">
                <a:solidFill>
                  <a:srgbClr val="137B73"/>
                </a:solidFill>
                <a:latin typeface="Atkinson Hyperlegible"/>
                <a:ea typeface="Atkinson Hyperlegible"/>
                <a:cs typeface="Atkinson Hyperlegible"/>
              </a:defRPr>
            </a:lvl6pPr>
            <a:lvl7pPr algn="l">
              <a:defRPr sz="1350" b="1">
                <a:solidFill>
                  <a:srgbClr val="137B73"/>
                </a:solidFill>
                <a:latin typeface="Atkinson Hyperlegible"/>
                <a:ea typeface="Atkinson Hyperlegible"/>
                <a:cs typeface="Atkinson Hyperlegible"/>
              </a:defRPr>
            </a:lvl7pPr>
            <a:lvl8pPr algn="l">
              <a:defRPr sz="1350" b="1">
                <a:solidFill>
                  <a:srgbClr val="137B73"/>
                </a:solidFill>
                <a:latin typeface="Atkinson Hyperlegible"/>
                <a:ea typeface="Atkinson Hyperlegible"/>
                <a:cs typeface="Atkinson Hyperlegible"/>
              </a:defRPr>
            </a:lvl8pPr>
            <a:lvl9pPr algn="l">
              <a:defRPr sz="1350" b="1">
                <a:solidFill>
                  <a:srgbClr val="137B73"/>
                </a:solidFill>
                <a:latin typeface="Atkinson Hyperlegible"/>
                <a:ea typeface="Atkinson Hyperlegible"/>
                <a:cs typeface="Atkinson Hyperlegible"/>
              </a:defRPr>
            </a:lvl9pPr>
          </a:lstStyle>
          <a:p xmlns:a="http://schemas.openxmlformats.org/drawingml/2006/main">
            <a:pPr algn="l">
              <a:defRPr sz="1350" b="1">
                <a:solidFill>
                  <a:srgbClr val="137B73"/>
                </a:solidFill>
                <a:latin typeface="Atkinson Hyperlegible"/>
                <a:ea typeface="Atkinson Hyperlegible"/>
                <a:cs typeface="Atkinson Hyperlegible"/>
              </a:defRPr>
            </a:pPr>
            <a:r>
              <a:rPr sz="1350" b="1">
                <a:solidFill>
                  <a:srgbClr val="137B73"/>
                </a:solidFill>
                <a:latin typeface="Atkinson Hyperlegible"/>
                <a:ea typeface="Atkinson Hyperlegible"/>
                <a:cs typeface="Atkinson Hyperlegible"/>
              </a:rPr>
              <a:t>GridGuard Khartoum</a:t>
            </a:r>
          </a:p>
        </p:txBody>
      </p:sp>
      <p:sp>
        <p:nvSpPr>
          <p:cNvPr id="2" name="shape-106">
            <a:extLst xmlns:a="http://schemas.openxmlformats.org/drawingml/2006/main">
              <a:ext uri="{FF2B5EF4-FFF2-40B4-BE49-F238E27FC236}">
                <a16:creationId xmlns:a16="http://schemas.microsoft.com/office/drawing/2014/main" id="{E4CCC780-BEBA-4212-9283-AB264A670067}"/>
              </a:ext>
            </a:extLst>
          </p:cNvPr>
          <p:cNvSpPr>
            <a:spLocks xmlns:a="http://schemas.openxmlformats.org/drawingml/2006/main" noGrp="1"/>
          </p:cNvSpPr>
          <p:nvPr/>
        </p:nvSpPr>
        <p:spPr>
          <a:xfrm xmlns:a="http://schemas.openxmlformats.org/drawingml/2006/main">
            <a:off x="609600" y="7334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F43"/>
                </a:solidFill>
                <a:latin typeface="Atkinson Hyperlegible"/>
                <a:ea typeface="Atkinson Hyperlegible"/>
                <a:cs typeface="Atkinson Hyperlegible"/>
              </a:defRPr>
            </a:defPPr>
            <a:lvl1pPr algn="l">
              <a:defRPr sz="3150" b="1">
                <a:solidFill>
                  <a:srgbClr val="173F43"/>
                </a:solidFill>
                <a:latin typeface="Atkinson Hyperlegible"/>
                <a:ea typeface="Atkinson Hyperlegible"/>
                <a:cs typeface="Atkinson Hyperlegible"/>
              </a:defRPr>
            </a:lvl1pPr>
            <a:lvl2pPr algn="l">
              <a:defRPr sz="3150" b="1">
                <a:solidFill>
                  <a:srgbClr val="173F43"/>
                </a:solidFill>
                <a:latin typeface="Atkinson Hyperlegible"/>
                <a:ea typeface="Atkinson Hyperlegible"/>
                <a:cs typeface="Atkinson Hyperlegible"/>
              </a:defRPr>
            </a:lvl2pPr>
            <a:lvl3pPr algn="l">
              <a:defRPr sz="3150" b="1">
                <a:solidFill>
                  <a:srgbClr val="173F43"/>
                </a:solidFill>
                <a:latin typeface="Atkinson Hyperlegible"/>
                <a:ea typeface="Atkinson Hyperlegible"/>
                <a:cs typeface="Atkinson Hyperlegible"/>
              </a:defRPr>
            </a:lvl3pPr>
            <a:lvl4pPr algn="l">
              <a:defRPr sz="3150" b="1">
                <a:solidFill>
                  <a:srgbClr val="173F43"/>
                </a:solidFill>
                <a:latin typeface="Atkinson Hyperlegible"/>
                <a:ea typeface="Atkinson Hyperlegible"/>
                <a:cs typeface="Atkinson Hyperlegible"/>
              </a:defRPr>
            </a:lvl4pPr>
            <a:lvl5pPr algn="l">
              <a:defRPr sz="3150" b="1">
                <a:solidFill>
                  <a:srgbClr val="173F43"/>
                </a:solidFill>
                <a:latin typeface="Atkinson Hyperlegible"/>
                <a:ea typeface="Atkinson Hyperlegible"/>
                <a:cs typeface="Atkinson Hyperlegible"/>
              </a:defRPr>
            </a:lvl5pPr>
            <a:lvl6pPr algn="l">
              <a:defRPr sz="3150" b="1">
                <a:solidFill>
                  <a:srgbClr val="173F43"/>
                </a:solidFill>
                <a:latin typeface="Atkinson Hyperlegible"/>
                <a:ea typeface="Atkinson Hyperlegible"/>
                <a:cs typeface="Atkinson Hyperlegible"/>
              </a:defRPr>
            </a:lvl6pPr>
            <a:lvl7pPr algn="l">
              <a:defRPr sz="3150" b="1">
                <a:solidFill>
                  <a:srgbClr val="173F43"/>
                </a:solidFill>
                <a:latin typeface="Atkinson Hyperlegible"/>
                <a:ea typeface="Atkinson Hyperlegible"/>
                <a:cs typeface="Atkinson Hyperlegible"/>
              </a:defRPr>
            </a:lvl7pPr>
            <a:lvl8pPr algn="l">
              <a:defRPr sz="3150" b="1">
                <a:solidFill>
                  <a:srgbClr val="173F43"/>
                </a:solidFill>
                <a:latin typeface="Atkinson Hyperlegible"/>
                <a:ea typeface="Atkinson Hyperlegible"/>
                <a:cs typeface="Atkinson Hyperlegible"/>
              </a:defRPr>
            </a:lvl8pPr>
            <a:lvl9pPr algn="l">
              <a:defRPr sz="3150" b="1">
                <a:solidFill>
                  <a:srgbClr val="173F43"/>
                </a:solidFill>
                <a:latin typeface="Atkinson Hyperlegible"/>
                <a:ea typeface="Atkinson Hyperlegible"/>
                <a:cs typeface="Atkinson Hyperlegible"/>
              </a:defRPr>
            </a:lvl9pPr>
          </a:lstStyle>
          <a:p xmlns:a="http://schemas.openxmlformats.org/drawingml/2006/main">
            <a:pPr algn="l">
              <a:defRPr sz="3150" b="1">
                <a:solidFill>
                  <a:srgbClr val="173F43"/>
                </a:solidFill>
                <a:latin typeface="Atkinson Hyperlegible"/>
                <a:ea typeface="Atkinson Hyperlegible"/>
                <a:cs typeface="Atkinson Hyperlegible"/>
              </a:defRPr>
            </a:pPr>
            <a:r>
              <a:rPr sz="3150" b="1">
                <a:solidFill>
                  <a:srgbClr val="173F43"/>
                </a:solidFill>
                <a:latin typeface="Atkinson Hyperlegible"/>
                <a:ea typeface="Atkinson Hyperlegible"/>
                <a:cs typeface="Atkinson Hyperlegible"/>
              </a:rPr>
              <a:t>Duration fairness and total interruption burden</a:t>
            </a:r>
          </a:p>
        </p:txBody>
      </p:sp>
      <p:sp>
        <p:nvSpPr>
          <p:cNvPr id="3" name="shape-107">
            <a:extLst xmlns:a="http://schemas.openxmlformats.org/drawingml/2006/main">
              <a:ext uri="{FF2B5EF4-FFF2-40B4-BE49-F238E27FC236}">
                <a16:creationId xmlns:a16="http://schemas.microsoft.com/office/drawing/2014/main" id="{18DD51CF-DA8F-4437-8A9A-F31CAE97498A}"/>
              </a:ext>
            </a:extLst>
          </p:cNvPr>
          <p:cNvSpPr>
            <a:spLocks xmlns:a="http://schemas.openxmlformats.org/drawingml/2006/main" noGrp="1"/>
          </p:cNvSpPr>
          <p:nvPr/>
        </p:nvSpPr>
        <p:spPr>
          <a:xfrm xmlns:a="http://schemas.openxmlformats.org/drawingml/2006/main">
            <a:off x="609600" y="136207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787A"/>
                </a:solidFill>
                <a:latin typeface="Atkinson Hyperlegible"/>
                <a:ea typeface="Atkinson Hyperlegible"/>
                <a:cs typeface="Atkinson Hyperlegible"/>
              </a:defRPr>
            </a:defPPr>
            <a:lvl1pPr algn="l">
              <a:defRPr sz="1725" b="0">
                <a:solidFill>
                  <a:srgbClr val="58787A"/>
                </a:solidFill>
                <a:latin typeface="Atkinson Hyperlegible"/>
                <a:ea typeface="Atkinson Hyperlegible"/>
                <a:cs typeface="Atkinson Hyperlegible"/>
              </a:defRPr>
            </a:lvl1pPr>
            <a:lvl2pPr algn="l">
              <a:defRPr sz="1725" b="0">
                <a:solidFill>
                  <a:srgbClr val="58787A"/>
                </a:solidFill>
                <a:latin typeface="Atkinson Hyperlegible"/>
                <a:ea typeface="Atkinson Hyperlegible"/>
                <a:cs typeface="Atkinson Hyperlegible"/>
              </a:defRPr>
            </a:lvl2pPr>
            <a:lvl3pPr algn="l">
              <a:defRPr sz="1725" b="0">
                <a:solidFill>
                  <a:srgbClr val="58787A"/>
                </a:solidFill>
                <a:latin typeface="Atkinson Hyperlegible"/>
                <a:ea typeface="Atkinson Hyperlegible"/>
                <a:cs typeface="Atkinson Hyperlegible"/>
              </a:defRPr>
            </a:lvl3pPr>
            <a:lvl4pPr algn="l">
              <a:defRPr sz="1725" b="0">
                <a:solidFill>
                  <a:srgbClr val="58787A"/>
                </a:solidFill>
                <a:latin typeface="Atkinson Hyperlegible"/>
                <a:ea typeface="Atkinson Hyperlegible"/>
                <a:cs typeface="Atkinson Hyperlegible"/>
              </a:defRPr>
            </a:lvl4pPr>
            <a:lvl5pPr algn="l">
              <a:defRPr sz="1725" b="0">
                <a:solidFill>
                  <a:srgbClr val="58787A"/>
                </a:solidFill>
                <a:latin typeface="Atkinson Hyperlegible"/>
                <a:ea typeface="Atkinson Hyperlegible"/>
                <a:cs typeface="Atkinson Hyperlegible"/>
              </a:defRPr>
            </a:lvl5pPr>
            <a:lvl6pPr algn="l">
              <a:defRPr sz="1725" b="0">
                <a:solidFill>
                  <a:srgbClr val="58787A"/>
                </a:solidFill>
                <a:latin typeface="Atkinson Hyperlegible"/>
                <a:ea typeface="Atkinson Hyperlegible"/>
                <a:cs typeface="Atkinson Hyperlegible"/>
              </a:defRPr>
            </a:lvl6pPr>
            <a:lvl7pPr algn="l">
              <a:defRPr sz="1725" b="0">
                <a:solidFill>
                  <a:srgbClr val="58787A"/>
                </a:solidFill>
                <a:latin typeface="Atkinson Hyperlegible"/>
                <a:ea typeface="Atkinson Hyperlegible"/>
                <a:cs typeface="Atkinson Hyperlegible"/>
              </a:defRPr>
            </a:lvl7pPr>
            <a:lvl8pPr algn="l">
              <a:defRPr sz="1725" b="0">
                <a:solidFill>
                  <a:srgbClr val="58787A"/>
                </a:solidFill>
                <a:latin typeface="Atkinson Hyperlegible"/>
                <a:ea typeface="Atkinson Hyperlegible"/>
                <a:cs typeface="Atkinson Hyperlegible"/>
              </a:defRPr>
            </a:lvl8pPr>
            <a:lvl9pPr algn="l">
              <a:defRPr sz="1725" b="0">
                <a:solidFill>
                  <a:srgbClr val="58787A"/>
                </a:solidFill>
                <a:latin typeface="Atkinson Hyperlegible"/>
                <a:ea typeface="Atkinson Hyperlegible"/>
                <a:cs typeface="Atkinson Hyperlegible"/>
              </a:defRPr>
            </a:lvl9pPr>
          </a:lstStyle>
          <a:p xmlns:a="http://schemas.openxmlformats.org/drawingml/2006/main">
            <a:pPr algn="l">
              <a:defRPr sz="1725" b="0">
                <a:solidFill>
                  <a:srgbClr val="58787A"/>
                </a:solidFill>
                <a:latin typeface="Atkinson Hyperlegible"/>
                <a:ea typeface="Atkinson Hyperlegible"/>
                <a:cs typeface="Atkinson Hyperlegible"/>
              </a:defRPr>
            </a:pPr>
            <a:r>
              <a:rPr sz="1725" b="0">
                <a:solidFill>
                  <a:srgbClr val="58787A"/>
                </a:solidFill>
                <a:latin typeface="Atkinson Hyperlegible"/>
                <a:ea typeface="Atkinson Hyperlegible"/>
                <a:cs typeface="Atkinson Hyperlegible"/>
              </a:rPr>
              <a:t>Episode duration measures are calculated before averaging</a:t>
            </a:r>
          </a:p>
        </p:txBody>
      </p:sp>
      <p:sp>
        <p:nvSpPr>
          <p:cNvPr id="4" name="shape-108">
            <a:extLst xmlns:a="http://schemas.openxmlformats.org/drawingml/2006/main">
              <a:ext uri="{FF2B5EF4-FFF2-40B4-BE49-F238E27FC236}">
                <a16:creationId xmlns:a16="http://schemas.microsoft.com/office/drawing/2014/main" id="{ADF4B747-39C7-414B-A863-F2D8319A3EAA}"/>
              </a:ext>
            </a:extLst>
          </p:cNvPr>
          <p:cNvSpPr>
            <a:spLocks xmlns:a="http://schemas.openxmlformats.org/drawingml/2006/main" noGrp="1"/>
          </p:cNvSpPr>
          <p:nvPr/>
        </p:nvSpPr>
        <p:spPr>
          <a:xfrm xmlns:a="http://schemas.openxmlformats.org/drawingml/2006/main">
            <a:off x="609600" y="6448425"/>
            <a:ext cx="10972800" cy="9525"/>
          </a:xfrm>
          <a:prstGeom xmlns:a="http://schemas.openxmlformats.org/drawingml/2006/main" prst="rect">
            <a:avLst/>
          </a:prstGeom>
          <a:solidFill xmlns:a="http://schemas.openxmlformats.org/drawingml/2006/main">
            <a:srgbClr val="D8E5DF"/>
          </a:solidFill>
          <a:ln xmlns:a="http://schemas.openxmlformats.org/drawingml/2006/main" w="0">
            <a:noFill/>
          </a:ln>
        </p:spPr>
      </p:sp>
      <p:sp>
        <p:nvSpPr>
          <p:cNvPr id="5" name="shape-109">
            <a:extLst xmlns:a="http://schemas.openxmlformats.org/drawingml/2006/main">
              <a:ext uri="{FF2B5EF4-FFF2-40B4-BE49-F238E27FC236}">
                <a16:creationId xmlns:a16="http://schemas.microsoft.com/office/drawing/2014/main" id="{B1157424-9C02-4445-8302-88D38FCC2714}"/>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8787A"/>
                </a:solidFill>
                <a:latin typeface="Atkinson Hyperlegible"/>
                <a:ea typeface="Atkinson Hyperlegible"/>
                <a:cs typeface="Atkinson Hyperlegible"/>
              </a:defRPr>
            </a:defPPr>
            <a:lvl1pPr algn="l">
              <a:defRPr sz="1050" b="0">
                <a:solidFill>
                  <a:srgbClr val="58787A"/>
                </a:solidFill>
                <a:latin typeface="Atkinson Hyperlegible"/>
                <a:ea typeface="Atkinson Hyperlegible"/>
                <a:cs typeface="Atkinson Hyperlegible"/>
              </a:defRPr>
            </a:lvl1pPr>
            <a:lvl2pPr algn="l">
              <a:defRPr sz="1050" b="0">
                <a:solidFill>
                  <a:srgbClr val="58787A"/>
                </a:solidFill>
                <a:latin typeface="Atkinson Hyperlegible"/>
                <a:ea typeface="Atkinson Hyperlegible"/>
                <a:cs typeface="Atkinson Hyperlegible"/>
              </a:defRPr>
            </a:lvl2pPr>
            <a:lvl3pPr algn="l">
              <a:defRPr sz="1050" b="0">
                <a:solidFill>
                  <a:srgbClr val="58787A"/>
                </a:solidFill>
                <a:latin typeface="Atkinson Hyperlegible"/>
                <a:ea typeface="Atkinson Hyperlegible"/>
                <a:cs typeface="Atkinson Hyperlegible"/>
              </a:defRPr>
            </a:lvl3pPr>
            <a:lvl4pPr algn="l">
              <a:defRPr sz="1050" b="0">
                <a:solidFill>
                  <a:srgbClr val="58787A"/>
                </a:solidFill>
                <a:latin typeface="Atkinson Hyperlegible"/>
                <a:ea typeface="Atkinson Hyperlegible"/>
                <a:cs typeface="Atkinson Hyperlegible"/>
              </a:defRPr>
            </a:lvl4pPr>
            <a:lvl5pPr algn="l">
              <a:defRPr sz="1050" b="0">
                <a:solidFill>
                  <a:srgbClr val="58787A"/>
                </a:solidFill>
                <a:latin typeface="Atkinson Hyperlegible"/>
                <a:ea typeface="Atkinson Hyperlegible"/>
                <a:cs typeface="Atkinson Hyperlegible"/>
              </a:defRPr>
            </a:lvl5pPr>
            <a:lvl6pPr algn="l">
              <a:defRPr sz="1050" b="0">
                <a:solidFill>
                  <a:srgbClr val="58787A"/>
                </a:solidFill>
                <a:latin typeface="Atkinson Hyperlegible"/>
                <a:ea typeface="Atkinson Hyperlegible"/>
                <a:cs typeface="Atkinson Hyperlegible"/>
              </a:defRPr>
            </a:lvl6pPr>
            <a:lvl7pPr algn="l">
              <a:defRPr sz="1050" b="0">
                <a:solidFill>
                  <a:srgbClr val="58787A"/>
                </a:solidFill>
                <a:latin typeface="Atkinson Hyperlegible"/>
                <a:ea typeface="Atkinson Hyperlegible"/>
                <a:cs typeface="Atkinson Hyperlegible"/>
              </a:defRPr>
            </a:lvl7pPr>
            <a:lvl8pPr algn="l">
              <a:defRPr sz="1050" b="0">
                <a:solidFill>
                  <a:srgbClr val="58787A"/>
                </a:solidFill>
                <a:latin typeface="Atkinson Hyperlegible"/>
                <a:ea typeface="Atkinson Hyperlegible"/>
                <a:cs typeface="Atkinson Hyperlegible"/>
              </a:defRPr>
            </a:lvl8pPr>
            <a:lvl9pPr algn="l">
              <a:defRPr sz="1050" b="0">
                <a:solidFill>
                  <a:srgbClr val="58787A"/>
                </a:solidFill>
                <a:latin typeface="Atkinson Hyperlegible"/>
                <a:ea typeface="Atkinson Hyperlegible"/>
                <a:cs typeface="Atkinson Hyperlegible"/>
              </a:defRPr>
            </a:lvl9pPr>
          </a:lstStyle>
          <a:p xmlns:a="http://schemas.openxmlformats.org/drawingml/2006/main">
            <a:pPr algn="l">
              <a:defRPr sz="1050" b="0">
                <a:solidFill>
                  <a:srgbClr val="58787A"/>
                </a:solidFill>
                <a:latin typeface="Atkinson Hyperlegible"/>
                <a:ea typeface="Atkinson Hyperlegible"/>
                <a:cs typeface="Atkinson Hyperlegible"/>
              </a:defRPr>
            </a:pPr>
            <a:r>
              <a:rPr sz="1050" b="0">
                <a:solidFill>
                  <a:srgbClr val="58787A"/>
                </a:solidFill>
                <a:latin typeface="Atkinson Hyperlegible"/>
                <a:ea typeface="Atkinson Hyperlegible"/>
                <a:cs typeface="Atkinson Hyperlegible"/>
              </a:rPr>
              <a:t>Synthetic scenarios. Decision support only.</a:t>
            </a:r>
          </a:p>
        </p:txBody>
      </p:sp>
      <p:sp>
        <p:nvSpPr>
          <p:cNvPr id="6" name="shape-110">
            <a:extLst xmlns:a="http://schemas.openxmlformats.org/drawingml/2006/main">
              <a:ext uri="{FF2B5EF4-FFF2-40B4-BE49-F238E27FC236}">
                <a16:creationId xmlns:a16="http://schemas.microsoft.com/office/drawing/2014/main" id="{0FAAEB47-8DED-4F01-A280-D412EBA7616A}"/>
              </a:ext>
            </a:extLst>
          </p:cNvPr>
          <p:cNvSpPr>
            <a:spLocks xmlns:a="http://schemas.openxmlformats.org/drawingml/2006/main" noGrp="1"/>
          </p:cNvSpPr>
          <p:nvPr/>
        </p:nvSpPr>
        <p:spPr>
          <a:xfrm xmlns:a="http://schemas.openxmlformats.org/drawingml/2006/main">
            <a:off x="11001375" y="6515100"/>
            <a:ext cx="581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137B73"/>
                </a:solidFill>
                <a:latin typeface="Atkinson Hyperlegible"/>
                <a:ea typeface="Atkinson Hyperlegible"/>
                <a:cs typeface="Atkinson Hyperlegible"/>
              </a:defRPr>
            </a:defPPr>
            <a:lvl1pPr algn="r">
              <a:defRPr sz="1275" b="0">
                <a:solidFill>
                  <a:srgbClr val="137B73"/>
                </a:solidFill>
                <a:latin typeface="Atkinson Hyperlegible"/>
                <a:ea typeface="Atkinson Hyperlegible"/>
                <a:cs typeface="Atkinson Hyperlegible"/>
              </a:defRPr>
            </a:lvl1pPr>
            <a:lvl2pPr algn="r">
              <a:defRPr sz="1275" b="0">
                <a:solidFill>
                  <a:srgbClr val="137B73"/>
                </a:solidFill>
                <a:latin typeface="Atkinson Hyperlegible"/>
                <a:ea typeface="Atkinson Hyperlegible"/>
                <a:cs typeface="Atkinson Hyperlegible"/>
              </a:defRPr>
            </a:lvl2pPr>
            <a:lvl3pPr algn="r">
              <a:defRPr sz="1275" b="0">
                <a:solidFill>
                  <a:srgbClr val="137B73"/>
                </a:solidFill>
                <a:latin typeface="Atkinson Hyperlegible"/>
                <a:ea typeface="Atkinson Hyperlegible"/>
                <a:cs typeface="Atkinson Hyperlegible"/>
              </a:defRPr>
            </a:lvl3pPr>
            <a:lvl4pPr algn="r">
              <a:defRPr sz="1275" b="0">
                <a:solidFill>
                  <a:srgbClr val="137B73"/>
                </a:solidFill>
                <a:latin typeface="Atkinson Hyperlegible"/>
                <a:ea typeface="Atkinson Hyperlegible"/>
                <a:cs typeface="Atkinson Hyperlegible"/>
              </a:defRPr>
            </a:lvl4pPr>
            <a:lvl5pPr algn="r">
              <a:defRPr sz="1275" b="0">
                <a:solidFill>
                  <a:srgbClr val="137B73"/>
                </a:solidFill>
                <a:latin typeface="Atkinson Hyperlegible"/>
                <a:ea typeface="Atkinson Hyperlegible"/>
                <a:cs typeface="Atkinson Hyperlegible"/>
              </a:defRPr>
            </a:lvl5pPr>
            <a:lvl6pPr algn="r">
              <a:defRPr sz="1275" b="0">
                <a:solidFill>
                  <a:srgbClr val="137B73"/>
                </a:solidFill>
                <a:latin typeface="Atkinson Hyperlegible"/>
                <a:ea typeface="Atkinson Hyperlegible"/>
                <a:cs typeface="Atkinson Hyperlegible"/>
              </a:defRPr>
            </a:lvl6pPr>
            <a:lvl7pPr algn="r">
              <a:defRPr sz="1275" b="0">
                <a:solidFill>
                  <a:srgbClr val="137B73"/>
                </a:solidFill>
                <a:latin typeface="Atkinson Hyperlegible"/>
                <a:ea typeface="Atkinson Hyperlegible"/>
                <a:cs typeface="Atkinson Hyperlegible"/>
              </a:defRPr>
            </a:lvl7pPr>
            <a:lvl8pPr algn="r">
              <a:defRPr sz="1275" b="0">
                <a:solidFill>
                  <a:srgbClr val="137B73"/>
                </a:solidFill>
                <a:latin typeface="Atkinson Hyperlegible"/>
                <a:ea typeface="Atkinson Hyperlegible"/>
                <a:cs typeface="Atkinson Hyperlegible"/>
              </a:defRPr>
            </a:lvl8pPr>
            <a:lvl9pPr algn="r">
              <a:defRPr sz="1275" b="0">
                <a:solidFill>
                  <a:srgbClr val="137B73"/>
                </a:solidFill>
                <a:latin typeface="Atkinson Hyperlegible"/>
                <a:ea typeface="Atkinson Hyperlegible"/>
                <a:cs typeface="Atkinson Hyperlegible"/>
              </a:defRPr>
            </a:lvl9pPr>
          </a:lstStyle>
          <a:p xmlns:a="http://schemas.openxmlformats.org/drawingml/2006/main">
            <a:pPr algn="r">
              <a:defRPr sz="1275" b="0">
                <a:solidFill>
                  <a:srgbClr val="137B73"/>
                </a:solidFill>
                <a:latin typeface="Atkinson Hyperlegible"/>
                <a:ea typeface="Atkinson Hyperlegible"/>
                <a:cs typeface="Atkinson Hyperlegible"/>
              </a:defRPr>
            </a:pPr>
            <a:r>
              <a:rPr sz="1275" b="0">
                <a:solidFill>
                  <a:srgbClr val="137B73"/>
                </a:solidFill>
                <a:latin typeface="Atkinson Hyperlegible"/>
                <a:ea typeface="Atkinson Hyperlegible"/>
                <a:cs typeface="Atkinson Hyperlegible"/>
              </a:rPr>
              <a:t>13</a:t>
            </a:r>
          </a:p>
        </p:txBody>
      </p:sp>
      <p:graphicFrame>
        <p:nvGraphicFramePr>
          <p:cNvPr id="7" name="">
            <a:extLst xmlns:a="http://schemas.openxmlformats.org/drawingml/2006/main">
              <a:ext uri="{FF2B5EF4-FFF2-40B4-BE49-F238E27FC236}">
                <a16:creationId xmlns:a16="http://schemas.microsoft.com/office/drawing/2014/main" id="{B77F657C-C584-4A79-A2EF-CC3DC57894C7}"/>
              </a:ext>
            </a:extLst>
          </p:cNvPr>
          <p:cNvGraphicFramePr/>
          <p:nvPr/>
        </p:nvGraphicFramePr>
        <p:xfrm>
          <a:off xmlns:a="http://schemas.openxmlformats.org/drawingml/2006/main" x="609600" y="2133600"/>
          <a:ext xmlns:a="http://schemas.openxmlformats.org/drawingml/2006/main" cx="10972800" cy="2905125"/>
        </p:xfrm>
        <a:graphic xmlns:a="http://schemas.openxmlformats.org/drawingml/2006/main">
          <a:graphicData uri="http://schemas.openxmlformats.org/drawingml/2006/table">
            <a:tbl>
              <a:tblPr/>
              <a:tblGrid>
                <a:gridCol w="5334000"/>
                <a:gridCol w="2019300"/>
                <a:gridCol w="1809750"/>
                <a:gridCol w="1809750"/>
              </a:tblGrid>
              <a:tr h="581025">
                <a:tc>
                  <a:txBody>
                    <a:bodyPr lIns="95250" tIns="95250" rIns="95250" bIns="95250"/>
                    <a:lstStyle/>
                    <a:p>
                      <a:r>
                        <a:rPr sz="1575" b="1">
                          <a:solidFill>
                            <a:srgbClr val="FFFFFF"/>
                          </a:solidFill>
                          <a:latin typeface="Atkinson Hyperlegible"/>
                          <a:ea typeface="Atkinson Hyperlegible"/>
                          <a:cs typeface="Atkinson Hyperlegible"/>
                        </a:rPr>
                        <a:t>Measure</a:t>
                      </a:r>
                    </a:p>
                  </a:txBody>
                  <a:tcPr marL="114300" marR="95250" marT="104775" marB="85725">
                    <a:solidFill>
                      <a:srgbClr val="137B73"/>
                    </a:solidFill>
                  </a:tcPr>
                </a:tc>
                <a:tc>
                  <a:txBody>
                    <a:bodyPr lIns="95250" tIns="95250" rIns="95250" bIns="95250"/>
                    <a:lstStyle/>
                    <a:p>
                      <a:r>
                        <a:rPr sz="1575" b="1">
                          <a:solidFill>
                            <a:srgbClr val="FFFFFF"/>
                          </a:solidFill>
                          <a:latin typeface="Atkinson Hyperlegible"/>
                          <a:ea typeface="Atkinson Hyperlegible"/>
                          <a:cs typeface="Atkinson Hyperlegible"/>
                        </a:rPr>
                        <a:t>Fixed Rotation</a:t>
                      </a:r>
                    </a:p>
                  </a:txBody>
                  <a:tcPr marL="114300" marR="95250" marT="104775" marB="85725">
                    <a:solidFill>
                      <a:srgbClr val="137B73"/>
                    </a:solidFill>
                  </a:tcPr>
                </a:tc>
                <a:tc>
                  <a:txBody>
                    <a:bodyPr lIns="95250" tIns="95250" rIns="95250" bIns="95250"/>
                    <a:lstStyle/>
                    <a:p>
                      <a:r>
                        <a:rPr sz="1575" b="1">
                          <a:solidFill>
                            <a:srgbClr val="FFFFFF"/>
                          </a:solidFill>
                          <a:latin typeface="Atkinson Hyperlegible"/>
                          <a:ea typeface="Atkinson Hyperlegible"/>
                          <a:cs typeface="Atkinson Hyperlegible"/>
                        </a:rPr>
                        <a:t>Optimizer</a:t>
                      </a:r>
                    </a:p>
                  </a:txBody>
                  <a:tcPr marL="114300" marR="95250" marT="104775" marB="85725">
                    <a:solidFill>
                      <a:srgbClr val="137B73"/>
                    </a:solidFill>
                  </a:tcPr>
                </a:tc>
                <a:tc>
                  <a:txBody>
                    <a:bodyPr lIns="95250" tIns="95250" rIns="95250" bIns="95250"/>
                    <a:lstStyle/>
                    <a:p>
                      <a:r>
                        <a:rPr sz="1575" b="1">
                          <a:solidFill>
                            <a:srgbClr val="FFFFFF"/>
                          </a:solidFill>
                          <a:latin typeface="Atkinson Hyperlegible"/>
                          <a:ea typeface="Atkinson Hyperlegible"/>
                          <a:cs typeface="Atkinson Hyperlegible"/>
                        </a:rPr>
                        <a:t>PPO</a:t>
                      </a:r>
                    </a:p>
                  </a:txBody>
                  <a:tcPr marL="114300" marR="95250" marT="104775" marB="85725">
                    <a:solidFill>
                      <a:srgbClr val="137B73"/>
                    </a:solidFill>
                  </a:tcPr>
                </a:tc>
              </a:tr>
              <a:tr h="581025">
                <a:tc>
                  <a:txBody>
                    <a:bodyPr lIns="95250" tIns="95250" rIns="95250" bIns="95250"/>
                    <a:lstStyle/>
                    <a:p>
                      <a:r>
                        <a:rPr sz="1575" b="0">
                          <a:solidFill>
                            <a:srgbClr val="173F43"/>
                          </a:solidFill>
                          <a:latin typeface="Atkinson Hyperlegible"/>
                          <a:ea typeface="Atkinson Hyperlegible"/>
                          <a:cs typeface="Atkinson Hyperlegible"/>
                        </a:rPr>
                        <a:t>Zero-service blackout (locality-hours)</a:t>
                      </a:r>
                    </a:p>
                  </a:txBody>
                  <a:tcPr marL="114300" marR="95250" marT="104775" marB="85725">
                    <a:solidFill>
                      <a:srgbClr val="FFFFFF"/>
                    </a:solidFill>
                  </a:tcPr>
                </a:tc>
                <a:tc>
                  <a:txBody>
                    <a:bodyPr lIns="95250" tIns="95250" rIns="95250" bIns="95250"/>
                    <a:lstStyle/>
                    <a:p>
                      <a:r>
                        <a:rPr sz="1575" b="0">
                          <a:solidFill>
                            <a:srgbClr val="173F43"/>
                          </a:solidFill>
                          <a:latin typeface="Atkinson Hyperlegible"/>
                          <a:ea typeface="Atkinson Hyperlegible"/>
                          <a:cs typeface="Atkinson Hyperlegible"/>
                        </a:rPr>
                        <a:t>96.00</a:t>
                      </a:r>
                    </a:p>
                  </a:txBody>
                  <a:tcPr marL="114300" marR="95250" marT="104775" marB="85725">
                    <a:solidFill>
                      <a:srgbClr val="FFFFFF"/>
                    </a:solidFill>
                  </a:tcPr>
                </a:tc>
                <a:tc>
                  <a:txBody>
                    <a:bodyPr lIns="95250" tIns="95250" rIns="95250" bIns="95250"/>
                    <a:lstStyle/>
                    <a:p>
                      <a:r>
                        <a:rPr sz="1575" b="0">
                          <a:solidFill>
                            <a:srgbClr val="173F43"/>
                          </a:solidFill>
                          <a:latin typeface="Atkinson Hyperlegible"/>
                          <a:ea typeface="Atkinson Hyperlegible"/>
                          <a:cs typeface="Atkinson Hyperlegible"/>
                        </a:rPr>
                        <a:t>0.00</a:t>
                      </a:r>
                    </a:p>
                  </a:txBody>
                  <a:tcPr marL="114300" marR="95250" marT="104775" marB="85725">
                    <a:solidFill>
                      <a:srgbClr val="FFFFFF"/>
                    </a:solidFill>
                  </a:tcPr>
                </a:tc>
                <a:tc>
                  <a:txBody>
                    <a:bodyPr lIns="95250" tIns="95250" rIns="95250" bIns="95250"/>
                    <a:lstStyle/>
                    <a:p>
                      <a:r>
                        <a:rPr sz="1575" b="0">
                          <a:solidFill>
                            <a:srgbClr val="173F43"/>
                          </a:solidFill>
                          <a:latin typeface="Atkinson Hyperlegible"/>
                          <a:ea typeface="Atkinson Hyperlegible"/>
                          <a:cs typeface="Atkinson Hyperlegible"/>
                        </a:rPr>
                        <a:t>0.00</a:t>
                      </a:r>
                    </a:p>
                  </a:txBody>
                  <a:tcPr marL="114300" marR="95250" marT="104775" marB="85725">
                    <a:solidFill>
                      <a:srgbClr val="FFFFFF"/>
                    </a:solidFill>
                  </a:tcPr>
                </a:tc>
              </a:tr>
              <a:tr h="581025">
                <a:tc>
                  <a:txBody>
                    <a:bodyPr lIns="95250" tIns="95250" rIns="95250" bIns="95250"/>
                    <a:lstStyle/>
                    <a:p>
                      <a:r>
                        <a:rPr sz="1575" b="0">
                          <a:solidFill>
                            <a:srgbClr val="173F43"/>
                          </a:solidFill>
                          <a:latin typeface="Atkinson Hyperlegible"/>
                          <a:ea typeface="Atkinson Hyperlegible"/>
                          <a:cs typeface="Atkinson Hyperlegible"/>
                        </a:rPr>
                        <a:t>Blackout pairwise gap (hours)</a:t>
                      </a:r>
                    </a:p>
                  </a:txBody>
                  <a:tcPr marL="114300" marR="95250" marT="104775" marB="85725">
                    <a:solidFill>
                      <a:srgbClr val="E7F0EC"/>
                    </a:solidFill>
                  </a:tcPr>
                </a:tc>
                <a:tc>
                  <a:txBody>
                    <a:bodyPr lIns="95250" tIns="95250" rIns="95250" bIns="95250"/>
                    <a:lstStyle/>
                    <a:p>
                      <a:r>
                        <a:rPr sz="1575" b="0">
                          <a:solidFill>
                            <a:srgbClr val="173F43"/>
                          </a:solidFill>
                          <a:latin typeface="Atkinson Hyperlegible"/>
                          <a:ea typeface="Atkinson Hyperlegible"/>
                          <a:cs typeface="Atkinson Hyperlegible"/>
                        </a:rPr>
                        <a:t>1.71</a:t>
                      </a:r>
                    </a:p>
                  </a:txBody>
                  <a:tcPr marL="114300" marR="95250" marT="104775" marB="85725">
                    <a:solidFill>
                      <a:srgbClr val="E7F0EC"/>
                    </a:solidFill>
                  </a:tcPr>
                </a:tc>
                <a:tc>
                  <a:txBody>
                    <a:bodyPr lIns="95250" tIns="95250" rIns="95250" bIns="95250"/>
                    <a:lstStyle/>
                    <a:p>
                      <a:r>
                        <a:rPr sz="1575" b="0">
                          <a:solidFill>
                            <a:srgbClr val="173F43"/>
                          </a:solidFill>
                          <a:latin typeface="Atkinson Hyperlegible"/>
                          <a:ea typeface="Atkinson Hyperlegible"/>
                          <a:cs typeface="Atkinson Hyperlegible"/>
                        </a:rPr>
                        <a:t>0.00</a:t>
                      </a:r>
                    </a:p>
                  </a:txBody>
                  <a:tcPr marL="114300" marR="95250" marT="104775" marB="85725">
                    <a:solidFill>
                      <a:srgbClr val="E7F0EC"/>
                    </a:solidFill>
                  </a:tcPr>
                </a:tc>
                <a:tc>
                  <a:txBody>
                    <a:bodyPr lIns="95250" tIns="95250" rIns="95250" bIns="95250"/>
                    <a:lstStyle/>
                    <a:p>
                      <a:r>
                        <a:rPr sz="1575" b="0">
                          <a:solidFill>
                            <a:srgbClr val="173F43"/>
                          </a:solidFill>
                          <a:latin typeface="Atkinson Hyperlegible"/>
                          <a:ea typeface="Atkinson Hyperlegible"/>
                          <a:cs typeface="Atkinson Hyperlegible"/>
                        </a:rPr>
                        <a:t>0.00</a:t>
                      </a:r>
                    </a:p>
                  </a:txBody>
                  <a:tcPr marL="114300" marR="95250" marT="104775" marB="85725">
                    <a:solidFill>
                      <a:srgbClr val="E7F0EC"/>
                    </a:solidFill>
                  </a:tcPr>
                </a:tc>
              </a:tr>
              <a:tr h="581025">
                <a:tc>
                  <a:txBody>
                    <a:bodyPr lIns="95250" tIns="95250" rIns="95250" bIns="95250"/>
                    <a:lstStyle/>
                    <a:p>
                      <a:r>
                        <a:rPr sz="1575" b="0">
                          <a:solidFill>
                            <a:srgbClr val="173F43"/>
                          </a:solidFill>
                          <a:latin typeface="Atkinson Hyperlegible"/>
                          <a:ea typeface="Atkinson Hyperlegible"/>
                          <a:cs typeface="Atkinson Hyperlegible"/>
                        </a:rPr>
                        <a:t>Critical-interruption pairwise gap (hours)</a:t>
                      </a:r>
                    </a:p>
                  </a:txBody>
                  <a:tcPr marL="114300" marR="95250" marT="104775" marB="85725">
                    <a:solidFill>
                      <a:srgbClr val="FFFFFF"/>
                    </a:solidFill>
                  </a:tcPr>
                </a:tc>
                <a:tc>
                  <a:txBody>
                    <a:bodyPr lIns="95250" tIns="95250" rIns="95250" bIns="95250"/>
                    <a:lstStyle/>
                    <a:p>
                      <a:r>
                        <a:rPr sz="1575" b="0">
                          <a:solidFill>
                            <a:srgbClr val="173F43"/>
                          </a:solidFill>
                          <a:latin typeface="Atkinson Hyperlegible"/>
                          <a:ea typeface="Atkinson Hyperlegible"/>
                          <a:cs typeface="Atkinson Hyperlegible"/>
                        </a:rPr>
                        <a:t>1.90</a:t>
                      </a:r>
                    </a:p>
                  </a:txBody>
                  <a:tcPr marL="114300" marR="95250" marT="104775" marB="85725">
                    <a:solidFill>
                      <a:srgbClr val="FFFFFF"/>
                    </a:solidFill>
                  </a:tcPr>
                </a:tc>
                <a:tc>
                  <a:txBody>
                    <a:bodyPr lIns="95250" tIns="95250" rIns="95250" bIns="95250"/>
                    <a:lstStyle/>
                    <a:p>
                      <a:r>
                        <a:rPr sz="1575" b="0">
                          <a:solidFill>
                            <a:srgbClr val="173F43"/>
                          </a:solidFill>
                          <a:latin typeface="Atkinson Hyperlegible"/>
                          <a:ea typeface="Atkinson Hyperlegible"/>
                          <a:cs typeface="Atkinson Hyperlegible"/>
                        </a:rPr>
                        <a:t>0.00</a:t>
                      </a:r>
                    </a:p>
                  </a:txBody>
                  <a:tcPr marL="114300" marR="95250" marT="104775" marB="85725">
                    <a:solidFill>
                      <a:srgbClr val="FFFFFF"/>
                    </a:solidFill>
                  </a:tcPr>
                </a:tc>
                <a:tc>
                  <a:txBody>
                    <a:bodyPr lIns="95250" tIns="95250" rIns="95250" bIns="95250"/>
                    <a:lstStyle/>
                    <a:p>
                      <a:r>
                        <a:rPr sz="1575" b="0">
                          <a:solidFill>
                            <a:srgbClr val="173F43"/>
                          </a:solidFill>
                          <a:latin typeface="Atkinson Hyperlegible"/>
                          <a:ea typeface="Atkinson Hyperlegible"/>
                          <a:cs typeface="Atkinson Hyperlegible"/>
                        </a:rPr>
                        <a:t>0.00</a:t>
                      </a:r>
                    </a:p>
                  </a:txBody>
                  <a:tcPr marL="114300" marR="95250" marT="104775" marB="85725">
                    <a:solidFill>
                      <a:srgbClr val="FFFFFF"/>
                    </a:solidFill>
                  </a:tcPr>
                </a:tc>
              </a:tr>
              <a:tr h="581025">
                <a:tc>
                  <a:txBody>
                    <a:bodyPr lIns="95250" tIns="95250" rIns="95250" bIns="95250"/>
                    <a:lstStyle/>
                    <a:p>
                      <a:r>
                        <a:rPr sz="1575" b="0">
                          <a:solidFill>
                            <a:srgbClr val="173F43"/>
                          </a:solidFill>
                          <a:latin typeface="Atkinson Hyperlegible"/>
                          <a:ea typeface="Atkinson Hyperlegible"/>
                          <a:cs typeface="Atkinson Hyperlegible"/>
                        </a:rPr>
                        <a:t>Longest critical interruption (hours)</a:t>
                      </a:r>
                    </a:p>
                  </a:txBody>
                  <a:tcPr marL="114300" marR="95250" marT="104775" marB="85725">
                    <a:solidFill>
                      <a:srgbClr val="E7F0EC"/>
                    </a:solidFill>
                  </a:tcPr>
                </a:tc>
                <a:tc>
                  <a:txBody>
                    <a:bodyPr lIns="95250" tIns="95250" rIns="95250" bIns="95250"/>
                    <a:lstStyle/>
                    <a:p>
                      <a:r>
                        <a:rPr sz="1575" b="0">
                          <a:solidFill>
                            <a:srgbClr val="173F43"/>
                          </a:solidFill>
                          <a:latin typeface="Atkinson Hyperlegible"/>
                          <a:ea typeface="Atkinson Hyperlegible"/>
                          <a:cs typeface="Atkinson Hyperlegible"/>
                        </a:rPr>
                        <a:t>8.00</a:t>
                      </a:r>
                    </a:p>
                  </a:txBody>
                  <a:tcPr marL="114300" marR="95250" marT="104775" marB="85725">
                    <a:solidFill>
                      <a:srgbClr val="E7F0EC"/>
                    </a:solidFill>
                  </a:tcPr>
                </a:tc>
                <a:tc>
                  <a:txBody>
                    <a:bodyPr lIns="95250" tIns="95250" rIns="95250" bIns="95250"/>
                    <a:lstStyle/>
                    <a:p>
                      <a:r>
                        <a:rPr sz="1575" b="0">
                          <a:solidFill>
                            <a:srgbClr val="173F43"/>
                          </a:solidFill>
                          <a:latin typeface="Atkinson Hyperlegible"/>
                          <a:ea typeface="Atkinson Hyperlegible"/>
                          <a:cs typeface="Atkinson Hyperlegible"/>
                        </a:rPr>
                        <a:t>0.00</a:t>
                      </a:r>
                    </a:p>
                  </a:txBody>
                  <a:tcPr marL="114300" marR="95250" marT="104775" marB="85725">
                    <a:solidFill>
                      <a:srgbClr val="E7F0EC"/>
                    </a:solidFill>
                  </a:tcPr>
                </a:tc>
                <a:tc>
                  <a:txBody>
                    <a:bodyPr lIns="95250" tIns="95250" rIns="95250" bIns="95250"/>
                    <a:lstStyle/>
                    <a:p>
                      <a:r>
                        <a:rPr sz="1575" b="0">
                          <a:solidFill>
                            <a:srgbClr val="173F43"/>
                          </a:solidFill>
                          <a:latin typeface="Atkinson Hyperlegible"/>
                          <a:ea typeface="Atkinson Hyperlegible"/>
                          <a:cs typeface="Atkinson Hyperlegible"/>
                        </a:rPr>
                        <a:t>0.00</a:t>
                      </a:r>
                    </a:p>
                  </a:txBody>
                  <a:tcPr marL="114300" marR="95250" marT="104775" marB="85725">
                    <a:solidFill>
                      <a:srgbClr val="E7F0EC"/>
                    </a:solidFill>
                  </a:tcPr>
                </a:tc>
              </a:tr>
            </a:tbl>
          </a:graphicData>
        </a:graphic>
      </p:graphicFrame>
      <p:sp>
        <p:nvSpPr>
          <p:cNvPr id="8" name="shape-111">
            <a:extLst xmlns:a="http://schemas.openxmlformats.org/drawingml/2006/main">
              <a:ext uri="{FF2B5EF4-FFF2-40B4-BE49-F238E27FC236}">
                <a16:creationId xmlns:a16="http://schemas.microsoft.com/office/drawing/2014/main" id="{7B43E830-5B0F-4205-AB39-925E43D4E7A6}"/>
              </a:ext>
            </a:extLst>
          </p:cNvPr>
          <p:cNvSpPr>
            <a:spLocks xmlns:a="http://schemas.openxmlformats.org/drawingml/2006/main" noGrp="1"/>
          </p:cNvSpPr>
          <p:nvPr/>
        </p:nvSpPr>
        <p:spPr>
          <a:xfrm xmlns:a="http://schemas.openxmlformats.org/drawingml/2006/main">
            <a:off x="609600" y="54292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3F43"/>
                </a:solidFill>
                <a:latin typeface="Atkinson Hyperlegible"/>
                <a:ea typeface="Atkinson Hyperlegible"/>
                <a:cs typeface="Atkinson Hyperlegible"/>
              </a:defRPr>
            </a:defPPr>
            <a:lvl1pPr algn="l">
              <a:defRPr sz="2025" b="0">
                <a:solidFill>
                  <a:srgbClr val="173F43"/>
                </a:solidFill>
                <a:latin typeface="Atkinson Hyperlegible"/>
                <a:ea typeface="Atkinson Hyperlegible"/>
                <a:cs typeface="Atkinson Hyperlegible"/>
              </a:defRPr>
            </a:lvl1pPr>
            <a:lvl2pPr algn="l">
              <a:defRPr sz="2025" b="0">
                <a:solidFill>
                  <a:srgbClr val="173F43"/>
                </a:solidFill>
                <a:latin typeface="Atkinson Hyperlegible"/>
                <a:ea typeface="Atkinson Hyperlegible"/>
                <a:cs typeface="Atkinson Hyperlegible"/>
              </a:defRPr>
            </a:lvl2pPr>
            <a:lvl3pPr algn="l">
              <a:defRPr sz="2025" b="0">
                <a:solidFill>
                  <a:srgbClr val="173F43"/>
                </a:solidFill>
                <a:latin typeface="Atkinson Hyperlegible"/>
                <a:ea typeface="Atkinson Hyperlegible"/>
                <a:cs typeface="Atkinson Hyperlegible"/>
              </a:defRPr>
            </a:lvl3pPr>
            <a:lvl4pPr algn="l">
              <a:defRPr sz="2025" b="0">
                <a:solidFill>
                  <a:srgbClr val="173F43"/>
                </a:solidFill>
                <a:latin typeface="Atkinson Hyperlegible"/>
                <a:ea typeface="Atkinson Hyperlegible"/>
                <a:cs typeface="Atkinson Hyperlegible"/>
              </a:defRPr>
            </a:lvl4pPr>
            <a:lvl5pPr algn="l">
              <a:defRPr sz="2025" b="0">
                <a:solidFill>
                  <a:srgbClr val="173F43"/>
                </a:solidFill>
                <a:latin typeface="Atkinson Hyperlegible"/>
                <a:ea typeface="Atkinson Hyperlegible"/>
                <a:cs typeface="Atkinson Hyperlegible"/>
              </a:defRPr>
            </a:lvl5pPr>
            <a:lvl6pPr algn="l">
              <a:defRPr sz="2025" b="0">
                <a:solidFill>
                  <a:srgbClr val="173F43"/>
                </a:solidFill>
                <a:latin typeface="Atkinson Hyperlegible"/>
                <a:ea typeface="Atkinson Hyperlegible"/>
                <a:cs typeface="Atkinson Hyperlegible"/>
              </a:defRPr>
            </a:lvl6pPr>
            <a:lvl7pPr algn="l">
              <a:defRPr sz="2025" b="0">
                <a:solidFill>
                  <a:srgbClr val="173F43"/>
                </a:solidFill>
                <a:latin typeface="Atkinson Hyperlegible"/>
                <a:ea typeface="Atkinson Hyperlegible"/>
                <a:cs typeface="Atkinson Hyperlegible"/>
              </a:defRPr>
            </a:lvl7pPr>
            <a:lvl8pPr algn="l">
              <a:defRPr sz="2025" b="0">
                <a:solidFill>
                  <a:srgbClr val="173F43"/>
                </a:solidFill>
                <a:latin typeface="Atkinson Hyperlegible"/>
                <a:ea typeface="Atkinson Hyperlegible"/>
                <a:cs typeface="Atkinson Hyperlegible"/>
              </a:defRPr>
            </a:lvl8pPr>
            <a:lvl9pPr algn="l">
              <a:defRPr sz="2025" b="0">
                <a:solidFill>
                  <a:srgbClr val="173F43"/>
                </a:solidFill>
                <a:latin typeface="Atkinson Hyperlegible"/>
                <a:ea typeface="Atkinson Hyperlegible"/>
                <a:cs typeface="Atkinson Hyperlegible"/>
              </a:defRPr>
            </a:lvl9pPr>
          </a:lstStyle>
          <a:p xmlns:a="http://schemas.openxmlformats.org/drawingml/2006/main">
            <a:pPr algn="l">
              <a:defRPr sz="2025" b="0">
                <a:solidFill>
                  <a:srgbClr val="173F43"/>
                </a:solidFill>
                <a:latin typeface="Atkinson Hyperlegible"/>
                <a:ea typeface="Atkinson Hyperlegible"/>
                <a:cs typeface="Atkinson Hyperlegible"/>
              </a:defRPr>
            </a:pPr>
            <a:r>
              <a:rPr sz="2025" b="0">
                <a:solidFill>
                  <a:srgbClr val="173F43"/>
                </a:solidFill>
                <a:latin typeface="Atkinson Hyperlegible"/>
                <a:ea typeface="Atkinson Hyperlegible"/>
                <a:cs typeface="Atkinson Hyperlegible"/>
              </a:rPr>
              <a:t>Critical Only removes locality-wide zero-service blackouts while Residential and Commercial demand can remain unmet. Zero duration does not mean Full Service.</a:t>
            </a:r>
          </a:p>
        </p:txBody>
      </p:sp>
    </p:spTree>
    <p:extLst>
      <p:ext uri="{BB962C8B-B14F-4D97-AF65-F5344CB8AC3E}">
        <p14:creationId xmlns:p14="http://schemas.microsoft.com/office/powerpoint/2010/main" val="426146966"/>
      </p:ext>
    </p:extLst>
  </p:cSld>
</p:sld>
</file>

<file path=ppt/slides/slide14.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10" name="shape-112">
            <a:extLst xmlns:a="http://schemas.openxmlformats.org/drawingml/2006/main">
              <a:ext uri="{FF2B5EF4-FFF2-40B4-BE49-F238E27FC236}">
                <a16:creationId xmlns:a16="http://schemas.microsoft.com/office/drawing/2014/main" id="{BB56E56A-021A-46A3-B09A-74C3EEE0D434}"/>
              </a:ext>
            </a:extLst>
          </p:cNvPr>
          <p:cNvSpPr>
            <a:spLocks xmlns:a="http://schemas.openxmlformats.org/drawingml/2006/main" noGrp="1"/>
          </p:cNvSpPr>
          <p:nvPr/>
        </p:nvSpPr>
        <p:spPr>
          <a:xfrm xmlns:a="http://schemas.openxmlformats.org/drawingml/2006/main">
            <a:off x="609600" y="266700"/>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37B73"/>
                </a:solidFill>
                <a:latin typeface="Atkinson Hyperlegible"/>
                <a:ea typeface="Atkinson Hyperlegible"/>
                <a:cs typeface="Atkinson Hyperlegible"/>
              </a:defRPr>
            </a:defPPr>
            <a:lvl1pPr algn="l">
              <a:defRPr sz="1350" b="1">
                <a:solidFill>
                  <a:srgbClr val="137B73"/>
                </a:solidFill>
                <a:latin typeface="Atkinson Hyperlegible"/>
                <a:ea typeface="Atkinson Hyperlegible"/>
                <a:cs typeface="Atkinson Hyperlegible"/>
              </a:defRPr>
            </a:lvl1pPr>
            <a:lvl2pPr algn="l">
              <a:defRPr sz="1350" b="1">
                <a:solidFill>
                  <a:srgbClr val="137B73"/>
                </a:solidFill>
                <a:latin typeface="Atkinson Hyperlegible"/>
                <a:ea typeface="Atkinson Hyperlegible"/>
                <a:cs typeface="Atkinson Hyperlegible"/>
              </a:defRPr>
            </a:lvl2pPr>
            <a:lvl3pPr algn="l">
              <a:defRPr sz="1350" b="1">
                <a:solidFill>
                  <a:srgbClr val="137B73"/>
                </a:solidFill>
                <a:latin typeface="Atkinson Hyperlegible"/>
                <a:ea typeface="Atkinson Hyperlegible"/>
                <a:cs typeface="Atkinson Hyperlegible"/>
              </a:defRPr>
            </a:lvl3pPr>
            <a:lvl4pPr algn="l">
              <a:defRPr sz="1350" b="1">
                <a:solidFill>
                  <a:srgbClr val="137B73"/>
                </a:solidFill>
                <a:latin typeface="Atkinson Hyperlegible"/>
                <a:ea typeface="Atkinson Hyperlegible"/>
                <a:cs typeface="Atkinson Hyperlegible"/>
              </a:defRPr>
            </a:lvl4pPr>
            <a:lvl5pPr algn="l">
              <a:defRPr sz="1350" b="1">
                <a:solidFill>
                  <a:srgbClr val="137B73"/>
                </a:solidFill>
                <a:latin typeface="Atkinson Hyperlegible"/>
                <a:ea typeface="Atkinson Hyperlegible"/>
                <a:cs typeface="Atkinson Hyperlegible"/>
              </a:defRPr>
            </a:lvl5pPr>
            <a:lvl6pPr algn="l">
              <a:defRPr sz="1350" b="1">
                <a:solidFill>
                  <a:srgbClr val="137B73"/>
                </a:solidFill>
                <a:latin typeface="Atkinson Hyperlegible"/>
                <a:ea typeface="Atkinson Hyperlegible"/>
                <a:cs typeface="Atkinson Hyperlegible"/>
              </a:defRPr>
            </a:lvl6pPr>
            <a:lvl7pPr algn="l">
              <a:defRPr sz="1350" b="1">
                <a:solidFill>
                  <a:srgbClr val="137B73"/>
                </a:solidFill>
                <a:latin typeface="Atkinson Hyperlegible"/>
                <a:ea typeface="Atkinson Hyperlegible"/>
                <a:cs typeface="Atkinson Hyperlegible"/>
              </a:defRPr>
            </a:lvl7pPr>
            <a:lvl8pPr algn="l">
              <a:defRPr sz="1350" b="1">
                <a:solidFill>
                  <a:srgbClr val="137B73"/>
                </a:solidFill>
                <a:latin typeface="Atkinson Hyperlegible"/>
                <a:ea typeface="Atkinson Hyperlegible"/>
                <a:cs typeface="Atkinson Hyperlegible"/>
              </a:defRPr>
            </a:lvl8pPr>
            <a:lvl9pPr algn="l">
              <a:defRPr sz="1350" b="1">
                <a:solidFill>
                  <a:srgbClr val="137B73"/>
                </a:solidFill>
                <a:latin typeface="Atkinson Hyperlegible"/>
                <a:ea typeface="Atkinson Hyperlegible"/>
                <a:cs typeface="Atkinson Hyperlegible"/>
              </a:defRPr>
            </a:lvl9pPr>
          </a:lstStyle>
          <a:p xmlns:a="http://schemas.openxmlformats.org/drawingml/2006/main">
            <a:pPr algn="l">
              <a:defRPr sz="1350" b="1">
                <a:solidFill>
                  <a:srgbClr val="137B73"/>
                </a:solidFill>
                <a:latin typeface="Atkinson Hyperlegible"/>
                <a:ea typeface="Atkinson Hyperlegible"/>
                <a:cs typeface="Atkinson Hyperlegible"/>
              </a:defRPr>
            </a:pPr>
            <a:r>
              <a:rPr sz="1350" b="1">
                <a:solidFill>
                  <a:srgbClr val="137B73"/>
                </a:solidFill>
                <a:latin typeface="Atkinson Hyperlegible"/>
                <a:ea typeface="Atkinson Hyperlegible"/>
                <a:cs typeface="Atkinson Hyperlegible"/>
              </a:rPr>
              <a:t>GridGuard Khartoum</a:t>
            </a:r>
          </a:p>
        </p:txBody>
      </p:sp>
      <p:sp>
        <p:nvSpPr>
          <p:cNvPr id="2" name="shape-113">
            <a:extLst xmlns:a="http://schemas.openxmlformats.org/drawingml/2006/main">
              <a:ext uri="{FF2B5EF4-FFF2-40B4-BE49-F238E27FC236}">
                <a16:creationId xmlns:a16="http://schemas.microsoft.com/office/drawing/2014/main" id="{B67B9C82-0D42-4D19-82EE-6458A202A6FB}"/>
              </a:ext>
            </a:extLst>
          </p:cNvPr>
          <p:cNvSpPr>
            <a:spLocks xmlns:a="http://schemas.openxmlformats.org/drawingml/2006/main" noGrp="1"/>
          </p:cNvSpPr>
          <p:nvPr/>
        </p:nvSpPr>
        <p:spPr>
          <a:xfrm xmlns:a="http://schemas.openxmlformats.org/drawingml/2006/main">
            <a:off x="609600" y="7334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F43"/>
                </a:solidFill>
                <a:latin typeface="Atkinson Hyperlegible"/>
                <a:ea typeface="Atkinson Hyperlegible"/>
                <a:cs typeface="Atkinson Hyperlegible"/>
              </a:defRPr>
            </a:defPPr>
            <a:lvl1pPr algn="l">
              <a:defRPr sz="3150" b="1">
                <a:solidFill>
                  <a:srgbClr val="173F43"/>
                </a:solidFill>
                <a:latin typeface="Atkinson Hyperlegible"/>
                <a:ea typeface="Atkinson Hyperlegible"/>
                <a:cs typeface="Atkinson Hyperlegible"/>
              </a:defRPr>
            </a:lvl1pPr>
            <a:lvl2pPr algn="l">
              <a:defRPr sz="3150" b="1">
                <a:solidFill>
                  <a:srgbClr val="173F43"/>
                </a:solidFill>
                <a:latin typeface="Atkinson Hyperlegible"/>
                <a:ea typeface="Atkinson Hyperlegible"/>
                <a:cs typeface="Atkinson Hyperlegible"/>
              </a:defRPr>
            </a:lvl2pPr>
            <a:lvl3pPr algn="l">
              <a:defRPr sz="3150" b="1">
                <a:solidFill>
                  <a:srgbClr val="173F43"/>
                </a:solidFill>
                <a:latin typeface="Atkinson Hyperlegible"/>
                <a:ea typeface="Atkinson Hyperlegible"/>
                <a:cs typeface="Atkinson Hyperlegible"/>
              </a:defRPr>
            </a:lvl3pPr>
            <a:lvl4pPr algn="l">
              <a:defRPr sz="3150" b="1">
                <a:solidFill>
                  <a:srgbClr val="173F43"/>
                </a:solidFill>
                <a:latin typeface="Atkinson Hyperlegible"/>
                <a:ea typeface="Atkinson Hyperlegible"/>
                <a:cs typeface="Atkinson Hyperlegible"/>
              </a:defRPr>
            </a:lvl4pPr>
            <a:lvl5pPr algn="l">
              <a:defRPr sz="3150" b="1">
                <a:solidFill>
                  <a:srgbClr val="173F43"/>
                </a:solidFill>
                <a:latin typeface="Atkinson Hyperlegible"/>
                <a:ea typeface="Atkinson Hyperlegible"/>
                <a:cs typeface="Atkinson Hyperlegible"/>
              </a:defRPr>
            </a:lvl5pPr>
            <a:lvl6pPr algn="l">
              <a:defRPr sz="3150" b="1">
                <a:solidFill>
                  <a:srgbClr val="173F43"/>
                </a:solidFill>
                <a:latin typeface="Atkinson Hyperlegible"/>
                <a:ea typeface="Atkinson Hyperlegible"/>
                <a:cs typeface="Atkinson Hyperlegible"/>
              </a:defRPr>
            </a:lvl6pPr>
            <a:lvl7pPr algn="l">
              <a:defRPr sz="3150" b="1">
                <a:solidFill>
                  <a:srgbClr val="173F43"/>
                </a:solidFill>
                <a:latin typeface="Atkinson Hyperlegible"/>
                <a:ea typeface="Atkinson Hyperlegible"/>
                <a:cs typeface="Atkinson Hyperlegible"/>
              </a:defRPr>
            </a:lvl7pPr>
            <a:lvl8pPr algn="l">
              <a:defRPr sz="3150" b="1">
                <a:solidFill>
                  <a:srgbClr val="173F43"/>
                </a:solidFill>
                <a:latin typeface="Atkinson Hyperlegible"/>
                <a:ea typeface="Atkinson Hyperlegible"/>
                <a:cs typeface="Atkinson Hyperlegible"/>
              </a:defRPr>
            </a:lvl8pPr>
            <a:lvl9pPr algn="l">
              <a:defRPr sz="3150" b="1">
                <a:solidFill>
                  <a:srgbClr val="173F43"/>
                </a:solidFill>
                <a:latin typeface="Atkinson Hyperlegible"/>
                <a:ea typeface="Atkinson Hyperlegible"/>
                <a:cs typeface="Atkinson Hyperlegible"/>
              </a:defRPr>
            </a:lvl9pPr>
          </a:lstStyle>
          <a:p xmlns:a="http://schemas.openxmlformats.org/drawingml/2006/main">
            <a:pPr algn="l">
              <a:defRPr sz="3150" b="1">
                <a:solidFill>
                  <a:srgbClr val="173F43"/>
                </a:solidFill>
                <a:latin typeface="Atkinson Hyperlegible"/>
                <a:ea typeface="Atkinson Hyperlegible"/>
                <a:cs typeface="Atkinson Hyperlegible"/>
              </a:defRPr>
            </a:pPr>
            <a:r>
              <a:rPr sz="3150" b="1">
                <a:solidFill>
                  <a:srgbClr val="173F43"/>
                </a:solidFill>
                <a:latin typeface="Atkinson Hyperlegible"/>
                <a:ea typeface="Atkinson Hyperlegible"/>
                <a:cs typeface="Atkinson Hyperlegible"/>
              </a:rPr>
              <a:t>Shortage-specific allocation outcomes</a:t>
            </a:r>
          </a:p>
        </p:txBody>
      </p:sp>
      <p:sp>
        <p:nvSpPr>
          <p:cNvPr id="3" name="shape-114">
            <a:extLst xmlns:a="http://schemas.openxmlformats.org/drawingml/2006/main">
              <a:ext uri="{FF2B5EF4-FFF2-40B4-BE49-F238E27FC236}">
                <a16:creationId xmlns:a16="http://schemas.microsoft.com/office/drawing/2014/main" id="{5124AE82-B251-48FD-936C-A6BA5834F028}"/>
              </a:ext>
            </a:extLst>
          </p:cNvPr>
          <p:cNvSpPr>
            <a:spLocks xmlns:a="http://schemas.openxmlformats.org/drawingml/2006/main" noGrp="1"/>
          </p:cNvSpPr>
          <p:nvPr/>
        </p:nvSpPr>
        <p:spPr>
          <a:xfrm xmlns:a="http://schemas.openxmlformats.org/drawingml/2006/main">
            <a:off x="609600" y="136207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787A"/>
                </a:solidFill>
                <a:latin typeface="Atkinson Hyperlegible"/>
                <a:ea typeface="Atkinson Hyperlegible"/>
                <a:cs typeface="Atkinson Hyperlegible"/>
              </a:defRPr>
            </a:defPPr>
            <a:lvl1pPr algn="l">
              <a:defRPr sz="1725" b="0">
                <a:solidFill>
                  <a:srgbClr val="58787A"/>
                </a:solidFill>
                <a:latin typeface="Atkinson Hyperlegible"/>
                <a:ea typeface="Atkinson Hyperlegible"/>
                <a:cs typeface="Atkinson Hyperlegible"/>
              </a:defRPr>
            </a:lvl1pPr>
            <a:lvl2pPr algn="l">
              <a:defRPr sz="1725" b="0">
                <a:solidFill>
                  <a:srgbClr val="58787A"/>
                </a:solidFill>
                <a:latin typeface="Atkinson Hyperlegible"/>
                <a:ea typeface="Atkinson Hyperlegible"/>
                <a:cs typeface="Atkinson Hyperlegible"/>
              </a:defRPr>
            </a:lvl2pPr>
            <a:lvl3pPr algn="l">
              <a:defRPr sz="1725" b="0">
                <a:solidFill>
                  <a:srgbClr val="58787A"/>
                </a:solidFill>
                <a:latin typeface="Atkinson Hyperlegible"/>
                <a:ea typeface="Atkinson Hyperlegible"/>
                <a:cs typeface="Atkinson Hyperlegible"/>
              </a:defRPr>
            </a:lvl3pPr>
            <a:lvl4pPr algn="l">
              <a:defRPr sz="1725" b="0">
                <a:solidFill>
                  <a:srgbClr val="58787A"/>
                </a:solidFill>
                <a:latin typeface="Atkinson Hyperlegible"/>
                <a:ea typeface="Atkinson Hyperlegible"/>
                <a:cs typeface="Atkinson Hyperlegible"/>
              </a:defRPr>
            </a:lvl4pPr>
            <a:lvl5pPr algn="l">
              <a:defRPr sz="1725" b="0">
                <a:solidFill>
                  <a:srgbClr val="58787A"/>
                </a:solidFill>
                <a:latin typeface="Atkinson Hyperlegible"/>
                <a:ea typeface="Atkinson Hyperlegible"/>
                <a:cs typeface="Atkinson Hyperlegible"/>
              </a:defRPr>
            </a:lvl5pPr>
            <a:lvl6pPr algn="l">
              <a:defRPr sz="1725" b="0">
                <a:solidFill>
                  <a:srgbClr val="58787A"/>
                </a:solidFill>
                <a:latin typeface="Atkinson Hyperlegible"/>
                <a:ea typeface="Atkinson Hyperlegible"/>
                <a:cs typeface="Atkinson Hyperlegible"/>
              </a:defRPr>
            </a:lvl6pPr>
            <a:lvl7pPr algn="l">
              <a:defRPr sz="1725" b="0">
                <a:solidFill>
                  <a:srgbClr val="58787A"/>
                </a:solidFill>
                <a:latin typeface="Atkinson Hyperlegible"/>
                <a:ea typeface="Atkinson Hyperlegible"/>
                <a:cs typeface="Atkinson Hyperlegible"/>
              </a:defRPr>
            </a:lvl7pPr>
            <a:lvl8pPr algn="l">
              <a:defRPr sz="1725" b="0">
                <a:solidFill>
                  <a:srgbClr val="58787A"/>
                </a:solidFill>
                <a:latin typeface="Atkinson Hyperlegible"/>
                <a:ea typeface="Atkinson Hyperlegible"/>
                <a:cs typeface="Atkinson Hyperlegible"/>
              </a:defRPr>
            </a:lvl8pPr>
            <a:lvl9pPr algn="l">
              <a:defRPr sz="1725" b="0">
                <a:solidFill>
                  <a:srgbClr val="58787A"/>
                </a:solidFill>
                <a:latin typeface="Atkinson Hyperlegible"/>
                <a:ea typeface="Atkinson Hyperlegible"/>
                <a:cs typeface="Atkinson Hyperlegible"/>
              </a:defRPr>
            </a:lvl9pPr>
          </a:lstStyle>
          <a:p xmlns:a="http://schemas.openxmlformats.org/drawingml/2006/main">
            <a:pPr algn="l">
              <a:defRPr sz="1725" b="0">
                <a:solidFill>
                  <a:srgbClr val="58787A"/>
                </a:solidFill>
                <a:latin typeface="Atkinson Hyperlegible"/>
                <a:ea typeface="Atkinson Hyperlegible"/>
                <a:cs typeface="Atkinson Hyperlegible"/>
              </a:defRPr>
            </a:pPr>
            <a:r>
              <a:rPr sz="1725" b="0">
                <a:solidFill>
                  <a:srgbClr val="58787A"/>
                </a:solidFill>
                <a:latin typeface="Atkinson Hyperlegible"/>
                <a:ea typeface="Atkinson Hyperlegible"/>
                <a:cs typeface="Atkinson Hyperlegible"/>
              </a:rPr>
              <a:t>Results keep the Mild, Moderate and Severe conditions visible</a:t>
            </a:r>
          </a:p>
        </p:txBody>
      </p:sp>
      <p:sp>
        <p:nvSpPr>
          <p:cNvPr id="4" name="shape-115">
            <a:extLst xmlns:a="http://schemas.openxmlformats.org/drawingml/2006/main">
              <a:ext uri="{FF2B5EF4-FFF2-40B4-BE49-F238E27FC236}">
                <a16:creationId xmlns:a16="http://schemas.microsoft.com/office/drawing/2014/main" id="{6821C1D0-970E-431D-9749-E0F66998B66E}"/>
              </a:ext>
            </a:extLst>
          </p:cNvPr>
          <p:cNvSpPr>
            <a:spLocks xmlns:a="http://schemas.openxmlformats.org/drawingml/2006/main" noGrp="1"/>
          </p:cNvSpPr>
          <p:nvPr/>
        </p:nvSpPr>
        <p:spPr>
          <a:xfrm xmlns:a="http://schemas.openxmlformats.org/drawingml/2006/main">
            <a:off x="609600" y="6448425"/>
            <a:ext cx="10972800" cy="9525"/>
          </a:xfrm>
          <a:prstGeom xmlns:a="http://schemas.openxmlformats.org/drawingml/2006/main" prst="rect">
            <a:avLst/>
          </a:prstGeom>
          <a:solidFill xmlns:a="http://schemas.openxmlformats.org/drawingml/2006/main">
            <a:srgbClr val="D8E5DF"/>
          </a:solidFill>
          <a:ln xmlns:a="http://schemas.openxmlformats.org/drawingml/2006/main" w="0">
            <a:noFill/>
          </a:ln>
        </p:spPr>
      </p:sp>
      <p:sp>
        <p:nvSpPr>
          <p:cNvPr id="5" name="shape-116">
            <a:extLst xmlns:a="http://schemas.openxmlformats.org/drawingml/2006/main">
              <a:ext uri="{FF2B5EF4-FFF2-40B4-BE49-F238E27FC236}">
                <a16:creationId xmlns:a16="http://schemas.microsoft.com/office/drawing/2014/main" id="{C072CD96-9854-4555-8512-11FD9BC7E450}"/>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8787A"/>
                </a:solidFill>
                <a:latin typeface="Atkinson Hyperlegible"/>
                <a:ea typeface="Atkinson Hyperlegible"/>
                <a:cs typeface="Atkinson Hyperlegible"/>
              </a:defRPr>
            </a:defPPr>
            <a:lvl1pPr algn="l">
              <a:defRPr sz="1050" b="0">
                <a:solidFill>
                  <a:srgbClr val="58787A"/>
                </a:solidFill>
                <a:latin typeface="Atkinson Hyperlegible"/>
                <a:ea typeface="Atkinson Hyperlegible"/>
                <a:cs typeface="Atkinson Hyperlegible"/>
              </a:defRPr>
            </a:lvl1pPr>
            <a:lvl2pPr algn="l">
              <a:defRPr sz="1050" b="0">
                <a:solidFill>
                  <a:srgbClr val="58787A"/>
                </a:solidFill>
                <a:latin typeface="Atkinson Hyperlegible"/>
                <a:ea typeface="Atkinson Hyperlegible"/>
                <a:cs typeface="Atkinson Hyperlegible"/>
              </a:defRPr>
            </a:lvl2pPr>
            <a:lvl3pPr algn="l">
              <a:defRPr sz="1050" b="0">
                <a:solidFill>
                  <a:srgbClr val="58787A"/>
                </a:solidFill>
                <a:latin typeface="Atkinson Hyperlegible"/>
                <a:ea typeface="Atkinson Hyperlegible"/>
                <a:cs typeface="Atkinson Hyperlegible"/>
              </a:defRPr>
            </a:lvl3pPr>
            <a:lvl4pPr algn="l">
              <a:defRPr sz="1050" b="0">
                <a:solidFill>
                  <a:srgbClr val="58787A"/>
                </a:solidFill>
                <a:latin typeface="Atkinson Hyperlegible"/>
                <a:ea typeface="Atkinson Hyperlegible"/>
                <a:cs typeface="Atkinson Hyperlegible"/>
              </a:defRPr>
            </a:lvl4pPr>
            <a:lvl5pPr algn="l">
              <a:defRPr sz="1050" b="0">
                <a:solidFill>
                  <a:srgbClr val="58787A"/>
                </a:solidFill>
                <a:latin typeface="Atkinson Hyperlegible"/>
                <a:ea typeface="Atkinson Hyperlegible"/>
                <a:cs typeface="Atkinson Hyperlegible"/>
              </a:defRPr>
            </a:lvl5pPr>
            <a:lvl6pPr algn="l">
              <a:defRPr sz="1050" b="0">
                <a:solidFill>
                  <a:srgbClr val="58787A"/>
                </a:solidFill>
                <a:latin typeface="Atkinson Hyperlegible"/>
                <a:ea typeface="Atkinson Hyperlegible"/>
                <a:cs typeface="Atkinson Hyperlegible"/>
              </a:defRPr>
            </a:lvl6pPr>
            <a:lvl7pPr algn="l">
              <a:defRPr sz="1050" b="0">
                <a:solidFill>
                  <a:srgbClr val="58787A"/>
                </a:solidFill>
                <a:latin typeface="Atkinson Hyperlegible"/>
                <a:ea typeface="Atkinson Hyperlegible"/>
                <a:cs typeface="Atkinson Hyperlegible"/>
              </a:defRPr>
            </a:lvl7pPr>
            <a:lvl8pPr algn="l">
              <a:defRPr sz="1050" b="0">
                <a:solidFill>
                  <a:srgbClr val="58787A"/>
                </a:solidFill>
                <a:latin typeface="Atkinson Hyperlegible"/>
                <a:ea typeface="Atkinson Hyperlegible"/>
                <a:cs typeface="Atkinson Hyperlegible"/>
              </a:defRPr>
            </a:lvl8pPr>
            <a:lvl9pPr algn="l">
              <a:defRPr sz="1050" b="0">
                <a:solidFill>
                  <a:srgbClr val="58787A"/>
                </a:solidFill>
                <a:latin typeface="Atkinson Hyperlegible"/>
                <a:ea typeface="Atkinson Hyperlegible"/>
                <a:cs typeface="Atkinson Hyperlegible"/>
              </a:defRPr>
            </a:lvl9pPr>
          </a:lstStyle>
          <a:p xmlns:a="http://schemas.openxmlformats.org/drawingml/2006/main">
            <a:pPr algn="l">
              <a:defRPr sz="1050" b="0">
                <a:solidFill>
                  <a:srgbClr val="58787A"/>
                </a:solidFill>
                <a:latin typeface="Atkinson Hyperlegible"/>
                <a:ea typeface="Atkinson Hyperlegible"/>
                <a:cs typeface="Atkinson Hyperlegible"/>
              </a:defRPr>
            </a:pPr>
            <a:r>
              <a:rPr sz="1050" b="0">
                <a:solidFill>
                  <a:srgbClr val="58787A"/>
                </a:solidFill>
                <a:latin typeface="Atkinson Hyperlegible"/>
                <a:ea typeface="Atkinson Hyperlegible"/>
                <a:cs typeface="Atkinson Hyperlegible"/>
              </a:rPr>
              <a:t>Synthetic scenarios. Decision support only.</a:t>
            </a:r>
          </a:p>
        </p:txBody>
      </p:sp>
      <p:sp>
        <p:nvSpPr>
          <p:cNvPr id="6" name="shape-117">
            <a:extLst xmlns:a="http://schemas.openxmlformats.org/drawingml/2006/main">
              <a:ext uri="{FF2B5EF4-FFF2-40B4-BE49-F238E27FC236}">
                <a16:creationId xmlns:a16="http://schemas.microsoft.com/office/drawing/2014/main" id="{8DBFA27A-B622-4908-B5B8-58D839151F57}"/>
              </a:ext>
            </a:extLst>
          </p:cNvPr>
          <p:cNvSpPr>
            <a:spLocks xmlns:a="http://schemas.openxmlformats.org/drawingml/2006/main" noGrp="1"/>
          </p:cNvSpPr>
          <p:nvPr/>
        </p:nvSpPr>
        <p:spPr>
          <a:xfrm xmlns:a="http://schemas.openxmlformats.org/drawingml/2006/main">
            <a:off x="11001375" y="6515100"/>
            <a:ext cx="581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137B73"/>
                </a:solidFill>
                <a:latin typeface="Atkinson Hyperlegible"/>
                <a:ea typeface="Atkinson Hyperlegible"/>
                <a:cs typeface="Atkinson Hyperlegible"/>
              </a:defRPr>
            </a:defPPr>
            <a:lvl1pPr algn="r">
              <a:defRPr sz="1275" b="0">
                <a:solidFill>
                  <a:srgbClr val="137B73"/>
                </a:solidFill>
                <a:latin typeface="Atkinson Hyperlegible"/>
                <a:ea typeface="Atkinson Hyperlegible"/>
                <a:cs typeface="Atkinson Hyperlegible"/>
              </a:defRPr>
            </a:lvl1pPr>
            <a:lvl2pPr algn="r">
              <a:defRPr sz="1275" b="0">
                <a:solidFill>
                  <a:srgbClr val="137B73"/>
                </a:solidFill>
                <a:latin typeface="Atkinson Hyperlegible"/>
                <a:ea typeface="Atkinson Hyperlegible"/>
                <a:cs typeface="Atkinson Hyperlegible"/>
              </a:defRPr>
            </a:lvl2pPr>
            <a:lvl3pPr algn="r">
              <a:defRPr sz="1275" b="0">
                <a:solidFill>
                  <a:srgbClr val="137B73"/>
                </a:solidFill>
                <a:latin typeface="Atkinson Hyperlegible"/>
                <a:ea typeface="Atkinson Hyperlegible"/>
                <a:cs typeface="Atkinson Hyperlegible"/>
              </a:defRPr>
            </a:lvl3pPr>
            <a:lvl4pPr algn="r">
              <a:defRPr sz="1275" b="0">
                <a:solidFill>
                  <a:srgbClr val="137B73"/>
                </a:solidFill>
                <a:latin typeface="Atkinson Hyperlegible"/>
                <a:ea typeface="Atkinson Hyperlegible"/>
                <a:cs typeface="Atkinson Hyperlegible"/>
              </a:defRPr>
            </a:lvl4pPr>
            <a:lvl5pPr algn="r">
              <a:defRPr sz="1275" b="0">
                <a:solidFill>
                  <a:srgbClr val="137B73"/>
                </a:solidFill>
                <a:latin typeface="Atkinson Hyperlegible"/>
                <a:ea typeface="Atkinson Hyperlegible"/>
                <a:cs typeface="Atkinson Hyperlegible"/>
              </a:defRPr>
            </a:lvl5pPr>
            <a:lvl6pPr algn="r">
              <a:defRPr sz="1275" b="0">
                <a:solidFill>
                  <a:srgbClr val="137B73"/>
                </a:solidFill>
                <a:latin typeface="Atkinson Hyperlegible"/>
                <a:ea typeface="Atkinson Hyperlegible"/>
                <a:cs typeface="Atkinson Hyperlegible"/>
              </a:defRPr>
            </a:lvl6pPr>
            <a:lvl7pPr algn="r">
              <a:defRPr sz="1275" b="0">
                <a:solidFill>
                  <a:srgbClr val="137B73"/>
                </a:solidFill>
                <a:latin typeface="Atkinson Hyperlegible"/>
                <a:ea typeface="Atkinson Hyperlegible"/>
                <a:cs typeface="Atkinson Hyperlegible"/>
              </a:defRPr>
            </a:lvl7pPr>
            <a:lvl8pPr algn="r">
              <a:defRPr sz="1275" b="0">
                <a:solidFill>
                  <a:srgbClr val="137B73"/>
                </a:solidFill>
                <a:latin typeface="Atkinson Hyperlegible"/>
                <a:ea typeface="Atkinson Hyperlegible"/>
                <a:cs typeface="Atkinson Hyperlegible"/>
              </a:defRPr>
            </a:lvl8pPr>
            <a:lvl9pPr algn="r">
              <a:defRPr sz="1275" b="0">
                <a:solidFill>
                  <a:srgbClr val="137B73"/>
                </a:solidFill>
                <a:latin typeface="Atkinson Hyperlegible"/>
                <a:ea typeface="Atkinson Hyperlegible"/>
                <a:cs typeface="Atkinson Hyperlegible"/>
              </a:defRPr>
            </a:lvl9pPr>
          </a:lstStyle>
          <a:p xmlns:a="http://schemas.openxmlformats.org/drawingml/2006/main">
            <a:pPr algn="r">
              <a:defRPr sz="1275" b="0">
                <a:solidFill>
                  <a:srgbClr val="137B73"/>
                </a:solidFill>
                <a:latin typeface="Atkinson Hyperlegible"/>
                <a:ea typeface="Atkinson Hyperlegible"/>
                <a:cs typeface="Atkinson Hyperlegible"/>
              </a:defRPr>
            </a:pPr>
            <a:r>
              <a:rPr sz="1275" b="0">
                <a:solidFill>
                  <a:srgbClr val="137B73"/>
                </a:solidFill>
                <a:latin typeface="Atkinson Hyperlegible"/>
                <a:ea typeface="Atkinson Hyperlegible"/>
                <a:cs typeface="Atkinson Hyperlegible"/>
              </a:rPr>
              <a:t>14</a:t>
            </a:r>
          </a:p>
        </p:txBody>
      </p:sp>
      <p:graphicFrame>
        <p:nvGraphicFramePr>
          <p:cNvPr id="7" name="Chart">
            <a:extLst xmlns:a="http://schemas.openxmlformats.org/drawingml/2006/main">
              <a:ext uri="{FF2B5EF4-FFF2-40B4-BE49-F238E27FC236}">
                <a16:creationId xmlns:a16="http://schemas.microsoft.com/office/drawing/2014/main" id="{9C628EBE-09B8-472C-A5E2-AB72F4612071}"/>
              </a:ext>
            </a:extLst>
          </p:cNvPr>
          <p:cNvGraphicFramePr/>
          <p:nvPr/>
        </p:nvGraphicFramePr>
        <p:xfrm>
          <a:off xmlns:a="http://schemas.openxmlformats.org/drawingml/2006/main" x="609600" y="2105025"/>
          <a:ext xmlns:a="http://schemas.openxmlformats.org/drawingml/2006/main" cx="5334000" cy="3429000"/>
        </p:xfrm>
        <a:graphic xmlns:a="http://schemas.openxmlformats.org/drawingml/2006/main">
          <a:graphicData uri="http://schemas.openxmlformats.org/drawingml/2006/chart">
            <c:chart xmlns:r="http://schemas.openxmlformats.org/officeDocument/2006/relationships" xmlns:c="http://schemas.openxmlformats.org/drawingml/2006/chart" r:id="R4ee38bf147504160"/>
          </a:graphicData>
        </a:graphic>
      </p:graphicFrame>
      <p:graphicFrame>
        <p:nvGraphicFramePr>
          <p:cNvPr id="8" name="Chart">
            <a:extLst xmlns:a="http://schemas.openxmlformats.org/drawingml/2006/main">
              <a:ext uri="{FF2B5EF4-FFF2-40B4-BE49-F238E27FC236}">
                <a16:creationId xmlns:a16="http://schemas.microsoft.com/office/drawing/2014/main" id="{024EF02D-6802-42FA-BD96-5B5BBE4D77FD}"/>
              </a:ext>
            </a:extLst>
          </p:cNvPr>
          <p:cNvGraphicFramePr/>
          <p:nvPr/>
        </p:nvGraphicFramePr>
        <p:xfrm>
          <a:off xmlns:a="http://schemas.openxmlformats.org/drawingml/2006/main" x="6134100" y="2105025"/>
          <a:ext xmlns:a="http://schemas.openxmlformats.org/drawingml/2006/main" cx="5334000" cy="3429000"/>
        </p:xfrm>
        <a:graphic xmlns:a="http://schemas.openxmlformats.org/drawingml/2006/main">
          <a:graphicData uri="http://schemas.openxmlformats.org/drawingml/2006/chart">
            <c:chart xmlns:r="http://schemas.openxmlformats.org/officeDocument/2006/relationships" xmlns:c="http://schemas.openxmlformats.org/drawingml/2006/chart" r:id="Rdc8d4650b2864833"/>
          </a:graphicData>
        </a:graphic>
      </p:graphicFrame>
      <p:sp>
        <p:nvSpPr>
          <p:cNvPr id="9" name="shape-118">
            <a:extLst xmlns:a="http://schemas.openxmlformats.org/drawingml/2006/main">
              <a:ext uri="{FF2B5EF4-FFF2-40B4-BE49-F238E27FC236}">
                <a16:creationId xmlns:a16="http://schemas.microsoft.com/office/drawing/2014/main" id="{792D2CD1-AA48-4D25-A88D-CA67C9541BE0}"/>
              </a:ext>
            </a:extLst>
          </p:cNvPr>
          <p:cNvSpPr>
            <a:spLocks xmlns:a="http://schemas.openxmlformats.org/drawingml/2006/main" noGrp="1"/>
          </p:cNvSpPr>
          <p:nvPr/>
        </p:nvSpPr>
        <p:spPr>
          <a:xfrm xmlns:a="http://schemas.openxmlformats.org/drawingml/2006/main">
            <a:off x="609600" y="585787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37B73"/>
                </a:solidFill>
                <a:latin typeface="Atkinson Hyperlegible"/>
                <a:ea typeface="Atkinson Hyperlegible"/>
                <a:cs typeface="Atkinson Hyperlegible"/>
              </a:defRPr>
            </a:defPPr>
            <a:lvl1pPr algn="l">
              <a:defRPr sz="1725" b="1">
                <a:solidFill>
                  <a:srgbClr val="137B73"/>
                </a:solidFill>
                <a:latin typeface="Atkinson Hyperlegible"/>
                <a:ea typeface="Atkinson Hyperlegible"/>
                <a:cs typeface="Atkinson Hyperlegible"/>
              </a:defRPr>
            </a:lvl1pPr>
            <a:lvl2pPr algn="l">
              <a:defRPr sz="1725" b="1">
                <a:solidFill>
                  <a:srgbClr val="137B73"/>
                </a:solidFill>
                <a:latin typeface="Atkinson Hyperlegible"/>
                <a:ea typeface="Atkinson Hyperlegible"/>
                <a:cs typeface="Atkinson Hyperlegible"/>
              </a:defRPr>
            </a:lvl2pPr>
            <a:lvl3pPr algn="l">
              <a:defRPr sz="1725" b="1">
                <a:solidFill>
                  <a:srgbClr val="137B73"/>
                </a:solidFill>
                <a:latin typeface="Atkinson Hyperlegible"/>
                <a:ea typeface="Atkinson Hyperlegible"/>
                <a:cs typeface="Atkinson Hyperlegible"/>
              </a:defRPr>
            </a:lvl3pPr>
            <a:lvl4pPr algn="l">
              <a:defRPr sz="1725" b="1">
                <a:solidFill>
                  <a:srgbClr val="137B73"/>
                </a:solidFill>
                <a:latin typeface="Atkinson Hyperlegible"/>
                <a:ea typeface="Atkinson Hyperlegible"/>
                <a:cs typeface="Atkinson Hyperlegible"/>
              </a:defRPr>
            </a:lvl4pPr>
            <a:lvl5pPr algn="l">
              <a:defRPr sz="1725" b="1">
                <a:solidFill>
                  <a:srgbClr val="137B73"/>
                </a:solidFill>
                <a:latin typeface="Atkinson Hyperlegible"/>
                <a:ea typeface="Atkinson Hyperlegible"/>
                <a:cs typeface="Atkinson Hyperlegible"/>
              </a:defRPr>
            </a:lvl5pPr>
            <a:lvl6pPr algn="l">
              <a:defRPr sz="1725" b="1">
                <a:solidFill>
                  <a:srgbClr val="137B73"/>
                </a:solidFill>
                <a:latin typeface="Atkinson Hyperlegible"/>
                <a:ea typeface="Atkinson Hyperlegible"/>
                <a:cs typeface="Atkinson Hyperlegible"/>
              </a:defRPr>
            </a:lvl6pPr>
            <a:lvl7pPr algn="l">
              <a:defRPr sz="1725" b="1">
                <a:solidFill>
                  <a:srgbClr val="137B73"/>
                </a:solidFill>
                <a:latin typeface="Atkinson Hyperlegible"/>
                <a:ea typeface="Atkinson Hyperlegible"/>
                <a:cs typeface="Atkinson Hyperlegible"/>
              </a:defRPr>
            </a:lvl7pPr>
            <a:lvl8pPr algn="l">
              <a:defRPr sz="1725" b="1">
                <a:solidFill>
                  <a:srgbClr val="137B73"/>
                </a:solidFill>
                <a:latin typeface="Atkinson Hyperlegible"/>
                <a:ea typeface="Atkinson Hyperlegible"/>
                <a:cs typeface="Atkinson Hyperlegible"/>
              </a:defRPr>
            </a:lvl8pPr>
            <a:lvl9pPr algn="l">
              <a:defRPr sz="1725" b="1">
                <a:solidFill>
                  <a:srgbClr val="137B73"/>
                </a:solidFill>
                <a:latin typeface="Atkinson Hyperlegible"/>
                <a:ea typeface="Atkinson Hyperlegible"/>
                <a:cs typeface="Atkinson Hyperlegible"/>
              </a:defRPr>
            </a:lvl9pPr>
          </a:lstStyle>
          <a:p xmlns:a="http://schemas.openxmlformats.org/drawingml/2006/main">
            <a:pPr algn="l">
              <a:defRPr sz="1725" b="1">
                <a:solidFill>
                  <a:srgbClr val="137B73"/>
                </a:solidFill>
                <a:latin typeface="Atkinson Hyperlegible"/>
                <a:ea typeface="Atkinson Hyperlegible"/>
                <a:cs typeface="Atkinson Hyperlegible"/>
              </a:defRPr>
            </a:pPr>
            <a:r>
              <a:rPr sz="1725" b="1">
                <a:solidFill>
                  <a:srgbClr val="137B73"/>
                </a:solidFill>
                <a:latin typeface="Atkinson Hyperlegible"/>
                <a:ea typeface="Atkinson Hyperlegible"/>
                <a:cs typeface="Atkinson Hyperlegible"/>
              </a:rPr>
              <a:t>Critical interruption is zero for PPO and the optimizer at every tested shortage level.</a:t>
            </a:r>
          </a:p>
        </p:txBody>
      </p:sp>
    </p:spTree>
    <p:extLst>
      <p:ext uri="{BB962C8B-B14F-4D97-AF65-F5344CB8AC3E}">
        <p14:creationId xmlns:p14="http://schemas.microsoft.com/office/powerpoint/2010/main" val="322924973"/>
      </p:ext>
    </p:extLst>
  </p:cSld>
</p:sld>
</file>

<file path=ppt/slides/slide15.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11" name="shape-119">
            <a:extLst xmlns:a="http://schemas.openxmlformats.org/drawingml/2006/main">
              <a:ext uri="{FF2B5EF4-FFF2-40B4-BE49-F238E27FC236}">
                <a16:creationId xmlns:a16="http://schemas.microsoft.com/office/drawing/2014/main" id="{1DE4C73E-F1DF-414F-B9B5-E411E1826BEC}"/>
              </a:ext>
            </a:extLst>
          </p:cNvPr>
          <p:cNvSpPr>
            <a:spLocks xmlns:a="http://schemas.openxmlformats.org/drawingml/2006/main" noGrp="1"/>
          </p:cNvSpPr>
          <p:nvPr/>
        </p:nvSpPr>
        <p:spPr>
          <a:xfrm xmlns:a="http://schemas.openxmlformats.org/drawingml/2006/main">
            <a:off x="609600" y="266700"/>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37B73"/>
                </a:solidFill>
                <a:latin typeface="Atkinson Hyperlegible"/>
                <a:ea typeface="Atkinson Hyperlegible"/>
                <a:cs typeface="Atkinson Hyperlegible"/>
              </a:defRPr>
            </a:defPPr>
            <a:lvl1pPr algn="l">
              <a:defRPr sz="1350" b="1">
                <a:solidFill>
                  <a:srgbClr val="137B73"/>
                </a:solidFill>
                <a:latin typeface="Atkinson Hyperlegible"/>
                <a:ea typeface="Atkinson Hyperlegible"/>
                <a:cs typeface="Atkinson Hyperlegible"/>
              </a:defRPr>
            </a:lvl1pPr>
            <a:lvl2pPr algn="l">
              <a:defRPr sz="1350" b="1">
                <a:solidFill>
                  <a:srgbClr val="137B73"/>
                </a:solidFill>
                <a:latin typeface="Atkinson Hyperlegible"/>
                <a:ea typeface="Atkinson Hyperlegible"/>
                <a:cs typeface="Atkinson Hyperlegible"/>
              </a:defRPr>
            </a:lvl2pPr>
            <a:lvl3pPr algn="l">
              <a:defRPr sz="1350" b="1">
                <a:solidFill>
                  <a:srgbClr val="137B73"/>
                </a:solidFill>
                <a:latin typeface="Atkinson Hyperlegible"/>
                <a:ea typeface="Atkinson Hyperlegible"/>
                <a:cs typeface="Atkinson Hyperlegible"/>
              </a:defRPr>
            </a:lvl3pPr>
            <a:lvl4pPr algn="l">
              <a:defRPr sz="1350" b="1">
                <a:solidFill>
                  <a:srgbClr val="137B73"/>
                </a:solidFill>
                <a:latin typeface="Atkinson Hyperlegible"/>
                <a:ea typeface="Atkinson Hyperlegible"/>
                <a:cs typeface="Atkinson Hyperlegible"/>
              </a:defRPr>
            </a:lvl4pPr>
            <a:lvl5pPr algn="l">
              <a:defRPr sz="1350" b="1">
                <a:solidFill>
                  <a:srgbClr val="137B73"/>
                </a:solidFill>
                <a:latin typeface="Atkinson Hyperlegible"/>
                <a:ea typeface="Atkinson Hyperlegible"/>
                <a:cs typeface="Atkinson Hyperlegible"/>
              </a:defRPr>
            </a:lvl5pPr>
            <a:lvl6pPr algn="l">
              <a:defRPr sz="1350" b="1">
                <a:solidFill>
                  <a:srgbClr val="137B73"/>
                </a:solidFill>
                <a:latin typeface="Atkinson Hyperlegible"/>
                <a:ea typeface="Atkinson Hyperlegible"/>
                <a:cs typeface="Atkinson Hyperlegible"/>
              </a:defRPr>
            </a:lvl6pPr>
            <a:lvl7pPr algn="l">
              <a:defRPr sz="1350" b="1">
                <a:solidFill>
                  <a:srgbClr val="137B73"/>
                </a:solidFill>
                <a:latin typeface="Atkinson Hyperlegible"/>
                <a:ea typeface="Atkinson Hyperlegible"/>
                <a:cs typeface="Atkinson Hyperlegible"/>
              </a:defRPr>
            </a:lvl7pPr>
            <a:lvl8pPr algn="l">
              <a:defRPr sz="1350" b="1">
                <a:solidFill>
                  <a:srgbClr val="137B73"/>
                </a:solidFill>
                <a:latin typeface="Atkinson Hyperlegible"/>
                <a:ea typeface="Atkinson Hyperlegible"/>
                <a:cs typeface="Atkinson Hyperlegible"/>
              </a:defRPr>
            </a:lvl8pPr>
            <a:lvl9pPr algn="l">
              <a:defRPr sz="1350" b="1">
                <a:solidFill>
                  <a:srgbClr val="137B73"/>
                </a:solidFill>
                <a:latin typeface="Atkinson Hyperlegible"/>
                <a:ea typeface="Atkinson Hyperlegible"/>
                <a:cs typeface="Atkinson Hyperlegible"/>
              </a:defRPr>
            </a:lvl9pPr>
          </a:lstStyle>
          <a:p xmlns:a="http://schemas.openxmlformats.org/drawingml/2006/main">
            <a:pPr algn="l">
              <a:defRPr sz="1350" b="1">
                <a:solidFill>
                  <a:srgbClr val="137B73"/>
                </a:solidFill>
                <a:latin typeface="Atkinson Hyperlegible"/>
                <a:ea typeface="Atkinson Hyperlegible"/>
                <a:cs typeface="Atkinson Hyperlegible"/>
              </a:defRPr>
            </a:pPr>
            <a:r>
              <a:rPr sz="1350" b="1">
                <a:solidFill>
                  <a:srgbClr val="137B73"/>
                </a:solidFill>
                <a:latin typeface="Atkinson Hyperlegible"/>
                <a:ea typeface="Atkinson Hyperlegible"/>
                <a:cs typeface="Atkinson Hyperlegible"/>
              </a:rPr>
              <a:t>GridGuard Khartoum</a:t>
            </a:r>
          </a:p>
        </p:txBody>
      </p:sp>
      <p:sp>
        <p:nvSpPr>
          <p:cNvPr id="2" name="shape-120">
            <a:extLst xmlns:a="http://schemas.openxmlformats.org/drawingml/2006/main">
              <a:ext uri="{FF2B5EF4-FFF2-40B4-BE49-F238E27FC236}">
                <a16:creationId xmlns:a16="http://schemas.microsoft.com/office/drawing/2014/main" id="{C10D80C1-E3F8-4F2D-9B6F-6865DA55CC65}"/>
              </a:ext>
            </a:extLst>
          </p:cNvPr>
          <p:cNvSpPr>
            <a:spLocks xmlns:a="http://schemas.openxmlformats.org/drawingml/2006/main" noGrp="1"/>
          </p:cNvSpPr>
          <p:nvPr/>
        </p:nvSpPr>
        <p:spPr>
          <a:xfrm xmlns:a="http://schemas.openxmlformats.org/drawingml/2006/main">
            <a:off x="609600" y="7334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F43"/>
                </a:solidFill>
                <a:latin typeface="Atkinson Hyperlegible"/>
                <a:ea typeface="Atkinson Hyperlegible"/>
                <a:cs typeface="Atkinson Hyperlegible"/>
              </a:defRPr>
            </a:defPPr>
            <a:lvl1pPr algn="l">
              <a:defRPr sz="3150" b="1">
                <a:solidFill>
                  <a:srgbClr val="173F43"/>
                </a:solidFill>
                <a:latin typeface="Atkinson Hyperlegible"/>
                <a:ea typeface="Atkinson Hyperlegible"/>
                <a:cs typeface="Atkinson Hyperlegible"/>
              </a:defRPr>
            </a:lvl1pPr>
            <a:lvl2pPr algn="l">
              <a:defRPr sz="3150" b="1">
                <a:solidFill>
                  <a:srgbClr val="173F43"/>
                </a:solidFill>
                <a:latin typeface="Atkinson Hyperlegible"/>
                <a:ea typeface="Atkinson Hyperlegible"/>
                <a:cs typeface="Atkinson Hyperlegible"/>
              </a:defRPr>
            </a:lvl2pPr>
            <a:lvl3pPr algn="l">
              <a:defRPr sz="3150" b="1">
                <a:solidFill>
                  <a:srgbClr val="173F43"/>
                </a:solidFill>
                <a:latin typeface="Atkinson Hyperlegible"/>
                <a:ea typeface="Atkinson Hyperlegible"/>
                <a:cs typeface="Atkinson Hyperlegible"/>
              </a:defRPr>
            </a:lvl3pPr>
            <a:lvl4pPr algn="l">
              <a:defRPr sz="3150" b="1">
                <a:solidFill>
                  <a:srgbClr val="173F43"/>
                </a:solidFill>
                <a:latin typeface="Atkinson Hyperlegible"/>
                <a:ea typeface="Atkinson Hyperlegible"/>
                <a:cs typeface="Atkinson Hyperlegible"/>
              </a:defRPr>
            </a:lvl4pPr>
            <a:lvl5pPr algn="l">
              <a:defRPr sz="3150" b="1">
                <a:solidFill>
                  <a:srgbClr val="173F43"/>
                </a:solidFill>
                <a:latin typeface="Atkinson Hyperlegible"/>
                <a:ea typeface="Atkinson Hyperlegible"/>
                <a:cs typeface="Atkinson Hyperlegible"/>
              </a:defRPr>
            </a:lvl5pPr>
            <a:lvl6pPr algn="l">
              <a:defRPr sz="3150" b="1">
                <a:solidFill>
                  <a:srgbClr val="173F43"/>
                </a:solidFill>
                <a:latin typeface="Atkinson Hyperlegible"/>
                <a:ea typeface="Atkinson Hyperlegible"/>
                <a:cs typeface="Atkinson Hyperlegible"/>
              </a:defRPr>
            </a:lvl6pPr>
            <a:lvl7pPr algn="l">
              <a:defRPr sz="3150" b="1">
                <a:solidFill>
                  <a:srgbClr val="173F43"/>
                </a:solidFill>
                <a:latin typeface="Atkinson Hyperlegible"/>
                <a:ea typeface="Atkinson Hyperlegible"/>
                <a:cs typeface="Atkinson Hyperlegible"/>
              </a:defRPr>
            </a:lvl7pPr>
            <a:lvl8pPr algn="l">
              <a:defRPr sz="3150" b="1">
                <a:solidFill>
                  <a:srgbClr val="173F43"/>
                </a:solidFill>
                <a:latin typeface="Atkinson Hyperlegible"/>
                <a:ea typeface="Atkinson Hyperlegible"/>
                <a:cs typeface="Atkinson Hyperlegible"/>
              </a:defRPr>
            </a:lvl8pPr>
            <a:lvl9pPr algn="l">
              <a:defRPr sz="3150" b="1">
                <a:solidFill>
                  <a:srgbClr val="173F43"/>
                </a:solidFill>
                <a:latin typeface="Atkinson Hyperlegible"/>
                <a:ea typeface="Atkinson Hyperlegible"/>
                <a:cs typeface="Atkinson Hyperlegible"/>
              </a:defRPr>
            </a:lvl9pPr>
          </a:lstStyle>
          <a:p xmlns:a="http://schemas.openxmlformats.org/drawingml/2006/main">
            <a:pPr algn="l">
              <a:defRPr sz="3150" b="1">
                <a:solidFill>
                  <a:srgbClr val="173F43"/>
                </a:solidFill>
                <a:latin typeface="Atkinson Hyperlegible"/>
                <a:ea typeface="Atkinson Hyperlegible"/>
                <a:cs typeface="Atkinson Hyperlegible"/>
              </a:defRPr>
            </a:pPr>
            <a:r>
              <a:rPr sz="3150" b="1">
                <a:solidFill>
                  <a:srgbClr val="173F43"/>
                </a:solidFill>
                <a:latin typeface="Atkinson Hyperlegible"/>
                <a:ea typeface="Atkinson Hyperlegible"/>
                <a:cs typeface="Atkinson Hyperlegible"/>
              </a:rPr>
              <a:t>Validation progress across all five training runs</a:t>
            </a:r>
          </a:p>
        </p:txBody>
      </p:sp>
      <p:sp>
        <p:nvSpPr>
          <p:cNvPr id="3" name="shape-121">
            <a:extLst xmlns:a="http://schemas.openxmlformats.org/drawingml/2006/main">
              <a:ext uri="{FF2B5EF4-FFF2-40B4-BE49-F238E27FC236}">
                <a16:creationId xmlns:a16="http://schemas.microsoft.com/office/drawing/2014/main" id="{73B39E97-3CCC-475D-8140-54D83DD81E61}"/>
              </a:ext>
            </a:extLst>
          </p:cNvPr>
          <p:cNvSpPr>
            <a:spLocks xmlns:a="http://schemas.openxmlformats.org/drawingml/2006/main" noGrp="1"/>
          </p:cNvSpPr>
          <p:nvPr/>
        </p:nvSpPr>
        <p:spPr>
          <a:xfrm xmlns:a="http://schemas.openxmlformats.org/drawingml/2006/main">
            <a:off x="609600" y="136207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787A"/>
                </a:solidFill>
                <a:latin typeface="Atkinson Hyperlegible"/>
                <a:ea typeface="Atkinson Hyperlegible"/>
                <a:cs typeface="Atkinson Hyperlegible"/>
              </a:defRPr>
            </a:defPPr>
            <a:lvl1pPr algn="l">
              <a:defRPr sz="1725" b="0">
                <a:solidFill>
                  <a:srgbClr val="58787A"/>
                </a:solidFill>
                <a:latin typeface="Atkinson Hyperlegible"/>
                <a:ea typeface="Atkinson Hyperlegible"/>
                <a:cs typeface="Atkinson Hyperlegible"/>
              </a:defRPr>
            </a:lvl1pPr>
            <a:lvl2pPr algn="l">
              <a:defRPr sz="1725" b="0">
                <a:solidFill>
                  <a:srgbClr val="58787A"/>
                </a:solidFill>
                <a:latin typeface="Atkinson Hyperlegible"/>
                <a:ea typeface="Atkinson Hyperlegible"/>
                <a:cs typeface="Atkinson Hyperlegible"/>
              </a:defRPr>
            </a:lvl2pPr>
            <a:lvl3pPr algn="l">
              <a:defRPr sz="1725" b="0">
                <a:solidFill>
                  <a:srgbClr val="58787A"/>
                </a:solidFill>
                <a:latin typeface="Atkinson Hyperlegible"/>
                <a:ea typeface="Atkinson Hyperlegible"/>
                <a:cs typeface="Atkinson Hyperlegible"/>
              </a:defRPr>
            </a:lvl3pPr>
            <a:lvl4pPr algn="l">
              <a:defRPr sz="1725" b="0">
                <a:solidFill>
                  <a:srgbClr val="58787A"/>
                </a:solidFill>
                <a:latin typeface="Atkinson Hyperlegible"/>
                <a:ea typeface="Atkinson Hyperlegible"/>
                <a:cs typeface="Atkinson Hyperlegible"/>
              </a:defRPr>
            </a:lvl4pPr>
            <a:lvl5pPr algn="l">
              <a:defRPr sz="1725" b="0">
                <a:solidFill>
                  <a:srgbClr val="58787A"/>
                </a:solidFill>
                <a:latin typeface="Atkinson Hyperlegible"/>
                <a:ea typeface="Atkinson Hyperlegible"/>
                <a:cs typeface="Atkinson Hyperlegible"/>
              </a:defRPr>
            </a:lvl5pPr>
            <a:lvl6pPr algn="l">
              <a:defRPr sz="1725" b="0">
                <a:solidFill>
                  <a:srgbClr val="58787A"/>
                </a:solidFill>
                <a:latin typeface="Atkinson Hyperlegible"/>
                <a:ea typeface="Atkinson Hyperlegible"/>
                <a:cs typeface="Atkinson Hyperlegible"/>
              </a:defRPr>
            </a:lvl6pPr>
            <a:lvl7pPr algn="l">
              <a:defRPr sz="1725" b="0">
                <a:solidFill>
                  <a:srgbClr val="58787A"/>
                </a:solidFill>
                <a:latin typeface="Atkinson Hyperlegible"/>
                <a:ea typeface="Atkinson Hyperlegible"/>
                <a:cs typeface="Atkinson Hyperlegible"/>
              </a:defRPr>
            </a:lvl7pPr>
            <a:lvl8pPr algn="l">
              <a:defRPr sz="1725" b="0">
                <a:solidFill>
                  <a:srgbClr val="58787A"/>
                </a:solidFill>
                <a:latin typeface="Atkinson Hyperlegible"/>
                <a:ea typeface="Atkinson Hyperlegible"/>
                <a:cs typeface="Atkinson Hyperlegible"/>
              </a:defRPr>
            </a:lvl8pPr>
            <a:lvl9pPr algn="l">
              <a:defRPr sz="1725" b="0">
                <a:solidFill>
                  <a:srgbClr val="58787A"/>
                </a:solidFill>
                <a:latin typeface="Atkinson Hyperlegible"/>
                <a:ea typeface="Atkinson Hyperlegible"/>
                <a:cs typeface="Atkinson Hyperlegible"/>
              </a:defRPr>
            </a:lvl9pPr>
          </a:lstStyle>
          <a:p xmlns:a="http://schemas.openxmlformats.org/drawingml/2006/main">
            <a:pPr algn="l">
              <a:defRPr sz="1725" b="0">
                <a:solidFill>
                  <a:srgbClr val="58787A"/>
                </a:solidFill>
                <a:latin typeface="Atkinson Hyperlegible"/>
                <a:ea typeface="Atkinson Hyperlegible"/>
                <a:cs typeface="Atkinson Hyperlegible"/>
              </a:defRPr>
            </a:pPr>
            <a:r>
              <a:rPr sz="1725" b="0">
                <a:solidFill>
                  <a:srgbClr val="58787A"/>
                </a:solidFill>
                <a:latin typeface="Atkinson Hyperlegible"/>
                <a:ea typeface="Atkinson Hyperlegible"/>
                <a:cs typeface="Atkinson Hyperlegible"/>
              </a:rPr>
              <a:t>31 checkpoints per run. Checkpoint selection never consults final-test performance.</a:t>
            </a:r>
          </a:p>
        </p:txBody>
      </p:sp>
      <p:sp>
        <p:nvSpPr>
          <p:cNvPr id="4" name="shape-122">
            <a:extLst xmlns:a="http://schemas.openxmlformats.org/drawingml/2006/main">
              <a:ext uri="{FF2B5EF4-FFF2-40B4-BE49-F238E27FC236}">
                <a16:creationId xmlns:a16="http://schemas.microsoft.com/office/drawing/2014/main" id="{11875B6D-02F8-4D1A-AA02-9F8E8CBAF78C}"/>
              </a:ext>
            </a:extLst>
          </p:cNvPr>
          <p:cNvSpPr>
            <a:spLocks xmlns:a="http://schemas.openxmlformats.org/drawingml/2006/main" noGrp="1"/>
          </p:cNvSpPr>
          <p:nvPr/>
        </p:nvSpPr>
        <p:spPr>
          <a:xfrm xmlns:a="http://schemas.openxmlformats.org/drawingml/2006/main">
            <a:off x="609600" y="6448425"/>
            <a:ext cx="10972800" cy="9525"/>
          </a:xfrm>
          <a:prstGeom xmlns:a="http://schemas.openxmlformats.org/drawingml/2006/main" prst="rect">
            <a:avLst/>
          </a:prstGeom>
          <a:solidFill xmlns:a="http://schemas.openxmlformats.org/drawingml/2006/main">
            <a:srgbClr val="D8E5DF"/>
          </a:solidFill>
          <a:ln xmlns:a="http://schemas.openxmlformats.org/drawingml/2006/main" w="0">
            <a:noFill/>
          </a:ln>
        </p:spPr>
      </p:sp>
      <p:sp>
        <p:nvSpPr>
          <p:cNvPr id="5" name="shape-123">
            <a:extLst xmlns:a="http://schemas.openxmlformats.org/drawingml/2006/main">
              <a:ext uri="{FF2B5EF4-FFF2-40B4-BE49-F238E27FC236}">
                <a16:creationId xmlns:a16="http://schemas.microsoft.com/office/drawing/2014/main" id="{B2D78654-4827-45BB-9253-AF04E0A7B3BA}"/>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8787A"/>
                </a:solidFill>
                <a:latin typeface="Atkinson Hyperlegible"/>
                <a:ea typeface="Atkinson Hyperlegible"/>
                <a:cs typeface="Atkinson Hyperlegible"/>
              </a:defRPr>
            </a:defPPr>
            <a:lvl1pPr algn="l">
              <a:defRPr sz="1050" b="0">
                <a:solidFill>
                  <a:srgbClr val="58787A"/>
                </a:solidFill>
                <a:latin typeface="Atkinson Hyperlegible"/>
                <a:ea typeface="Atkinson Hyperlegible"/>
                <a:cs typeface="Atkinson Hyperlegible"/>
              </a:defRPr>
            </a:lvl1pPr>
            <a:lvl2pPr algn="l">
              <a:defRPr sz="1050" b="0">
                <a:solidFill>
                  <a:srgbClr val="58787A"/>
                </a:solidFill>
                <a:latin typeface="Atkinson Hyperlegible"/>
                <a:ea typeface="Atkinson Hyperlegible"/>
                <a:cs typeface="Atkinson Hyperlegible"/>
              </a:defRPr>
            </a:lvl2pPr>
            <a:lvl3pPr algn="l">
              <a:defRPr sz="1050" b="0">
                <a:solidFill>
                  <a:srgbClr val="58787A"/>
                </a:solidFill>
                <a:latin typeface="Atkinson Hyperlegible"/>
                <a:ea typeface="Atkinson Hyperlegible"/>
                <a:cs typeface="Atkinson Hyperlegible"/>
              </a:defRPr>
            </a:lvl3pPr>
            <a:lvl4pPr algn="l">
              <a:defRPr sz="1050" b="0">
                <a:solidFill>
                  <a:srgbClr val="58787A"/>
                </a:solidFill>
                <a:latin typeface="Atkinson Hyperlegible"/>
                <a:ea typeface="Atkinson Hyperlegible"/>
                <a:cs typeface="Atkinson Hyperlegible"/>
              </a:defRPr>
            </a:lvl4pPr>
            <a:lvl5pPr algn="l">
              <a:defRPr sz="1050" b="0">
                <a:solidFill>
                  <a:srgbClr val="58787A"/>
                </a:solidFill>
                <a:latin typeface="Atkinson Hyperlegible"/>
                <a:ea typeface="Atkinson Hyperlegible"/>
                <a:cs typeface="Atkinson Hyperlegible"/>
              </a:defRPr>
            </a:lvl5pPr>
            <a:lvl6pPr algn="l">
              <a:defRPr sz="1050" b="0">
                <a:solidFill>
                  <a:srgbClr val="58787A"/>
                </a:solidFill>
                <a:latin typeface="Atkinson Hyperlegible"/>
                <a:ea typeface="Atkinson Hyperlegible"/>
                <a:cs typeface="Atkinson Hyperlegible"/>
              </a:defRPr>
            </a:lvl6pPr>
            <a:lvl7pPr algn="l">
              <a:defRPr sz="1050" b="0">
                <a:solidFill>
                  <a:srgbClr val="58787A"/>
                </a:solidFill>
                <a:latin typeface="Atkinson Hyperlegible"/>
                <a:ea typeface="Atkinson Hyperlegible"/>
                <a:cs typeface="Atkinson Hyperlegible"/>
              </a:defRPr>
            </a:lvl7pPr>
            <a:lvl8pPr algn="l">
              <a:defRPr sz="1050" b="0">
                <a:solidFill>
                  <a:srgbClr val="58787A"/>
                </a:solidFill>
                <a:latin typeface="Atkinson Hyperlegible"/>
                <a:ea typeface="Atkinson Hyperlegible"/>
                <a:cs typeface="Atkinson Hyperlegible"/>
              </a:defRPr>
            </a:lvl8pPr>
            <a:lvl9pPr algn="l">
              <a:defRPr sz="1050" b="0">
                <a:solidFill>
                  <a:srgbClr val="58787A"/>
                </a:solidFill>
                <a:latin typeface="Atkinson Hyperlegible"/>
                <a:ea typeface="Atkinson Hyperlegible"/>
                <a:cs typeface="Atkinson Hyperlegible"/>
              </a:defRPr>
            </a:lvl9pPr>
          </a:lstStyle>
          <a:p xmlns:a="http://schemas.openxmlformats.org/drawingml/2006/main">
            <a:pPr algn="l">
              <a:defRPr sz="1050" b="0">
                <a:solidFill>
                  <a:srgbClr val="58787A"/>
                </a:solidFill>
                <a:latin typeface="Atkinson Hyperlegible"/>
                <a:ea typeface="Atkinson Hyperlegible"/>
                <a:cs typeface="Atkinson Hyperlegible"/>
              </a:defRPr>
            </a:pPr>
            <a:r>
              <a:rPr sz="1050" b="0">
                <a:solidFill>
                  <a:srgbClr val="58787A"/>
                </a:solidFill>
                <a:latin typeface="Atkinson Hyperlegible"/>
                <a:ea typeface="Atkinson Hyperlegible"/>
                <a:cs typeface="Atkinson Hyperlegible"/>
              </a:rPr>
              <a:t>Synthetic scenarios. Decision support only.</a:t>
            </a:r>
          </a:p>
        </p:txBody>
      </p:sp>
      <p:sp>
        <p:nvSpPr>
          <p:cNvPr id="6" name="shape-124">
            <a:extLst xmlns:a="http://schemas.openxmlformats.org/drawingml/2006/main">
              <a:ext uri="{FF2B5EF4-FFF2-40B4-BE49-F238E27FC236}">
                <a16:creationId xmlns:a16="http://schemas.microsoft.com/office/drawing/2014/main" id="{A2C0E5D1-5B95-4174-9A77-E76B5F1D9FB2}"/>
              </a:ext>
            </a:extLst>
          </p:cNvPr>
          <p:cNvSpPr>
            <a:spLocks xmlns:a="http://schemas.openxmlformats.org/drawingml/2006/main" noGrp="1"/>
          </p:cNvSpPr>
          <p:nvPr/>
        </p:nvSpPr>
        <p:spPr>
          <a:xfrm xmlns:a="http://schemas.openxmlformats.org/drawingml/2006/main">
            <a:off x="11001375" y="6515100"/>
            <a:ext cx="581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137B73"/>
                </a:solidFill>
                <a:latin typeface="Atkinson Hyperlegible"/>
                <a:ea typeface="Atkinson Hyperlegible"/>
                <a:cs typeface="Atkinson Hyperlegible"/>
              </a:defRPr>
            </a:defPPr>
            <a:lvl1pPr algn="r">
              <a:defRPr sz="1275" b="0">
                <a:solidFill>
                  <a:srgbClr val="137B73"/>
                </a:solidFill>
                <a:latin typeface="Atkinson Hyperlegible"/>
                <a:ea typeface="Atkinson Hyperlegible"/>
                <a:cs typeface="Atkinson Hyperlegible"/>
              </a:defRPr>
            </a:lvl1pPr>
            <a:lvl2pPr algn="r">
              <a:defRPr sz="1275" b="0">
                <a:solidFill>
                  <a:srgbClr val="137B73"/>
                </a:solidFill>
                <a:latin typeface="Atkinson Hyperlegible"/>
                <a:ea typeface="Atkinson Hyperlegible"/>
                <a:cs typeface="Atkinson Hyperlegible"/>
              </a:defRPr>
            </a:lvl2pPr>
            <a:lvl3pPr algn="r">
              <a:defRPr sz="1275" b="0">
                <a:solidFill>
                  <a:srgbClr val="137B73"/>
                </a:solidFill>
                <a:latin typeface="Atkinson Hyperlegible"/>
                <a:ea typeface="Atkinson Hyperlegible"/>
                <a:cs typeface="Atkinson Hyperlegible"/>
              </a:defRPr>
            </a:lvl3pPr>
            <a:lvl4pPr algn="r">
              <a:defRPr sz="1275" b="0">
                <a:solidFill>
                  <a:srgbClr val="137B73"/>
                </a:solidFill>
                <a:latin typeface="Atkinson Hyperlegible"/>
                <a:ea typeface="Atkinson Hyperlegible"/>
                <a:cs typeface="Atkinson Hyperlegible"/>
              </a:defRPr>
            </a:lvl4pPr>
            <a:lvl5pPr algn="r">
              <a:defRPr sz="1275" b="0">
                <a:solidFill>
                  <a:srgbClr val="137B73"/>
                </a:solidFill>
                <a:latin typeface="Atkinson Hyperlegible"/>
                <a:ea typeface="Atkinson Hyperlegible"/>
                <a:cs typeface="Atkinson Hyperlegible"/>
              </a:defRPr>
            </a:lvl5pPr>
            <a:lvl6pPr algn="r">
              <a:defRPr sz="1275" b="0">
                <a:solidFill>
                  <a:srgbClr val="137B73"/>
                </a:solidFill>
                <a:latin typeface="Atkinson Hyperlegible"/>
                <a:ea typeface="Atkinson Hyperlegible"/>
                <a:cs typeface="Atkinson Hyperlegible"/>
              </a:defRPr>
            </a:lvl6pPr>
            <a:lvl7pPr algn="r">
              <a:defRPr sz="1275" b="0">
                <a:solidFill>
                  <a:srgbClr val="137B73"/>
                </a:solidFill>
                <a:latin typeface="Atkinson Hyperlegible"/>
                <a:ea typeface="Atkinson Hyperlegible"/>
                <a:cs typeface="Atkinson Hyperlegible"/>
              </a:defRPr>
            </a:lvl7pPr>
            <a:lvl8pPr algn="r">
              <a:defRPr sz="1275" b="0">
                <a:solidFill>
                  <a:srgbClr val="137B73"/>
                </a:solidFill>
                <a:latin typeface="Atkinson Hyperlegible"/>
                <a:ea typeface="Atkinson Hyperlegible"/>
                <a:cs typeface="Atkinson Hyperlegible"/>
              </a:defRPr>
            </a:lvl8pPr>
            <a:lvl9pPr algn="r">
              <a:defRPr sz="1275" b="0">
                <a:solidFill>
                  <a:srgbClr val="137B73"/>
                </a:solidFill>
                <a:latin typeface="Atkinson Hyperlegible"/>
                <a:ea typeface="Atkinson Hyperlegible"/>
                <a:cs typeface="Atkinson Hyperlegible"/>
              </a:defRPr>
            </a:lvl9pPr>
          </a:lstStyle>
          <a:p xmlns:a="http://schemas.openxmlformats.org/drawingml/2006/main">
            <a:pPr algn="r">
              <a:defRPr sz="1275" b="0">
                <a:solidFill>
                  <a:srgbClr val="137B73"/>
                </a:solidFill>
                <a:latin typeface="Atkinson Hyperlegible"/>
                <a:ea typeface="Atkinson Hyperlegible"/>
                <a:cs typeface="Atkinson Hyperlegible"/>
              </a:defRPr>
            </a:pPr>
            <a:r>
              <a:rPr sz="1275" b="0">
                <a:solidFill>
                  <a:srgbClr val="137B73"/>
                </a:solidFill>
                <a:latin typeface="Atkinson Hyperlegible"/>
                <a:ea typeface="Atkinson Hyperlegible"/>
                <a:cs typeface="Atkinson Hyperlegible"/>
              </a:rPr>
              <a:t>15</a:t>
            </a:r>
          </a:p>
        </p:txBody>
      </p:sp>
      <p:graphicFrame>
        <p:nvGraphicFramePr>
          <p:cNvPr id="7" name="Chart">
            <a:extLst xmlns:a="http://schemas.openxmlformats.org/drawingml/2006/main">
              <a:ext uri="{FF2B5EF4-FFF2-40B4-BE49-F238E27FC236}">
                <a16:creationId xmlns:a16="http://schemas.microsoft.com/office/drawing/2014/main" id="{F933E815-C5FE-4D8E-9D92-718903EBE964}"/>
              </a:ext>
            </a:extLst>
          </p:cNvPr>
          <p:cNvGraphicFramePr/>
          <p:nvPr/>
        </p:nvGraphicFramePr>
        <p:xfrm>
          <a:off xmlns:a="http://schemas.openxmlformats.org/drawingml/2006/main" x="609600" y="2152650"/>
          <a:ext xmlns:a="http://schemas.openxmlformats.org/drawingml/2006/main" cx="3543300" cy="3390900"/>
        </p:xfrm>
        <a:graphic xmlns:a="http://schemas.openxmlformats.org/drawingml/2006/main">
          <a:graphicData uri="http://schemas.openxmlformats.org/drawingml/2006/chart">
            <c:chart xmlns:r="http://schemas.openxmlformats.org/officeDocument/2006/relationships" xmlns:c="http://schemas.openxmlformats.org/drawingml/2006/chart" r:id="R780e1114772b4006"/>
          </a:graphicData>
        </a:graphic>
      </p:graphicFrame>
      <p:graphicFrame>
        <p:nvGraphicFramePr>
          <p:cNvPr id="8" name="Chart">
            <a:extLst xmlns:a="http://schemas.openxmlformats.org/drawingml/2006/main">
              <a:ext uri="{FF2B5EF4-FFF2-40B4-BE49-F238E27FC236}">
                <a16:creationId xmlns:a16="http://schemas.microsoft.com/office/drawing/2014/main" id="{162DE551-7090-4172-8FFA-7A8409ACDF10}"/>
              </a:ext>
            </a:extLst>
          </p:cNvPr>
          <p:cNvGraphicFramePr/>
          <p:nvPr/>
        </p:nvGraphicFramePr>
        <p:xfrm>
          <a:off xmlns:a="http://schemas.openxmlformats.org/drawingml/2006/main" x="4324350" y="2152650"/>
          <a:ext xmlns:a="http://schemas.openxmlformats.org/drawingml/2006/main" cx="3543300" cy="3390900"/>
        </p:xfrm>
        <a:graphic xmlns:a="http://schemas.openxmlformats.org/drawingml/2006/main">
          <a:graphicData uri="http://schemas.openxmlformats.org/drawingml/2006/chart">
            <c:chart xmlns:r="http://schemas.openxmlformats.org/officeDocument/2006/relationships" xmlns:c="http://schemas.openxmlformats.org/drawingml/2006/chart" r:id="R6c04d6b25ca3450b"/>
          </a:graphicData>
        </a:graphic>
      </p:graphicFrame>
      <p:graphicFrame>
        <p:nvGraphicFramePr>
          <p:cNvPr id="9" name="Chart">
            <a:extLst xmlns:a="http://schemas.openxmlformats.org/drawingml/2006/main">
              <a:ext uri="{FF2B5EF4-FFF2-40B4-BE49-F238E27FC236}">
                <a16:creationId xmlns:a16="http://schemas.microsoft.com/office/drawing/2014/main" id="{A3190E00-793C-4919-8CC7-02BEFB7ED799}"/>
              </a:ext>
            </a:extLst>
          </p:cNvPr>
          <p:cNvGraphicFramePr/>
          <p:nvPr/>
        </p:nvGraphicFramePr>
        <p:xfrm>
          <a:off xmlns:a="http://schemas.openxmlformats.org/drawingml/2006/main" x="8039100" y="2152650"/>
          <a:ext xmlns:a="http://schemas.openxmlformats.org/drawingml/2006/main" cx="3543300" cy="3390900"/>
        </p:xfrm>
        <a:graphic xmlns:a="http://schemas.openxmlformats.org/drawingml/2006/main">
          <a:graphicData uri="http://schemas.openxmlformats.org/drawingml/2006/chart">
            <c:chart xmlns:r="http://schemas.openxmlformats.org/officeDocument/2006/relationships" xmlns:c="http://schemas.openxmlformats.org/drawingml/2006/chart" r:id="R6b2f24a87e7b4e47"/>
          </a:graphicData>
        </a:graphic>
      </p:graphicFrame>
      <p:sp>
        <p:nvSpPr>
          <p:cNvPr id="10" name="shape-125">
            <a:extLst xmlns:a="http://schemas.openxmlformats.org/drawingml/2006/main">
              <a:ext uri="{FF2B5EF4-FFF2-40B4-BE49-F238E27FC236}">
                <a16:creationId xmlns:a16="http://schemas.microsoft.com/office/drawing/2014/main" id="{F3D8497A-59DB-4A49-827B-74C3CF41E80F}"/>
              </a:ext>
            </a:extLst>
          </p:cNvPr>
          <p:cNvSpPr>
            <a:spLocks xmlns:a="http://schemas.openxmlformats.org/drawingml/2006/main" noGrp="1"/>
          </p:cNvSpPr>
          <p:nvPr/>
        </p:nvSpPr>
        <p:spPr>
          <a:xfrm xmlns:a="http://schemas.openxmlformats.org/drawingml/2006/main">
            <a:off x="609600" y="5762625"/>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8787A"/>
                </a:solidFill>
                <a:latin typeface="Atkinson Hyperlegible"/>
                <a:ea typeface="Atkinson Hyperlegible"/>
                <a:cs typeface="Atkinson Hyperlegible"/>
              </a:defRPr>
            </a:defPPr>
            <a:lvl1pPr algn="l">
              <a:defRPr sz="1650" b="0">
                <a:solidFill>
                  <a:srgbClr val="58787A"/>
                </a:solidFill>
                <a:latin typeface="Atkinson Hyperlegible"/>
                <a:ea typeface="Atkinson Hyperlegible"/>
                <a:cs typeface="Atkinson Hyperlegible"/>
              </a:defRPr>
            </a:lvl1pPr>
            <a:lvl2pPr algn="l">
              <a:defRPr sz="1650" b="0">
                <a:solidFill>
                  <a:srgbClr val="58787A"/>
                </a:solidFill>
                <a:latin typeface="Atkinson Hyperlegible"/>
                <a:ea typeface="Atkinson Hyperlegible"/>
                <a:cs typeface="Atkinson Hyperlegible"/>
              </a:defRPr>
            </a:lvl2pPr>
            <a:lvl3pPr algn="l">
              <a:defRPr sz="1650" b="0">
                <a:solidFill>
                  <a:srgbClr val="58787A"/>
                </a:solidFill>
                <a:latin typeface="Atkinson Hyperlegible"/>
                <a:ea typeface="Atkinson Hyperlegible"/>
                <a:cs typeface="Atkinson Hyperlegible"/>
              </a:defRPr>
            </a:lvl3pPr>
            <a:lvl4pPr algn="l">
              <a:defRPr sz="1650" b="0">
                <a:solidFill>
                  <a:srgbClr val="58787A"/>
                </a:solidFill>
                <a:latin typeface="Atkinson Hyperlegible"/>
                <a:ea typeface="Atkinson Hyperlegible"/>
                <a:cs typeface="Atkinson Hyperlegible"/>
              </a:defRPr>
            </a:lvl4pPr>
            <a:lvl5pPr algn="l">
              <a:defRPr sz="1650" b="0">
                <a:solidFill>
                  <a:srgbClr val="58787A"/>
                </a:solidFill>
                <a:latin typeface="Atkinson Hyperlegible"/>
                <a:ea typeface="Atkinson Hyperlegible"/>
                <a:cs typeface="Atkinson Hyperlegible"/>
              </a:defRPr>
            </a:lvl5pPr>
            <a:lvl6pPr algn="l">
              <a:defRPr sz="1650" b="0">
                <a:solidFill>
                  <a:srgbClr val="58787A"/>
                </a:solidFill>
                <a:latin typeface="Atkinson Hyperlegible"/>
                <a:ea typeface="Atkinson Hyperlegible"/>
                <a:cs typeface="Atkinson Hyperlegible"/>
              </a:defRPr>
            </a:lvl6pPr>
            <a:lvl7pPr algn="l">
              <a:defRPr sz="1650" b="0">
                <a:solidFill>
                  <a:srgbClr val="58787A"/>
                </a:solidFill>
                <a:latin typeface="Atkinson Hyperlegible"/>
                <a:ea typeface="Atkinson Hyperlegible"/>
                <a:cs typeface="Atkinson Hyperlegible"/>
              </a:defRPr>
            </a:lvl7pPr>
            <a:lvl8pPr algn="l">
              <a:defRPr sz="1650" b="0">
                <a:solidFill>
                  <a:srgbClr val="58787A"/>
                </a:solidFill>
                <a:latin typeface="Atkinson Hyperlegible"/>
                <a:ea typeface="Atkinson Hyperlegible"/>
                <a:cs typeface="Atkinson Hyperlegible"/>
              </a:defRPr>
            </a:lvl8pPr>
            <a:lvl9pPr algn="l">
              <a:defRPr sz="1650" b="0">
                <a:solidFill>
                  <a:srgbClr val="58787A"/>
                </a:solidFill>
                <a:latin typeface="Atkinson Hyperlegible"/>
                <a:ea typeface="Atkinson Hyperlegible"/>
                <a:cs typeface="Atkinson Hyperlegible"/>
              </a:defRPr>
            </a:lvl9pPr>
          </a:lstStyle>
          <a:p xmlns:a="http://schemas.openxmlformats.org/drawingml/2006/main">
            <a:pPr algn="l">
              <a:defRPr sz="1650" b="0">
                <a:solidFill>
                  <a:srgbClr val="58787A"/>
                </a:solidFill>
                <a:latin typeface="Atkinson Hyperlegible"/>
                <a:ea typeface="Atkinson Hyperlegible"/>
                <a:cs typeface="Atkinson Hyperlegible"/>
              </a:defRPr>
            </a:pPr>
            <a:r>
              <a:rPr sz="1650" b="0">
                <a:solidFill>
                  <a:srgbClr val="58787A"/>
                </a:solidFill>
                <a:latin typeface="Atkinson Hyperlegible"/>
                <a:ea typeface="Atkinson Hyperlegible"/>
                <a:cs typeface="Atkinson Hyperlegible"/>
              </a:rPr>
              <a:t>Seeds: 1729   2718   3141   5772   8111</a:t>
            </a:r>
          </a:p>
        </p:txBody>
      </p:sp>
    </p:spTree>
    <p:extLst>
      <p:ext uri="{BB962C8B-B14F-4D97-AF65-F5344CB8AC3E}">
        <p14:creationId xmlns:p14="http://schemas.microsoft.com/office/powerpoint/2010/main" val="1739036123"/>
      </p:ext>
    </p:extLst>
  </p:cSld>
</p:sld>
</file>

<file path=ppt/slides/slide16.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12" name="shape-126">
            <a:extLst xmlns:a="http://schemas.openxmlformats.org/drawingml/2006/main">
              <a:ext uri="{FF2B5EF4-FFF2-40B4-BE49-F238E27FC236}">
                <a16:creationId xmlns:a16="http://schemas.microsoft.com/office/drawing/2014/main" id="{E36086AB-3157-42E0-A5F1-1998AE0752A5}"/>
              </a:ext>
            </a:extLst>
          </p:cNvPr>
          <p:cNvSpPr>
            <a:spLocks xmlns:a="http://schemas.openxmlformats.org/drawingml/2006/main" noGrp="1"/>
          </p:cNvSpPr>
          <p:nvPr/>
        </p:nvSpPr>
        <p:spPr>
          <a:xfrm xmlns:a="http://schemas.openxmlformats.org/drawingml/2006/main">
            <a:off x="609600" y="266700"/>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37B73"/>
                </a:solidFill>
                <a:latin typeface="Atkinson Hyperlegible"/>
                <a:ea typeface="Atkinson Hyperlegible"/>
                <a:cs typeface="Atkinson Hyperlegible"/>
              </a:defRPr>
            </a:defPPr>
            <a:lvl1pPr algn="l">
              <a:defRPr sz="1350" b="1">
                <a:solidFill>
                  <a:srgbClr val="137B73"/>
                </a:solidFill>
                <a:latin typeface="Atkinson Hyperlegible"/>
                <a:ea typeface="Atkinson Hyperlegible"/>
                <a:cs typeface="Atkinson Hyperlegible"/>
              </a:defRPr>
            </a:lvl1pPr>
            <a:lvl2pPr algn="l">
              <a:defRPr sz="1350" b="1">
                <a:solidFill>
                  <a:srgbClr val="137B73"/>
                </a:solidFill>
                <a:latin typeface="Atkinson Hyperlegible"/>
                <a:ea typeface="Atkinson Hyperlegible"/>
                <a:cs typeface="Atkinson Hyperlegible"/>
              </a:defRPr>
            </a:lvl2pPr>
            <a:lvl3pPr algn="l">
              <a:defRPr sz="1350" b="1">
                <a:solidFill>
                  <a:srgbClr val="137B73"/>
                </a:solidFill>
                <a:latin typeface="Atkinson Hyperlegible"/>
                <a:ea typeface="Atkinson Hyperlegible"/>
                <a:cs typeface="Atkinson Hyperlegible"/>
              </a:defRPr>
            </a:lvl3pPr>
            <a:lvl4pPr algn="l">
              <a:defRPr sz="1350" b="1">
                <a:solidFill>
                  <a:srgbClr val="137B73"/>
                </a:solidFill>
                <a:latin typeface="Atkinson Hyperlegible"/>
                <a:ea typeface="Atkinson Hyperlegible"/>
                <a:cs typeface="Atkinson Hyperlegible"/>
              </a:defRPr>
            </a:lvl4pPr>
            <a:lvl5pPr algn="l">
              <a:defRPr sz="1350" b="1">
                <a:solidFill>
                  <a:srgbClr val="137B73"/>
                </a:solidFill>
                <a:latin typeface="Atkinson Hyperlegible"/>
                <a:ea typeface="Atkinson Hyperlegible"/>
                <a:cs typeface="Atkinson Hyperlegible"/>
              </a:defRPr>
            </a:lvl5pPr>
            <a:lvl6pPr algn="l">
              <a:defRPr sz="1350" b="1">
                <a:solidFill>
                  <a:srgbClr val="137B73"/>
                </a:solidFill>
                <a:latin typeface="Atkinson Hyperlegible"/>
                <a:ea typeface="Atkinson Hyperlegible"/>
                <a:cs typeface="Atkinson Hyperlegible"/>
              </a:defRPr>
            </a:lvl6pPr>
            <a:lvl7pPr algn="l">
              <a:defRPr sz="1350" b="1">
                <a:solidFill>
                  <a:srgbClr val="137B73"/>
                </a:solidFill>
                <a:latin typeface="Atkinson Hyperlegible"/>
                <a:ea typeface="Atkinson Hyperlegible"/>
                <a:cs typeface="Atkinson Hyperlegible"/>
              </a:defRPr>
            </a:lvl7pPr>
            <a:lvl8pPr algn="l">
              <a:defRPr sz="1350" b="1">
                <a:solidFill>
                  <a:srgbClr val="137B73"/>
                </a:solidFill>
                <a:latin typeface="Atkinson Hyperlegible"/>
                <a:ea typeface="Atkinson Hyperlegible"/>
                <a:cs typeface="Atkinson Hyperlegible"/>
              </a:defRPr>
            </a:lvl8pPr>
            <a:lvl9pPr algn="l">
              <a:defRPr sz="1350" b="1">
                <a:solidFill>
                  <a:srgbClr val="137B73"/>
                </a:solidFill>
                <a:latin typeface="Atkinson Hyperlegible"/>
                <a:ea typeface="Atkinson Hyperlegible"/>
                <a:cs typeface="Atkinson Hyperlegible"/>
              </a:defRPr>
            </a:lvl9pPr>
          </a:lstStyle>
          <a:p xmlns:a="http://schemas.openxmlformats.org/drawingml/2006/main">
            <a:pPr algn="l">
              <a:defRPr sz="1350" b="1">
                <a:solidFill>
                  <a:srgbClr val="137B73"/>
                </a:solidFill>
                <a:latin typeface="Atkinson Hyperlegible"/>
                <a:ea typeface="Atkinson Hyperlegible"/>
                <a:cs typeface="Atkinson Hyperlegible"/>
              </a:defRPr>
            </a:pPr>
            <a:r>
              <a:rPr sz="1350" b="1">
                <a:solidFill>
                  <a:srgbClr val="137B73"/>
                </a:solidFill>
                <a:latin typeface="Atkinson Hyperlegible"/>
                <a:ea typeface="Atkinson Hyperlegible"/>
                <a:cs typeface="Atkinson Hyperlegible"/>
              </a:rPr>
              <a:t>GridGuard Khartoum</a:t>
            </a:r>
          </a:p>
        </p:txBody>
      </p:sp>
      <p:sp>
        <p:nvSpPr>
          <p:cNvPr id="2" name="shape-127">
            <a:extLst xmlns:a="http://schemas.openxmlformats.org/drawingml/2006/main">
              <a:ext uri="{FF2B5EF4-FFF2-40B4-BE49-F238E27FC236}">
                <a16:creationId xmlns:a16="http://schemas.microsoft.com/office/drawing/2014/main" id="{FBAD4220-B42F-41FF-9E74-5B24417EE181}"/>
              </a:ext>
            </a:extLst>
          </p:cNvPr>
          <p:cNvSpPr>
            <a:spLocks xmlns:a="http://schemas.openxmlformats.org/drawingml/2006/main" noGrp="1"/>
          </p:cNvSpPr>
          <p:nvPr/>
        </p:nvSpPr>
        <p:spPr>
          <a:xfrm xmlns:a="http://schemas.openxmlformats.org/drawingml/2006/main">
            <a:off x="609600" y="7334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F43"/>
                </a:solidFill>
                <a:latin typeface="Atkinson Hyperlegible"/>
                <a:ea typeface="Atkinson Hyperlegible"/>
                <a:cs typeface="Atkinson Hyperlegible"/>
              </a:defRPr>
            </a:defPPr>
            <a:lvl1pPr algn="l">
              <a:defRPr sz="3150" b="1">
                <a:solidFill>
                  <a:srgbClr val="173F43"/>
                </a:solidFill>
                <a:latin typeface="Atkinson Hyperlegible"/>
                <a:ea typeface="Atkinson Hyperlegible"/>
                <a:cs typeface="Atkinson Hyperlegible"/>
              </a:defRPr>
            </a:lvl1pPr>
            <a:lvl2pPr algn="l">
              <a:defRPr sz="3150" b="1">
                <a:solidFill>
                  <a:srgbClr val="173F43"/>
                </a:solidFill>
                <a:latin typeface="Atkinson Hyperlegible"/>
                <a:ea typeface="Atkinson Hyperlegible"/>
                <a:cs typeface="Atkinson Hyperlegible"/>
              </a:defRPr>
            </a:lvl2pPr>
            <a:lvl3pPr algn="l">
              <a:defRPr sz="3150" b="1">
                <a:solidFill>
                  <a:srgbClr val="173F43"/>
                </a:solidFill>
                <a:latin typeface="Atkinson Hyperlegible"/>
                <a:ea typeface="Atkinson Hyperlegible"/>
                <a:cs typeface="Atkinson Hyperlegible"/>
              </a:defRPr>
            </a:lvl3pPr>
            <a:lvl4pPr algn="l">
              <a:defRPr sz="3150" b="1">
                <a:solidFill>
                  <a:srgbClr val="173F43"/>
                </a:solidFill>
                <a:latin typeface="Atkinson Hyperlegible"/>
                <a:ea typeface="Atkinson Hyperlegible"/>
                <a:cs typeface="Atkinson Hyperlegible"/>
              </a:defRPr>
            </a:lvl4pPr>
            <a:lvl5pPr algn="l">
              <a:defRPr sz="3150" b="1">
                <a:solidFill>
                  <a:srgbClr val="173F43"/>
                </a:solidFill>
                <a:latin typeface="Atkinson Hyperlegible"/>
                <a:ea typeface="Atkinson Hyperlegible"/>
                <a:cs typeface="Atkinson Hyperlegible"/>
              </a:defRPr>
            </a:lvl5pPr>
            <a:lvl6pPr algn="l">
              <a:defRPr sz="3150" b="1">
                <a:solidFill>
                  <a:srgbClr val="173F43"/>
                </a:solidFill>
                <a:latin typeface="Atkinson Hyperlegible"/>
                <a:ea typeface="Atkinson Hyperlegible"/>
                <a:cs typeface="Atkinson Hyperlegible"/>
              </a:defRPr>
            </a:lvl6pPr>
            <a:lvl7pPr algn="l">
              <a:defRPr sz="3150" b="1">
                <a:solidFill>
                  <a:srgbClr val="173F43"/>
                </a:solidFill>
                <a:latin typeface="Atkinson Hyperlegible"/>
                <a:ea typeface="Atkinson Hyperlegible"/>
                <a:cs typeface="Atkinson Hyperlegible"/>
              </a:defRPr>
            </a:lvl7pPr>
            <a:lvl8pPr algn="l">
              <a:defRPr sz="3150" b="1">
                <a:solidFill>
                  <a:srgbClr val="173F43"/>
                </a:solidFill>
                <a:latin typeface="Atkinson Hyperlegible"/>
                <a:ea typeface="Atkinson Hyperlegible"/>
                <a:cs typeface="Atkinson Hyperlegible"/>
              </a:defRPr>
            </a:lvl8pPr>
            <a:lvl9pPr algn="l">
              <a:defRPr sz="3150" b="1">
                <a:solidFill>
                  <a:srgbClr val="173F43"/>
                </a:solidFill>
                <a:latin typeface="Atkinson Hyperlegible"/>
                <a:ea typeface="Atkinson Hyperlegible"/>
                <a:cs typeface="Atkinson Hyperlegible"/>
              </a:defRPr>
            </a:lvl9pPr>
          </a:lstStyle>
          <a:p xmlns:a="http://schemas.openxmlformats.org/drawingml/2006/main">
            <a:pPr algn="l">
              <a:defRPr sz="3150" b="1">
                <a:solidFill>
                  <a:srgbClr val="173F43"/>
                </a:solidFill>
                <a:latin typeface="Atkinson Hyperlegible"/>
                <a:ea typeface="Atkinson Hyperlegible"/>
                <a:cs typeface="Atkinson Hyperlegible"/>
              </a:defRPr>
            </a:pPr>
            <a:r>
              <a:rPr sz="3150" b="1">
                <a:solidFill>
                  <a:srgbClr val="173F43"/>
                </a:solidFill>
                <a:latin typeface="Atkinson Hyperlegible"/>
                <a:ea typeface="Atkinson Hyperlegible"/>
                <a:cs typeface="Atkinson Hyperlegible"/>
              </a:rPr>
              <a:t>Training reward and loss</a:t>
            </a:r>
          </a:p>
        </p:txBody>
      </p:sp>
      <p:sp>
        <p:nvSpPr>
          <p:cNvPr id="3" name="shape-128">
            <a:extLst xmlns:a="http://schemas.openxmlformats.org/drawingml/2006/main">
              <a:ext uri="{FF2B5EF4-FFF2-40B4-BE49-F238E27FC236}">
                <a16:creationId xmlns:a16="http://schemas.microsoft.com/office/drawing/2014/main" id="{5C2B19CF-5EBE-4AD1-A14E-80530D7F0284}"/>
              </a:ext>
            </a:extLst>
          </p:cNvPr>
          <p:cNvSpPr>
            <a:spLocks xmlns:a="http://schemas.openxmlformats.org/drawingml/2006/main" noGrp="1"/>
          </p:cNvSpPr>
          <p:nvPr/>
        </p:nvSpPr>
        <p:spPr>
          <a:xfrm xmlns:a="http://schemas.openxmlformats.org/drawingml/2006/main">
            <a:off x="609600" y="136207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787A"/>
                </a:solidFill>
                <a:latin typeface="Atkinson Hyperlegible"/>
                <a:ea typeface="Atkinson Hyperlegible"/>
                <a:cs typeface="Atkinson Hyperlegible"/>
              </a:defRPr>
            </a:defPPr>
            <a:lvl1pPr algn="l">
              <a:defRPr sz="1725" b="0">
                <a:solidFill>
                  <a:srgbClr val="58787A"/>
                </a:solidFill>
                <a:latin typeface="Atkinson Hyperlegible"/>
                <a:ea typeface="Atkinson Hyperlegible"/>
                <a:cs typeface="Atkinson Hyperlegible"/>
              </a:defRPr>
            </a:lvl1pPr>
            <a:lvl2pPr algn="l">
              <a:defRPr sz="1725" b="0">
                <a:solidFill>
                  <a:srgbClr val="58787A"/>
                </a:solidFill>
                <a:latin typeface="Atkinson Hyperlegible"/>
                <a:ea typeface="Atkinson Hyperlegible"/>
                <a:cs typeface="Atkinson Hyperlegible"/>
              </a:defRPr>
            </a:lvl2pPr>
            <a:lvl3pPr algn="l">
              <a:defRPr sz="1725" b="0">
                <a:solidFill>
                  <a:srgbClr val="58787A"/>
                </a:solidFill>
                <a:latin typeface="Atkinson Hyperlegible"/>
                <a:ea typeface="Atkinson Hyperlegible"/>
                <a:cs typeface="Atkinson Hyperlegible"/>
              </a:defRPr>
            </a:lvl3pPr>
            <a:lvl4pPr algn="l">
              <a:defRPr sz="1725" b="0">
                <a:solidFill>
                  <a:srgbClr val="58787A"/>
                </a:solidFill>
                <a:latin typeface="Atkinson Hyperlegible"/>
                <a:ea typeface="Atkinson Hyperlegible"/>
                <a:cs typeface="Atkinson Hyperlegible"/>
              </a:defRPr>
            </a:lvl4pPr>
            <a:lvl5pPr algn="l">
              <a:defRPr sz="1725" b="0">
                <a:solidFill>
                  <a:srgbClr val="58787A"/>
                </a:solidFill>
                <a:latin typeface="Atkinson Hyperlegible"/>
                <a:ea typeface="Atkinson Hyperlegible"/>
                <a:cs typeface="Atkinson Hyperlegible"/>
              </a:defRPr>
            </a:lvl5pPr>
            <a:lvl6pPr algn="l">
              <a:defRPr sz="1725" b="0">
                <a:solidFill>
                  <a:srgbClr val="58787A"/>
                </a:solidFill>
                <a:latin typeface="Atkinson Hyperlegible"/>
                <a:ea typeface="Atkinson Hyperlegible"/>
                <a:cs typeface="Atkinson Hyperlegible"/>
              </a:defRPr>
            </a:lvl6pPr>
            <a:lvl7pPr algn="l">
              <a:defRPr sz="1725" b="0">
                <a:solidFill>
                  <a:srgbClr val="58787A"/>
                </a:solidFill>
                <a:latin typeface="Atkinson Hyperlegible"/>
                <a:ea typeface="Atkinson Hyperlegible"/>
                <a:cs typeface="Atkinson Hyperlegible"/>
              </a:defRPr>
            </a:lvl7pPr>
            <a:lvl8pPr algn="l">
              <a:defRPr sz="1725" b="0">
                <a:solidFill>
                  <a:srgbClr val="58787A"/>
                </a:solidFill>
                <a:latin typeface="Atkinson Hyperlegible"/>
                <a:ea typeface="Atkinson Hyperlegible"/>
                <a:cs typeface="Atkinson Hyperlegible"/>
              </a:defRPr>
            </a:lvl8pPr>
            <a:lvl9pPr algn="l">
              <a:defRPr sz="1725" b="0">
                <a:solidFill>
                  <a:srgbClr val="58787A"/>
                </a:solidFill>
                <a:latin typeface="Atkinson Hyperlegible"/>
                <a:ea typeface="Atkinson Hyperlegible"/>
                <a:cs typeface="Atkinson Hyperlegible"/>
              </a:defRPr>
            </a:lvl9pPr>
          </a:lstStyle>
          <a:p xmlns:a="http://schemas.openxmlformats.org/drawingml/2006/main">
            <a:pPr algn="l">
              <a:defRPr sz="1725" b="0">
                <a:solidFill>
                  <a:srgbClr val="58787A"/>
                </a:solidFill>
                <a:latin typeface="Atkinson Hyperlegible"/>
                <a:ea typeface="Atkinson Hyperlegible"/>
                <a:cs typeface="Atkinson Hyperlegible"/>
              </a:defRPr>
            </a:pPr>
            <a:r>
              <a:rPr sz="1725" b="0">
                <a:solidFill>
                  <a:srgbClr val="58787A"/>
                </a:solidFill>
                <a:latin typeface="Atkinson Hyperlegible"/>
                <a:ea typeface="Atkinson Hyperlegible"/>
                <a:cs typeface="Atkinson Hyperlegible"/>
              </a:rPr>
              <a:t>120 recorded updates per seed, every 25 iterations. No smoothing.</a:t>
            </a:r>
          </a:p>
        </p:txBody>
      </p:sp>
      <p:sp>
        <p:nvSpPr>
          <p:cNvPr id="4" name="shape-129">
            <a:extLst xmlns:a="http://schemas.openxmlformats.org/drawingml/2006/main">
              <a:ext uri="{FF2B5EF4-FFF2-40B4-BE49-F238E27FC236}">
                <a16:creationId xmlns:a16="http://schemas.microsoft.com/office/drawing/2014/main" id="{DFAA48AF-B7E5-4C3A-8E8A-32A78E443472}"/>
              </a:ext>
            </a:extLst>
          </p:cNvPr>
          <p:cNvSpPr>
            <a:spLocks xmlns:a="http://schemas.openxmlformats.org/drawingml/2006/main" noGrp="1"/>
          </p:cNvSpPr>
          <p:nvPr/>
        </p:nvSpPr>
        <p:spPr>
          <a:xfrm xmlns:a="http://schemas.openxmlformats.org/drawingml/2006/main">
            <a:off x="609600" y="6448425"/>
            <a:ext cx="10972800" cy="9525"/>
          </a:xfrm>
          <a:prstGeom xmlns:a="http://schemas.openxmlformats.org/drawingml/2006/main" prst="rect">
            <a:avLst/>
          </a:prstGeom>
          <a:solidFill xmlns:a="http://schemas.openxmlformats.org/drawingml/2006/main">
            <a:srgbClr val="D8E5DF"/>
          </a:solidFill>
          <a:ln xmlns:a="http://schemas.openxmlformats.org/drawingml/2006/main" w="0">
            <a:noFill/>
          </a:ln>
        </p:spPr>
      </p:sp>
      <p:sp>
        <p:nvSpPr>
          <p:cNvPr id="5" name="shape-130">
            <a:extLst xmlns:a="http://schemas.openxmlformats.org/drawingml/2006/main">
              <a:ext uri="{FF2B5EF4-FFF2-40B4-BE49-F238E27FC236}">
                <a16:creationId xmlns:a16="http://schemas.microsoft.com/office/drawing/2014/main" id="{8393F4FC-8AAF-4B4A-8732-E4BD1C0841BD}"/>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8787A"/>
                </a:solidFill>
                <a:latin typeface="Atkinson Hyperlegible"/>
                <a:ea typeface="Atkinson Hyperlegible"/>
                <a:cs typeface="Atkinson Hyperlegible"/>
              </a:defRPr>
            </a:defPPr>
            <a:lvl1pPr algn="l">
              <a:defRPr sz="1050" b="0">
                <a:solidFill>
                  <a:srgbClr val="58787A"/>
                </a:solidFill>
                <a:latin typeface="Atkinson Hyperlegible"/>
                <a:ea typeface="Atkinson Hyperlegible"/>
                <a:cs typeface="Atkinson Hyperlegible"/>
              </a:defRPr>
            </a:lvl1pPr>
            <a:lvl2pPr algn="l">
              <a:defRPr sz="1050" b="0">
                <a:solidFill>
                  <a:srgbClr val="58787A"/>
                </a:solidFill>
                <a:latin typeface="Atkinson Hyperlegible"/>
                <a:ea typeface="Atkinson Hyperlegible"/>
                <a:cs typeface="Atkinson Hyperlegible"/>
              </a:defRPr>
            </a:lvl2pPr>
            <a:lvl3pPr algn="l">
              <a:defRPr sz="1050" b="0">
                <a:solidFill>
                  <a:srgbClr val="58787A"/>
                </a:solidFill>
                <a:latin typeface="Atkinson Hyperlegible"/>
                <a:ea typeface="Atkinson Hyperlegible"/>
                <a:cs typeface="Atkinson Hyperlegible"/>
              </a:defRPr>
            </a:lvl3pPr>
            <a:lvl4pPr algn="l">
              <a:defRPr sz="1050" b="0">
                <a:solidFill>
                  <a:srgbClr val="58787A"/>
                </a:solidFill>
                <a:latin typeface="Atkinson Hyperlegible"/>
                <a:ea typeface="Atkinson Hyperlegible"/>
                <a:cs typeface="Atkinson Hyperlegible"/>
              </a:defRPr>
            </a:lvl4pPr>
            <a:lvl5pPr algn="l">
              <a:defRPr sz="1050" b="0">
                <a:solidFill>
                  <a:srgbClr val="58787A"/>
                </a:solidFill>
                <a:latin typeface="Atkinson Hyperlegible"/>
                <a:ea typeface="Atkinson Hyperlegible"/>
                <a:cs typeface="Atkinson Hyperlegible"/>
              </a:defRPr>
            </a:lvl5pPr>
            <a:lvl6pPr algn="l">
              <a:defRPr sz="1050" b="0">
                <a:solidFill>
                  <a:srgbClr val="58787A"/>
                </a:solidFill>
                <a:latin typeface="Atkinson Hyperlegible"/>
                <a:ea typeface="Atkinson Hyperlegible"/>
                <a:cs typeface="Atkinson Hyperlegible"/>
              </a:defRPr>
            </a:lvl6pPr>
            <a:lvl7pPr algn="l">
              <a:defRPr sz="1050" b="0">
                <a:solidFill>
                  <a:srgbClr val="58787A"/>
                </a:solidFill>
                <a:latin typeface="Atkinson Hyperlegible"/>
                <a:ea typeface="Atkinson Hyperlegible"/>
                <a:cs typeface="Atkinson Hyperlegible"/>
              </a:defRPr>
            </a:lvl7pPr>
            <a:lvl8pPr algn="l">
              <a:defRPr sz="1050" b="0">
                <a:solidFill>
                  <a:srgbClr val="58787A"/>
                </a:solidFill>
                <a:latin typeface="Atkinson Hyperlegible"/>
                <a:ea typeface="Atkinson Hyperlegible"/>
                <a:cs typeface="Atkinson Hyperlegible"/>
              </a:defRPr>
            </a:lvl8pPr>
            <a:lvl9pPr algn="l">
              <a:defRPr sz="1050" b="0">
                <a:solidFill>
                  <a:srgbClr val="58787A"/>
                </a:solidFill>
                <a:latin typeface="Atkinson Hyperlegible"/>
                <a:ea typeface="Atkinson Hyperlegible"/>
                <a:cs typeface="Atkinson Hyperlegible"/>
              </a:defRPr>
            </a:lvl9pPr>
          </a:lstStyle>
          <a:p xmlns:a="http://schemas.openxmlformats.org/drawingml/2006/main">
            <a:pPr algn="l">
              <a:defRPr sz="1050" b="0">
                <a:solidFill>
                  <a:srgbClr val="58787A"/>
                </a:solidFill>
                <a:latin typeface="Atkinson Hyperlegible"/>
                <a:ea typeface="Atkinson Hyperlegible"/>
                <a:cs typeface="Atkinson Hyperlegible"/>
              </a:defRPr>
            </a:pPr>
            <a:r>
              <a:rPr sz="1050" b="0">
                <a:solidFill>
                  <a:srgbClr val="58787A"/>
                </a:solidFill>
                <a:latin typeface="Atkinson Hyperlegible"/>
                <a:ea typeface="Atkinson Hyperlegible"/>
                <a:cs typeface="Atkinson Hyperlegible"/>
              </a:rPr>
              <a:t>Synthetic scenarios. Decision support only.</a:t>
            </a:r>
          </a:p>
        </p:txBody>
      </p:sp>
      <p:sp>
        <p:nvSpPr>
          <p:cNvPr id="6" name="shape-131">
            <a:extLst xmlns:a="http://schemas.openxmlformats.org/drawingml/2006/main">
              <a:ext uri="{FF2B5EF4-FFF2-40B4-BE49-F238E27FC236}">
                <a16:creationId xmlns:a16="http://schemas.microsoft.com/office/drawing/2014/main" id="{6821C2C1-600D-4BC8-9EA6-E64EA3B66750}"/>
              </a:ext>
            </a:extLst>
          </p:cNvPr>
          <p:cNvSpPr>
            <a:spLocks xmlns:a="http://schemas.openxmlformats.org/drawingml/2006/main" noGrp="1"/>
          </p:cNvSpPr>
          <p:nvPr/>
        </p:nvSpPr>
        <p:spPr>
          <a:xfrm xmlns:a="http://schemas.openxmlformats.org/drawingml/2006/main">
            <a:off x="11001375" y="6515100"/>
            <a:ext cx="581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137B73"/>
                </a:solidFill>
                <a:latin typeface="Atkinson Hyperlegible"/>
                <a:ea typeface="Atkinson Hyperlegible"/>
                <a:cs typeface="Atkinson Hyperlegible"/>
              </a:defRPr>
            </a:defPPr>
            <a:lvl1pPr algn="r">
              <a:defRPr sz="1275" b="0">
                <a:solidFill>
                  <a:srgbClr val="137B73"/>
                </a:solidFill>
                <a:latin typeface="Atkinson Hyperlegible"/>
                <a:ea typeface="Atkinson Hyperlegible"/>
                <a:cs typeface="Atkinson Hyperlegible"/>
              </a:defRPr>
            </a:lvl1pPr>
            <a:lvl2pPr algn="r">
              <a:defRPr sz="1275" b="0">
                <a:solidFill>
                  <a:srgbClr val="137B73"/>
                </a:solidFill>
                <a:latin typeface="Atkinson Hyperlegible"/>
                <a:ea typeface="Atkinson Hyperlegible"/>
                <a:cs typeface="Atkinson Hyperlegible"/>
              </a:defRPr>
            </a:lvl2pPr>
            <a:lvl3pPr algn="r">
              <a:defRPr sz="1275" b="0">
                <a:solidFill>
                  <a:srgbClr val="137B73"/>
                </a:solidFill>
                <a:latin typeface="Atkinson Hyperlegible"/>
                <a:ea typeface="Atkinson Hyperlegible"/>
                <a:cs typeface="Atkinson Hyperlegible"/>
              </a:defRPr>
            </a:lvl3pPr>
            <a:lvl4pPr algn="r">
              <a:defRPr sz="1275" b="0">
                <a:solidFill>
                  <a:srgbClr val="137B73"/>
                </a:solidFill>
                <a:latin typeface="Atkinson Hyperlegible"/>
                <a:ea typeface="Atkinson Hyperlegible"/>
                <a:cs typeface="Atkinson Hyperlegible"/>
              </a:defRPr>
            </a:lvl4pPr>
            <a:lvl5pPr algn="r">
              <a:defRPr sz="1275" b="0">
                <a:solidFill>
                  <a:srgbClr val="137B73"/>
                </a:solidFill>
                <a:latin typeface="Atkinson Hyperlegible"/>
                <a:ea typeface="Atkinson Hyperlegible"/>
                <a:cs typeface="Atkinson Hyperlegible"/>
              </a:defRPr>
            </a:lvl5pPr>
            <a:lvl6pPr algn="r">
              <a:defRPr sz="1275" b="0">
                <a:solidFill>
                  <a:srgbClr val="137B73"/>
                </a:solidFill>
                <a:latin typeface="Atkinson Hyperlegible"/>
                <a:ea typeface="Atkinson Hyperlegible"/>
                <a:cs typeface="Atkinson Hyperlegible"/>
              </a:defRPr>
            </a:lvl6pPr>
            <a:lvl7pPr algn="r">
              <a:defRPr sz="1275" b="0">
                <a:solidFill>
                  <a:srgbClr val="137B73"/>
                </a:solidFill>
                <a:latin typeface="Atkinson Hyperlegible"/>
                <a:ea typeface="Atkinson Hyperlegible"/>
                <a:cs typeface="Atkinson Hyperlegible"/>
              </a:defRPr>
            </a:lvl7pPr>
            <a:lvl8pPr algn="r">
              <a:defRPr sz="1275" b="0">
                <a:solidFill>
                  <a:srgbClr val="137B73"/>
                </a:solidFill>
                <a:latin typeface="Atkinson Hyperlegible"/>
                <a:ea typeface="Atkinson Hyperlegible"/>
                <a:cs typeface="Atkinson Hyperlegible"/>
              </a:defRPr>
            </a:lvl8pPr>
            <a:lvl9pPr algn="r">
              <a:defRPr sz="1275" b="0">
                <a:solidFill>
                  <a:srgbClr val="137B73"/>
                </a:solidFill>
                <a:latin typeface="Atkinson Hyperlegible"/>
                <a:ea typeface="Atkinson Hyperlegible"/>
                <a:cs typeface="Atkinson Hyperlegible"/>
              </a:defRPr>
            </a:lvl9pPr>
          </a:lstStyle>
          <a:p xmlns:a="http://schemas.openxmlformats.org/drawingml/2006/main">
            <a:pPr algn="r">
              <a:defRPr sz="1275" b="0">
                <a:solidFill>
                  <a:srgbClr val="137B73"/>
                </a:solidFill>
                <a:latin typeface="Atkinson Hyperlegible"/>
                <a:ea typeface="Atkinson Hyperlegible"/>
                <a:cs typeface="Atkinson Hyperlegible"/>
              </a:defRPr>
            </a:pPr>
            <a:r>
              <a:rPr sz="1275" b="0">
                <a:solidFill>
                  <a:srgbClr val="137B73"/>
                </a:solidFill>
                <a:latin typeface="Atkinson Hyperlegible"/>
                <a:ea typeface="Atkinson Hyperlegible"/>
                <a:cs typeface="Atkinson Hyperlegible"/>
              </a:rPr>
              <a:t>16</a:t>
            </a:r>
          </a:p>
        </p:txBody>
      </p:sp>
      <p:graphicFrame>
        <p:nvGraphicFramePr>
          <p:cNvPr id="7" name="Chart">
            <a:extLst xmlns:a="http://schemas.openxmlformats.org/drawingml/2006/main">
              <a:ext uri="{FF2B5EF4-FFF2-40B4-BE49-F238E27FC236}">
                <a16:creationId xmlns:a16="http://schemas.microsoft.com/office/drawing/2014/main" id="{5E37DA95-923F-47FC-8E01-AB70932A357B}"/>
              </a:ext>
            </a:extLst>
          </p:cNvPr>
          <p:cNvGraphicFramePr/>
          <p:nvPr/>
        </p:nvGraphicFramePr>
        <p:xfrm>
          <a:off xmlns:a="http://schemas.openxmlformats.org/drawingml/2006/main" x="609600" y="2124075"/>
          <a:ext xmlns:a="http://schemas.openxmlformats.org/drawingml/2006/main" cx="3543300" cy="3219450"/>
        </p:xfrm>
        <a:graphic xmlns:a="http://schemas.openxmlformats.org/drawingml/2006/main">
          <a:graphicData uri="http://schemas.openxmlformats.org/drawingml/2006/chart">
            <c:chart xmlns:r="http://schemas.openxmlformats.org/officeDocument/2006/relationships" xmlns:c="http://schemas.openxmlformats.org/drawingml/2006/chart" r:id="Rfa8c9fb4f0f34a11"/>
          </a:graphicData>
        </a:graphic>
      </p:graphicFrame>
      <p:graphicFrame>
        <p:nvGraphicFramePr>
          <p:cNvPr id="8" name="Chart">
            <a:extLst xmlns:a="http://schemas.openxmlformats.org/drawingml/2006/main">
              <a:ext uri="{FF2B5EF4-FFF2-40B4-BE49-F238E27FC236}">
                <a16:creationId xmlns:a16="http://schemas.microsoft.com/office/drawing/2014/main" id="{47E2F6FD-6692-4715-9007-83884D4638E5}"/>
              </a:ext>
            </a:extLst>
          </p:cNvPr>
          <p:cNvGraphicFramePr/>
          <p:nvPr/>
        </p:nvGraphicFramePr>
        <p:xfrm>
          <a:off xmlns:a="http://schemas.openxmlformats.org/drawingml/2006/main" x="4324350" y="2124075"/>
          <a:ext xmlns:a="http://schemas.openxmlformats.org/drawingml/2006/main" cx="3543300" cy="3219450"/>
        </p:xfrm>
        <a:graphic xmlns:a="http://schemas.openxmlformats.org/drawingml/2006/main">
          <a:graphicData uri="http://schemas.openxmlformats.org/drawingml/2006/chart">
            <c:chart xmlns:r="http://schemas.openxmlformats.org/officeDocument/2006/relationships" xmlns:c="http://schemas.openxmlformats.org/drawingml/2006/chart" r:id="Rd0f69bd905004471"/>
          </a:graphicData>
        </a:graphic>
      </p:graphicFrame>
      <p:graphicFrame>
        <p:nvGraphicFramePr>
          <p:cNvPr id="9" name="Chart">
            <a:extLst xmlns:a="http://schemas.openxmlformats.org/drawingml/2006/main">
              <a:ext uri="{FF2B5EF4-FFF2-40B4-BE49-F238E27FC236}">
                <a16:creationId xmlns:a16="http://schemas.microsoft.com/office/drawing/2014/main" id="{53E51E26-FA4E-4A8F-9B93-E82B291AFACF}"/>
              </a:ext>
            </a:extLst>
          </p:cNvPr>
          <p:cNvGraphicFramePr/>
          <p:nvPr/>
        </p:nvGraphicFramePr>
        <p:xfrm>
          <a:off xmlns:a="http://schemas.openxmlformats.org/drawingml/2006/main" x="8039100" y="2124075"/>
          <a:ext xmlns:a="http://schemas.openxmlformats.org/drawingml/2006/main" cx="3543300" cy="3219450"/>
        </p:xfrm>
        <a:graphic xmlns:a="http://schemas.openxmlformats.org/drawingml/2006/main">
          <a:graphicData uri="http://schemas.openxmlformats.org/drawingml/2006/chart">
            <c:chart xmlns:r="http://schemas.openxmlformats.org/officeDocument/2006/relationships" xmlns:c="http://schemas.openxmlformats.org/drawingml/2006/chart" r:id="Re5357acea2f244a2"/>
          </a:graphicData>
        </a:graphic>
      </p:graphicFrame>
      <p:sp>
        <p:nvSpPr>
          <p:cNvPr id="10" name="shape-132">
            <a:extLst xmlns:a="http://schemas.openxmlformats.org/drawingml/2006/main">
              <a:ext uri="{FF2B5EF4-FFF2-40B4-BE49-F238E27FC236}">
                <a16:creationId xmlns:a16="http://schemas.microsoft.com/office/drawing/2014/main" id="{9CBAF59E-7F1F-4869-A9B3-295AF1166D87}"/>
              </a:ext>
            </a:extLst>
          </p:cNvPr>
          <p:cNvSpPr>
            <a:spLocks xmlns:a="http://schemas.openxmlformats.org/drawingml/2006/main" noGrp="1"/>
          </p:cNvSpPr>
          <p:nvPr/>
        </p:nvSpPr>
        <p:spPr>
          <a:xfrm xmlns:a="http://schemas.openxmlformats.org/drawingml/2006/main">
            <a:off x="609600" y="55340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37B73"/>
                </a:solidFill>
                <a:latin typeface="Atkinson Hyperlegible"/>
                <a:ea typeface="Atkinson Hyperlegible"/>
                <a:cs typeface="Atkinson Hyperlegible"/>
              </a:defRPr>
            </a:defPPr>
            <a:lvl1pPr algn="l">
              <a:defRPr sz="1800" b="1">
                <a:solidFill>
                  <a:srgbClr val="137B73"/>
                </a:solidFill>
                <a:latin typeface="Atkinson Hyperlegible"/>
                <a:ea typeface="Atkinson Hyperlegible"/>
                <a:cs typeface="Atkinson Hyperlegible"/>
              </a:defRPr>
            </a:lvl1pPr>
            <a:lvl2pPr algn="l">
              <a:defRPr sz="1800" b="1">
                <a:solidFill>
                  <a:srgbClr val="137B73"/>
                </a:solidFill>
                <a:latin typeface="Atkinson Hyperlegible"/>
                <a:ea typeface="Atkinson Hyperlegible"/>
                <a:cs typeface="Atkinson Hyperlegible"/>
              </a:defRPr>
            </a:lvl2pPr>
            <a:lvl3pPr algn="l">
              <a:defRPr sz="1800" b="1">
                <a:solidFill>
                  <a:srgbClr val="137B73"/>
                </a:solidFill>
                <a:latin typeface="Atkinson Hyperlegible"/>
                <a:ea typeface="Atkinson Hyperlegible"/>
                <a:cs typeface="Atkinson Hyperlegible"/>
              </a:defRPr>
            </a:lvl3pPr>
            <a:lvl4pPr algn="l">
              <a:defRPr sz="1800" b="1">
                <a:solidFill>
                  <a:srgbClr val="137B73"/>
                </a:solidFill>
                <a:latin typeface="Atkinson Hyperlegible"/>
                <a:ea typeface="Atkinson Hyperlegible"/>
                <a:cs typeface="Atkinson Hyperlegible"/>
              </a:defRPr>
            </a:lvl4pPr>
            <a:lvl5pPr algn="l">
              <a:defRPr sz="1800" b="1">
                <a:solidFill>
                  <a:srgbClr val="137B73"/>
                </a:solidFill>
                <a:latin typeface="Atkinson Hyperlegible"/>
                <a:ea typeface="Atkinson Hyperlegible"/>
                <a:cs typeface="Atkinson Hyperlegible"/>
              </a:defRPr>
            </a:lvl5pPr>
            <a:lvl6pPr algn="l">
              <a:defRPr sz="1800" b="1">
                <a:solidFill>
                  <a:srgbClr val="137B73"/>
                </a:solidFill>
                <a:latin typeface="Atkinson Hyperlegible"/>
                <a:ea typeface="Atkinson Hyperlegible"/>
                <a:cs typeface="Atkinson Hyperlegible"/>
              </a:defRPr>
            </a:lvl6pPr>
            <a:lvl7pPr algn="l">
              <a:defRPr sz="1800" b="1">
                <a:solidFill>
                  <a:srgbClr val="137B73"/>
                </a:solidFill>
                <a:latin typeface="Atkinson Hyperlegible"/>
                <a:ea typeface="Atkinson Hyperlegible"/>
                <a:cs typeface="Atkinson Hyperlegible"/>
              </a:defRPr>
            </a:lvl7pPr>
            <a:lvl8pPr algn="l">
              <a:defRPr sz="1800" b="1">
                <a:solidFill>
                  <a:srgbClr val="137B73"/>
                </a:solidFill>
                <a:latin typeface="Atkinson Hyperlegible"/>
                <a:ea typeface="Atkinson Hyperlegible"/>
                <a:cs typeface="Atkinson Hyperlegible"/>
              </a:defRPr>
            </a:lvl8pPr>
            <a:lvl9pPr algn="l">
              <a:defRPr sz="1800" b="1">
                <a:solidFill>
                  <a:srgbClr val="137B73"/>
                </a:solidFill>
                <a:latin typeface="Atkinson Hyperlegible"/>
                <a:ea typeface="Atkinson Hyperlegible"/>
                <a:cs typeface="Atkinson Hyperlegible"/>
              </a:defRPr>
            </a:lvl9pPr>
          </a:lstStyle>
          <a:p xmlns:a="http://schemas.openxmlformats.org/drawingml/2006/main">
            <a:pPr algn="l">
              <a:defRPr sz="1800" b="1">
                <a:solidFill>
                  <a:srgbClr val="137B73"/>
                </a:solidFill>
                <a:latin typeface="Atkinson Hyperlegible"/>
                <a:ea typeface="Atkinson Hyperlegible"/>
                <a:cs typeface="Atkinson Hyperlegible"/>
              </a:defRPr>
            </a:pPr>
            <a:r>
              <a:rPr sz="1800" b="1">
                <a:solidFill>
                  <a:srgbClr val="137B73"/>
                </a:solidFill>
                <a:latin typeface="Atkinson Hyperlegible"/>
                <a:ea typeface="Atkinson Hyperlegible"/>
                <a:cs typeface="Atkinson Hyperlegible"/>
              </a:rPr>
              <a:t>Thin lines: five seeds. Dark line: mean. Dashed limits: mean ± sample SD, not a CI.</a:t>
            </a:r>
          </a:p>
        </p:txBody>
      </p:sp>
      <p:sp>
        <p:nvSpPr>
          <p:cNvPr id="11" name="shape-133">
            <a:extLst xmlns:a="http://schemas.openxmlformats.org/drawingml/2006/main">
              <a:ext uri="{FF2B5EF4-FFF2-40B4-BE49-F238E27FC236}">
                <a16:creationId xmlns:a16="http://schemas.microsoft.com/office/drawing/2014/main" id="{9D95E519-2133-4A0C-8658-A7239B75A623}"/>
              </a:ext>
            </a:extLst>
          </p:cNvPr>
          <p:cNvSpPr>
            <a:spLocks xmlns:a="http://schemas.openxmlformats.org/drawingml/2006/main" noGrp="1"/>
          </p:cNvSpPr>
          <p:nvPr/>
        </p:nvSpPr>
        <p:spPr>
          <a:xfrm xmlns:a="http://schemas.openxmlformats.org/drawingml/2006/main">
            <a:off x="609600" y="59531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8787A"/>
                </a:solidFill>
                <a:latin typeface="Atkinson Hyperlegible"/>
                <a:ea typeface="Atkinson Hyperlegible"/>
                <a:cs typeface="Atkinson Hyperlegible"/>
              </a:defRPr>
            </a:defPPr>
            <a:lvl1pPr algn="l">
              <a:defRPr sz="1500" b="0">
                <a:solidFill>
                  <a:srgbClr val="58787A"/>
                </a:solidFill>
                <a:latin typeface="Atkinson Hyperlegible"/>
                <a:ea typeface="Atkinson Hyperlegible"/>
                <a:cs typeface="Atkinson Hyperlegible"/>
              </a:defRPr>
            </a:lvl1pPr>
            <a:lvl2pPr algn="l">
              <a:defRPr sz="1500" b="0">
                <a:solidFill>
                  <a:srgbClr val="58787A"/>
                </a:solidFill>
                <a:latin typeface="Atkinson Hyperlegible"/>
                <a:ea typeface="Atkinson Hyperlegible"/>
                <a:cs typeface="Atkinson Hyperlegible"/>
              </a:defRPr>
            </a:lvl2pPr>
            <a:lvl3pPr algn="l">
              <a:defRPr sz="1500" b="0">
                <a:solidFill>
                  <a:srgbClr val="58787A"/>
                </a:solidFill>
                <a:latin typeface="Atkinson Hyperlegible"/>
                <a:ea typeface="Atkinson Hyperlegible"/>
                <a:cs typeface="Atkinson Hyperlegible"/>
              </a:defRPr>
            </a:lvl3pPr>
            <a:lvl4pPr algn="l">
              <a:defRPr sz="1500" b="0">
                <a:solidFill>
                  <a:srgbClr val="58787A"/>
                </a:solidFill>
                <a:latin typeface="Atkinson Hyperlegible"/>
                <a:ea typeface="Atkinson Hyperlegible"/>
                <a:cs typeface="Atkinson Hyperlegible"/>
              </a:defRPr>
            </a:lvl4pPr>
            <a:lvl5pPr algn="l">
              <a:defRPr sz="1500" b="0">
                <a:solidFill>
                  <a:srgbClr val="58787A"/>
                </a:solidFill>
                <a:latin typeface="Atkinson Hyperlegible"/>
                <a:ea typeface="Atkinson Hyperlegible"/>
                <a:cs typeface="Atkinson Hyperlegible"/>
              </a:defRPr>
            </a:lvl5pPr>
            <a:lvl6pPr algn="l">
              <a:defRPr sz="1500" b="0">
                <a:solidFill>
                  <a:srgbClr val="58787A"/>
                </a:solidFill>
                <a:latin typeface="Atkinson Hyperlegible"/>
                <a:ea typeface="Atkinson Hyperlegible"/>
                <a:cs typeface="Atkinson Hyperlegible"/>
              </a:defRPr>
            </a:lvl6pPr>
            <a:lvl7pPr algn="l">
              <a:defRPr sz="1500" b="0">
                <a:solidFill>
                  <a:srgbClr val="58787A"/>
                </a:solidFill>
                <a:latin typeface="Atkinson Hyperlegible"/>
                <a:ea typeface="Atkinson Hyperlegible"/>
                <a:cs typeface="Atkinson Hyperlegible"/>
              </a:defRPr>
            </a:lvl7pPr>
            <a:lvl8pPr algn="l">
              <a:defRPr sz="1500" b="0">
                <a:solidFill>
                  <a:srgbClr val="58787A"/>
                </a:solidFill>
                <a:latin typeface="Atkinson Hyperlegible"/>
                <a:ea typeface="Atkinson Hyperlegible"/>
                <a:cs typeface="Atkinson Hyperlegible"/>
              </a:defRPr>
            </a:lvl8pPr>
            <a:lvl9pPr algn="l">
              <a:defRPr sz="1500" b="0">
                <a:solidFill>
                  <a:srgbClr val="58787A"/>
                </a:solidFill>
                <a:latin typeface="Atkinson Hyperlegible"/>
                <a:ea typeface="Atkinson Hyperlegible"/>
                <a:cs typeface="Atkinson Hyperlegible"/>
              </a:defRPr>
            </a:lvl9pPr>
          </a:lstStyle>
          <a:p xmlns:a="http://schemas.openxmlformats.org/drawingml/2006/main">
            <a:pPr algn="l">
              <a:defRPr sz="1500" b="0">
                <a:solidFill>
                  <a:srgbClr val="58787A"/>
                </a:solidFill>
                <a:latin typeface="Atkinson Hyperlegible"/>
                <a:ea typeface="Atkinson Hyperlegible"/>
                <a:cs typeface="Atkinson Hyperlegible"/>
              </a:defRPr>
            </a:pPr>
            <a:r>
              <a:rPr sz="1500" b="0">
                <a:solidFill>
                  <a:srgbClr val="58787A"/>
                </a:solidFill>
                <a:latin typeface="Atkinson Hyperlegible"/>
                <a:ea typeface="Atkinson Hyperlegible"/>
                <a:cs typeface="Atkinson Hyperlegible"/>
              </a:rPr>
              <a:t>Reward describes the pre-update rollout. Losses average all minibatches of that update’s four epochs.</a:t>
            </a:r>
          </a:p>
        </p:txBody>
      </p:sp>
    </p:spTree>
    <p:extLst>
      <p:ext uri="{BB962C8B-B14F-4D97-AF65-F5344CB8AC3E}">
        <p14:creationId xmlns:p14="http://schemas.microsoft.com/office/powerpoint/2010/main" val="1684226019"/>
      </p:ext>
    </p:extLst>
  </p:cSld>
</p:sld>
</file>

<file path=ppt/slides/slide17.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12" name="shape-134">
            <a:extLst xmlns:a="http://schemas.openxmlformats.org/drawingml/2006/main">
              <a:ext uri="{FF2B5EF4-FFF2-40B4-BE49-F238E27FC236}">
                <a16:creationId xmlns:a16="http://schemas.microsoft.com/office/drawing/2014/main" id="{0B235744-A840-4D03-B51F-E87FA76A98D7}"/>
              </a:ext>
            </a:extLst>
          </p:cNvPr>
          <p:cNvSpPr>
            <a:spLocks xmlns:a="http://schemas.openxmlformats.org/drawingml/2006/main" noGrp="1"/>
          </p:cNvSpPr>
          <p:nvPr/>
        </p:nvSpPr>
        <p:spPr>
          <a:xfrm xmlns:a="http://schemas.openxmlformats.org/drawingml/2006/main">
            <a:off x="609600" y="266700"/>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37B73"/>
                </a:solidFill>
                <a:latin typeface="Atkinson Hyperlegible"/>
                <a:ea typeface="Atkinson Hyperlegible"/>
                <a:cs typeface="Atkinson Hyperlegible"/>
              </a:defRPr>
            </a:defPPr>
            <a:lvl1pPr algn="l">
              <a:defRPr sz="1350" b="1">
                <a:solidFill>
                  <a:srgbClr val="137B73"/>
                </a:solidFill>
                <a:latin typeface="Atkinson Hyperlegible"/>
                <a:ea typeface="Atkinson Hyperlegible"/>
                <a:cs typeface="Atkinson Hyperlegible"/>
              </a:defRPr>
            </a:lvl1pPr>
            <a:lvl2pPr algn="l">
              <a:defRPr sz="1350" b="1">
                <a:solidFill>
                  <a:srgbClr val="137B73"/>
                </a:solidFill>
                <a:latin typeface="Atkinson Hyperlegible"/>
                <a:ea typeface="Atkinson Hyperlegible"/>
                <a:cs typeface="Atkinson Hyperlegible"/>
              </a:defRPr>
            </a:lvl2pPr>
            <a:lvl3pPr algn="l">
              <a:defRPr sz="1350" b="1">
                <a:solidFill>
                  <a:srgbClr val="137B73"/>
                </a:solidFill>
                <a:latin typeface="Atkinson Hyperlegible"/>
                <a:ea typeface="Atkinson Hyperlegible"/>
                <a:cs typeface="Atkinson Hyperlegible"/>
              </a:defRPr>
            </a:lvl3pPr>
            <a:lvl4pPr algn="l">
              <a:defRPr sz="1350" b="1">
                <a:solidFill>
                  <a:srgbClr val="137B73"/>
                </a:solidFill>
                <a:latin typeface="Atkinson Hyperlegible"/>
                <a:ea typeface="Atkinson Hyperlegible"/>
                <a:cs typeface="Atkinson Hyperlegible"/>
              </a:defRPr>
            </a:lvl4pPr>
            <a:lvl5pPr algn="l">
              <a:defRPr sz="1350" b="1">
                <a:solidFill>
                  <a:srgbClr val="137B73"/>
                </a:solidFill>
                <a:latin typeface="Atkinson Hyperlegible"/>
                <a:ea typeface="Atkinson Hyperlegible"/>
                <a:cs typeface="Atkinson Hyperlegible"/>
              </a:defRPr>
            </a:lvl5pPr>
            <a:lvl6pPr algn="l">
              <a:defRPr sz="1350" b="1">
                <a:solidFill>
                  <a:srgbClr val="137B73"/>
                </a:solidFill>
                <a:latin typeface="Atkinson Hyperlegible"/>
                <a:ea typeface="Atkinson Hyperlegible"/>
                <a:cs typeface="Atkinson Hyperlegible"/>
              </a:defRPr>
            </a:lvl6pPr>
            <a:lvl7pPr algn="l">
              <a:defRPr sz="1350" b="1">
                <a:solidFill>
                  <a:srgbClr val="137B73"/>
                </a:solidFill>
                <a:latin typeface="Atkinson Hyperlegible"/>
                <a:ea typeface="Atkinson Hyperlegible"/>
                <a:cs typeface="Atkinson Hyperlegible"/>
              </a:defRPr>
            </a:lvl7pPr>
            <a:lvl8pPr algn="l">
              <a:defRPr sz="1350" b="1">
                <a:solidFill>
                  <a:srgbClr val="137B73"/>
                </a:solidFill>
                <a:latin typeface="Atkinson Hyperlegible"/>
                <a:ea typeface="Atkinson Hyperlegible"/>
                <a:cs typeface="Atkinson Hyperlegible"/>
              </a:defRPr>
            </a:lvl8pPr>
            <a:lvl9pPr algn="l">
              <a:defRPr sz="1350" b="1">
                <a:solidFill>
                  <a:srgbClr val="137B73"/>
                </a:solidFill>
                <a:latin typeface="Atkinson Hyperlegible"/>
                <a:ea typeface="Atkinson Hyperlegible"/>
                <a:cs typeface="Atkinson Hyperlegible"/>
              </a:defRPr>
            </a:lvl9pPr>
          </a:lstStyle>
          <a:p xmlns:a="http://schemas.openxmlformats.org/drawingml/2006/main">
            <a:pPr algn="l">
              <a:defRPr sz="1350" b="1">
                <a:solidFill>
                  <a:srgbClr val="137B73"/>
                </a:solidFill>
                <a:latin typeface="Atkinson Hyperlegible"/>
                <a:ea typeface="Atkinson Hyperlegible"/>
                <a:cs typeface="Atkinson Hyperlegible"/>
              </a:defRPr>
            </a:pPr>
            <a:r>
              <a:rPr sz="1350" b="1">
                <a:solidFill>
                  <a:srgbClr val="137B73"/>
                </a:solidFill>
                <a:latin typeface="Atkinson Hyperlegible"/>
                <a:ea typeface="Atkinson Hyperlegible"/>
                <a:cs typeface="Atkinson Hyperlegible"/>
              </a:rPr>
              <a:t>GridGuard Khartoum</a:t>
            </a:r>
          </a:p>
        </p:txBody>
      </p:sp>
      <p:sp>
        <p:nvSpPr>
          <p:cNvPr id="2" name="shape-135">
            <a:extLst xmlns:a="http://schemas.openxmlformats.org/drawingml/2006/main">
              <a:ext uri="{FF2B5EF4-FFF2-40B4-BE49-F238E27FC236}">
                <a16:creationId xmlns:a16="http://schemas.microsoft.com/office/drawing/2014/main" id="{CE9A1178-7F9E-4CB9-8A47-62D032C22DAB}"/>
              </a:ext>
            </a:extLst>
          </p:cNvPr>
          <p:cNvSpPr>
            <a:spLocks xmlns:a="http://schemas.openxmlformats.org/drawingml/2006/main" noGrp="1"/>
          </p:cNvSpPr>
          <p:nvPr/>
        </p:nvSpPr>
        <p:spPr>
          <a:xfrm xmlns:a="http://schemas.openxmlformats.org/drawingml/2006/main">
            <a:off x="609600" y="7334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F43"/>
                </a:solidFill>
                <a:latin typeface="Atkinson Hyperlegible"/>
                <a:ea typeface="Atkinson Hyperlegible"/>
                <a:cs typeface="Atkinson Hyperlegible"/>
              </a:defRPr>
            </a:defPPr>
            <a:lvl1pPr algn="l">
              <a:defRPr sz="3150" b="1">
                <a:solidFill>
                  <a:srgbClr val="173F43"/>
                </a:solidFill>
                <a:latin typeface="Atkinson Hyperlegible"/>
                <a:ea typeface="Atkinson Hyperlegible"/>
                <a:cs typeface="Atkinson Hyperlegible"/>
              </a:defRPr>
            </a:lvl1pPr>
            <a:lvl2pPr algn="l">
              <a:defRPr sz="3150" b="1">
                <a:solidFill>
                  <a:srgbClr val="173F43"/>
                </a:solidFill>
                <a:latin typeface="Atkinson Hyperlegible"/>
                <a:ea typeface="Atkinson Hyperlegible"/>
                <a:cs typeface="Atkinson Hyperlegible"/>
              </a:defRPr>
            </a:lvl2pPr>
            <a:lvl3pPr algn="l">
              <a:defRPr sz="3150" b="1">
                <a:solidFill>
                  <a:srgbClr val="173F43"/>
                </a:solidFill>
                <a:latin typeface="Atkinson Hyperlegible"/>
                <a:ea typeface="Atkinson Hyperlegible"/>
                <a:cs typeface="Atkinson Hyperlegible"/>
              </a:defRPr>
            </a:lvl3pPr>
            <a:lvl4pPr algn="l">
              <a:defRPr sz="3150" b="1">
                <a:solidFill>
                  <a:srgbClr val="173F43"/>
                </a:solidFill>
                <a:latin typeface="Atkinson Hyperlegible"/>
                <a:ea typeface="Atkinson Hyperlegible"/>
                <a:cs typeface="Atkinson Hyperlegible"/>
              </a:defRPr>
            </a:lvl4pPr>
            <a:lvl5pPr algn="l">
              <a:defRPr sz="3150" b="1">
                <a:solidFill>
                  <a:srgbClr val="173F43"/>
                </a:solidFill>
                <a:latin typeface="Atkinson Hyperlegible"/>
                <a:ea typeface="Atkinson Hyperlegible"/>
                <a:cs typeface="Atkinson Hyperlegible"/>
              </a:defRPr>
            </a:lvl5pPr>
            <a:lvl6pPr algn="l">
              <a:defRPr sz="3150" b="1">
                <a:solidFill>
                  <a:srgbClr val="173F43"/>
                </a:solidFill>
                <a:latin typeface="Atkinson Hyperlegible"/>
                <a:ea typeface="Atkinson Hyperlegible"/>
                <a:cs typeface="Atkinson Hyperlegible"/>
              </a:defRPr>
            </a:lvl6pPr>
            <a:lvl7pPr algn="l">
              <a:defRPr sz="3150" b="1">
                <a:solidFill>
                  <a:srgbClr val="173F43"/>
                </a:solidFill>
                <a:latin typeface="Atkinson Hyperlegible"/>
                <a:ea typeface="Atkinson Hyperlegible"/>
                <a:cs typeface="Atkinson Hyperlegible"/>
              </a:defRPr>
            </a:lvl7pPr>
            <a:lvl8pPr algn="l">
              <a:defRPr sz="3150" b="1">
                <a:solidFill>
                  <a:srgbClr val="173F43"/>
                </a:solidFill>
                <a:latin typeface="Atkinson Hyperlegible"/>
                <a:ea typeface="Atkinson Hyperlegible"/>
                <a:cs typeface="Atkinson Hyperlegible"/>
              </a:defRPr>
            </a:lvl8pPr>
            <a:lvl9pPr algn="l">
              <a:defRPr sz="3150" b="1">
                <a:solidFill>
                  <a:srgbClr val="173F43"/>
                </a:solidFill>
                <a:latin typeface="Atkinson Hyperlegible"/>
                <a:ea typeface="Atkinson Hyperlegible"/>
                <a:cs typeface="Atkinson Hyperlegible"/>
              </a:defRPr>
            </a:lvl9pPr>
          </a:lstStyle>
          <a:p xmlns:a="http://schemas.openxmlformats.org/drawingml/2006/main">
            <a:pPr algn="l">
              <a:defRPr sz="3150" b="1">
                <a:solidFill>
                  <a:srgbClr val="173F43"/>
                </a:solidFill>
                <a:latin typeface="Atkinson Hyperlegible"/>
                <a:ea typeface="Atkinson Hyperlegible"/>
                <a:cs typeface="Atkinson Hyperlegible"/>
              </a:defRPr>
            </a:pPr>
            <a:r>
              <a:rPr sz="3150" b="1">
                <a:solidFill>
                  <a:srgbClr val="173F43"/>
                </a:solidFill>
                <a:latin typeface="Atkinson Hyperlegible"/>
                <a:ea typeface="Atkinson Hyperlegible"/>
                <a:cs typeface="Atkinson Hyperlegible"/>
              </a:rPr>
              <a:t>Policy entropy and update diagnostics</a:t>
            </a:r>
          </a:p>
        </p:txBody>
      </p:sp>
      <p:sp>
        <p:nvSpPr>
          <p:cNvPr id="3" name="shape-136">
            <a:extLst xmlns:a="http://schemas.openxmlformats.org/drawingml/2006/main">
              <a:ext uri="{FF2B5EF4-FFF2-40B4-BE49-F238E27FC236}">
                <a16:creationId xmlns:a16="http://schemas.microsoft.com/office/drawing/2014/main" id="{779324C2-0327-41DC-86CA-A27E7CE6D77D}"/>
              </a:ext>
            </a:extLst>
          </p:cNvPr>
          <p:cNvSpPr>
            <a:spLocks xmlns:a="http://schemas.openxmlformats.org/drawingml/2006/main" noGrp="1"/>
          </p:cNvSpPr>
          <p:nvPr/>
        </p:nvSpPr>
        <p:spPr>
          <a:xfrm xmlns:a="http://schemas.openxmlformats.org/drawingml/2006/main">
            <a:off x="609600" y="136207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787A"/>
                </a:solidFill>
                <a:latin typeface="Atkinson Hyperlegible"/>
                <a:ea typeface="Atkinson Hyperlegible"/>
                <a:cs typeface="Atkinson Hyperlegible"/>
              </a:defRPr>
            </a:defPPr>
            <a:lvl1pPr algn="l">
              <a:defRPr sz="1725" b="0">
                <a:solidFill>
                  <a:srgbClr val="58787A"/>
                </a:solidFill>
                <a:latin typeface="Atkinson Hyperlegible"/>
                <a:ea typeface="Atkinson Hyperlegible"/>
                <a:cs typeface="Atkinson Hyperlegible"/>
              </a:defRPr>
            </a:lvl1pPr>
            <a:lvl2pPr algn="l">
              <a:defRPr sz="1725" b="0">
                <a:solidFill>
                  <a:srgbClr val="58787A"/>
                </a:solidFill>
                <a:latin typeface="Atkinson Hyperlegible"/>
                <a:ea typeface="Atkinson Hyperlegible"/>
                <a:cs typeface="Atkinson Hyperlegible"/>
              </a:defRPr>
            </a:lvl2pPr>
            <a:lvl3pPr algn="l">
              <a:defRPr sz="1725" b="0">
                <a:solidFill>
                  <a:srgbClr val="58787A"/>
                </a:solidFill>
                <a:latin typeface="Atkinson Hyperlegible"/>
                <a:ea typeface="Atkinson Hyperlegible"/>
                <a:cs typeface="Atkinson Hyperlegible"/>
              </a:defRPr>
            </a:lvl3pPr>
            <a:lvl4pPr algn="l">
              <a:defRPr sz="1725" b="0">
                <a:solidFill>
                  <a:srgbClr val="58787A"/>
                </a:solidFill>
                <a:latin typeface="Atkinson Hyperlegible"/>
                <a:ea typeface="Atkinson Hyperlegible"/>
                <a:cs typeface="Atkinson Hyperlegible"/>
              </a:defRPr>
            </a:lvl4pPr>
            <a:lvl5pPr algn="l">
              <a:defRPr sz="1725" b="0">
                <a:solidFill>
                  <a:srgbClr val="58787A"/>
                </a:solidFill>
                <a:latin typeface="Atkinson Hyperlegible"/>
                <a:ea typeface="Atkinson Hyperlegible"/>
                <a:cs typeface="Atkinson Hyperlegible"/>
              </a:defRPr>
            </a:lvl5pPr>
            <a:lvl6pPr algn="l">
              <a:defRPr sz="1725" b="0">
                <a:solidFill>
                  <a:srgbClr val="58787A"/>
                </a:solidFill>
                <a:latin typeface="Atkinson Hyperlegible"/>
                <a:ea typeface="Atkinson Hyperlegible"/>
                <a:cs typeface="Atkinson Hyperlegible"/>
              </a:defRPr>
            </a:lvl6pPr>
            <a:lvl7pPr algn="l">
              <a:defRPr sz="1725" b="0">
                <a:solidFill>
                  <a:srgbClr val="58787A"/>
                </a:solidFill>
                <a:latin typeface="Atkinson Hyperlegible"/>
                <a:ea typeface="Atkinson Hyperlegible"/>
                <a:cs typeface="Atkinson Hyperlegible"/>
              </a:defRPr>
            </a:lvl7pPr>
            <a:lvl8pPr algn="l">
              <a:defRPr sz="1725" b="0">
                <a:solidFill>
                  <a:srgbClr val="58787A"/>
                </a:solidFill>
                <a:latin typeface="Atkinson Hyperlegible"/>
                <a:ea typeface="Atkinson Hyperlegible"/>
                <a:cs typeface="Atkinson Hyperlegible"/>
              </a:defRPr>
            </a:lvl8pPr>
            <a:lvl9pPr algn="l">
              <a:defRPr sz="1725" b="0">
                <a:solidFill>
                  <a:srgbClr val="58787A"/>
                </a:solidFill>
                <a:latin typeface="Atkinson Hyperlegible"/>
                <a:ea typeface="Atkinson Hyperlegible"/>
                <a:cs typeface="Atkinson Hyperlegible"/>
              </a:defRPr>
            </a:lvl9pPr>
          </a:lstStyle>
          <a:p xmlns:a="http://schemas.openxmlformats.org/drawingml/2006/main">
            <a:pPr algn="l">
              <a:defRPr sz="1725" b="0">
                <a:solidFill>
                  <a:srgbClr val="58787A"/>
                </a:solidFill>
                <a:latin typeface="Atkinson Hyperlegible"/>
                <a:ea typeface="Atkinson Hyperlegible"/>
                <a:cs typeface="Atkinson Hyperlegible"/>
              </a:defRPr>
            </a:pPr>
            <a:r>
              <a:rPr sz="1725" b="0">
                <a:solidFill>
                  <a:srgbClr val="58787A"/>
                </a:solidFill>
                <a:latin typeface="Atkinson Hyperlegible"/>
                <a:ea typeface="Atkinson Hyperlegible"/>
                <a:cs typeface="Atkinson Hyperlegible"/>
              </a:rPr>
              <a:t>120 recorded updates per seed, every 25 iterations. No smoothing.</a:t>
            </a:r>
          </a:p>
        </p:txBody>
      </p:sp>
      <p:sp>
        <p:nvSpPr>
          <p:cNvPr id="4" name="shape-137">
            <a:extLst xmlns:a="http://schemas.openxmlformats.org/drawingml/2006/main">
              <a:ext uri="{FF2B5EF4-FFF2-40B4-BE49-F238E27FC236}">
                <a16:creationId xmlns:a16="http://schemas.microsoft.com/office/drawing/2014/main" id="{ECF8C5B7-7763-43DF-9DD9-13BD7E02B93D}"/>
              </a:ext>
            </a:extLst>
          </p:cNvPr>
          <p:cNvSpPr>
            <a:spLocks xmlns:a="http://schemas.openxmlformats.org/drawingml/2006/main" noGrp="1"/>
          </p:cNvSpPr>
          <p:nvPr/>
        </p:nvSpPr>
        <p:spPr>
          <a:xfrm xmlns:a="http://schemas.openxmlformats.org/drawingml/2006/main">
            <a:off x="609600" y="6448425"/>
            <a:ext cx="10972800" cy="9525"/>
          </a:xfrm>
          <a:prstGeom xmlns:a="http://schemas.openxmlformats.org/drawingml/2006/main" prst="rect">
            <a:avLst/>
          </a:prstGeom>
          <a:solidFill xmlns:a="http://schemas.openxmlformats.org/drawingml/2006/main">
            <a:srgbClr val="D8E5DF"/>
          </a:solidFill>
          <a:ln xmlns:a="http://schemas.openxmlformats.org/drawingml/2006/main" w="0">
            <a:noFill/>
          </a:ln>
        </p:spPr>
      </p:sp>
      <p:sp>
        <p:nvSpPr>
          <p:cNvPr id="5" name="shape-138">
            <a:extLst xmlns:a="http://schemas.openxmlformats.org/drawingml/2006/main">
              <a:ext uri="{FF2B5EF4-FFF2-40B4-BE49-F238E27FC236}">
                <a16:creationId xmlns:a16="http://schemas.microsoft.com/office/drawing/2014/main" id="{A4D55954-B4AC-43D3-91DD-7F502A3ABE30}"/>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8787A"/>
                </a:solidFill>
                <a:latin typeface="Atkinson Hyperlegible"/>
                <a:ea typeface="Atkinson Hyperlegible"/>
                <a:cs typeface="Atkinson Hyperlegible"/>
              </a:defRPr>
            </a:defPPr>
            <a:lvl1pPr algn="l">
              <a:defRPr sz="1050" b="0">
                <a:solidFill>
                  <a:srgbClr val="58787A"/>
                </a:solidFill>
                <a:latin typeface="Atkinson Hyperlegible"/>
                <a:ea typeface="Atkinson Hyperlegible"/>
                <a:cs typeface="Atkinson Hyperlegible"/>
              </a:defRPr>
            </a:lvl1pPr>
            <a:lvl2pPr algn="l">
              <a:defRPr sz="1050" b="0">
                <a:solidFill>
                  <a:srgbClr val="58787A"/>
                </a:solidFill>
                <a:latin typeface="Atkinson Hyperlegible"/>
                <a:ea typeface="Atkinson Hyperlegible"/>
                <a:cs typeface="Atkinson Hyperlegible"/>
              </a:defRPr>
            </a:lvl2pPr>
            <a:lvl3pPr algn="l">
              <a:defRPr sz="1050" b="0">
                <a:solidFill>
                  <a:srgbClr val="58787A"/>
                </a:solidFill>
                <a:latin typeface="Atkinson Hyperlegible"/>
                <a:ea typeface="Atkinson Hyperlegible"/>
                <a:cs typeface="Atkinson Hyperlegible"/>
              </a:defRPr>
            </a:lvl3pPr>
            <a:lvl4pPr algn="l">
              <a:defRPr sz="1050" b="0">
                <a:solidFill>
                  <a:srgbClr val="58787A"/>
                </a:solidFill>
                <a:latin typeface="Atkinson Hyperlegible"/>
                <a:ea typeface="Atkinson Hyperlegible"/>
                <a:cs typeface="Atkinson Hyperlegible"/>
              </a:defRPr>
            </a:lvl4pPr>
            <a:lvl5pPr algn="l">
              <a:defRPr sz="1050" b="0">
                <a:solidFill>
                  <a:srgbClr val="58787A"/>
                </a:solidFill>
                <a:latin typeface="Atkinson Hyperlegible"/>
                <a:ea typeface="Atkinson Hyperlegible"/>
                <a:cs typeface="Atkinson Hyperlegible"/>
              </a:defRPr>
            </a:lvl5pPr>
            <a:lvl6pPr algn="l">
              <a:defRPr sz="1050" b="0">
                <a:solidFill>
                  <a:srgbClr val="58787A"/>
                </a:solidFill>
                <a:latin typeface="Atkinson Hyperlegible"/>
                <a:ea typeface="Atkinson Hyperlegible"/>
                <a:cs typeface="Atkinson Hyperlegible"/>
              </a:defRPr>
            </a:lvl6pPr>
            <a:lvl7pPr algn="l">
              <a:defRPr sz="1050" b="0">
                <a:solidFill>
                  <a:srgbClr val="58787A"/>
                </a:solidFill>
                <a:latin typeface="Atkinson Hyperlegible"/>
                <a:ea typeface="Atkinson Hyperlegible"/>
                <a:cs typeface="Atkinson Hyperlegible"/>
              </a:defRPr>
            </a:lvl7pPr>
            <a:lvl8pPr algn="l">
              <a:defRPr sz="1050" b="0">
                <a:solidFill>
                  <a:srgbClr val="58787A"/>
                </a:solidFill>
                <a:latin typeface="Atkinson Hyperlegible"/>
                <a:ea typeface="Atkinson Hyperlegible"/>
                <a:cs typeface="Atkinson Hyperlegible"/>
              </a:defRPr>
            </a:lvl8pPr>
            <a:lvl9pPr algn="l">
              <a:defRPr sz="1050" b="0">
                <a:solidFill>
                  <a:srgbClr val="58787A"/>
                </a:solidFill>
                <a:latin typeface="Atkinson Hyperlegible"/>
                <a:ea typeface="Atkinson Hyperlegible"/>
                <a:cs typeface="Atkinson Hyperlegible"/>
              </a:defRPr>
            </a:lvl9pPr>
          </a:lstStyle>
          <a:p xmlns:a="http://schemas.openxmlformats.org/drawingml/2006/main">
            <a:pPr algn="l">
              <a:defRPr sz="1050" b="0">
                <a:solidFill>
                  <a:srgbClr val="58787A"/>
                </a:solidFill>
                <a:latin typeface="Atkinson Hyperlegible"/>
                <a:ea typeface="Atkinson Hyperlegible"/>
                <a:cs typeface="Atkinson Hyperlegible"/>
              </a:defRPr>
            </a:pPr>
            <a:r>
              <a:rPr sz="1050" b="0">
                <a:solidFill>
                  <a:srgbClr val="58787A"/>
                </a:solidFill>
                <a:latin typeface="Atkinson Hyperlegible"/>
                <a:ea typeface="Atkinson Hyperlegible"/>
                <a:cs typeface="Atkinson Hyperlegible"/>
              </a:rPr>
              <a:t>Synthetic scenarios. Decision support only.</a:t>
            </a:r>
          </a:p>
        </p:txBody>
      </p:sp>
      <p:sp>
        <p:nvSpPr>
          <p:cNvPr id="6" name="shape-139">
            <a:extLst xmlns:a="http://schemas.openxmlformats.org/drawingml/2006/main">
              <a:ext uri="{FF2B5EF4-FFF2-40B4-BE49-F238E27FC236}">
                <a16:creationId xmlns:a16="http://schemas.microsoft.com/office/drawing/2014/main" id="{8CDE4BE8-1B30-4F0F-A587-D5141CFBF917}"/>
              </a:ext>
            </a:extLst>
          </p:cNvPr>
          <p:cNvSpPr>
            <a:spLocks xmlns:a="http://schemas.openxmlformats.org/drawingml/2006/main" noGrp="1"/>
          </p:cNvSpPr>
          <p:nvPr/>
        </p:nvSpPr>
        <p:spPr>
          <a:xfrm xmlns:a="http://schemas.openxmlformats.org/drawingml/2006/main">
            <a:off x="11001375" y="6515100"/>
            <a:ext cx="581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137B73"/>
                </a:solidFill>
                <a:latin typeface="Atkinson Hyperlegible"/>
                <a:ea typeface="Atkinson Hyperlegible"/>
                <a:cs typeface="Atkinson Hyperlegible"/>
              </a:defRPr>
            </a:defPPr>
            <a:lvl1pPr algn="r">
              <a:defRPr sz="1275" b="0">
                <a:solidFill>
                  <a:srgbClr val="137B73"/>
                </a:solidFill>
                <a:latin typeface="Atkinson Hyperlegible"/>
                <a:ea typeface="Atkinson Hyperlegible"/>
                <a:cs typeface="Atkinson Hyperlegible"/>
              </a:defRPr>
            </a:lvl1pPr>
            <a:lvl2pPr algn="r">
              <a:defRPr sz="1275" b="0">
                <a:solidFill>
                  <a:srgbClr val="137B73"/>
                </a:solidFill>
                <a:latin typeface="Atkinson Hyperlegible"/>
                <a:ea typeface="Atkinson Hyperlegible"/>
                <a:cs typeface="Atkinson Hyperlegible"/>
              </a:defRPr>
            </a:lvl2pPr>
            <a:lvl3pPr algn="r">
              <a:defRPr sz="1275" b="0">
                <a:solidFill>
                  <a:srgbClr val="137B73"/>
                </a:solidFill>
                <a:latin typeface="Atkinson Hyperlegible"/>
                <a:ea typeface="Atkinson Hyperlegible"/>
                <a:cs typeface="Atkinson Hyperlegible"/>
              </a:defRPr>
            </a:lvl3pPr>
            <a:lvl4pPr algn="r">
              <a:defRPr sz="1275" b="0">
                <a:solidFill>
                  <a:srgbClr val="137B73"/>
                </a:solidFill>
                <a:latin typeface="Atkinson Hyperlegible"/>
                <a:ea typeface="Atkinson Hyperlegible"/>
                <a:cs typeface="Atkinson Hyperlegible"/>
              </a:defRPr>
            </a:lvl4pPr>
            <a:lvl5pPr algn="r">
              <a:defRPr sz="1275" b="0">
                <a:solidFill>
                  <a:srgbClr val="137B73"/>
                </a:solidFill>
                <a:latin typeface="Atkinson Hyperlegible"/>
                <a:ea typeface="Atkinson Hyperlegible"/>
                <a:cs typeface="Atkinson Hyperlegible"/>
              </a:defRPr>
            </a:lvl5pPr>
            <a:lvl6pPr algn="r">
              <a:defRPr sz="1275" b="0">
                <a:solidFill>
                  <a:srgbClr val="137B73"/>
                </a:solidFill>
                <a:latin typeface="Atkinson Hyperlegible"/>
                <a:ea typeface="Atkinson Hyperlegible"/>
                <a:cs typeface="Atkinson Hyperlegible"/>
              </a:defRPr>
            </a:lvl6pPr>
            <a:lvl7pPr algn="r">
              <a:defRPr sz="1275" b="0">
                <a:solidFill>
                  <a:srgbClr val="137B73"/>
                </a:solidFill>
                <a:latin typeface="Atkinson Hyperlegible"/>
                <a:ea typeface="Atkinson Hyperlegible"/>
                <a:cs typeface="Atkinson Hyperlegible"/>
              </a:defRPr>
            </a:lvl7pPr>
            <a:lvl8pPr algn="r">
              <a:defRPr sz="1275" b="0">
                <a:solidFill>
                  <a:srgbClr val="137B73"/>
                </a:solidFill>
                <a:latin typeface="Atkinson Hyperlegible"/>
                <a:ea typeface="Atkinson Hyperlegible"/>
                <a:cs typeface="Atkinson Hyperlegible"/>
              </a:defRPr>
            </a:lvl8pPr>
            <a:lvl9pPr algn="r">
              <a:defRPr sz="1275" b="0">
                <a:solidFill>
                  <a:srgbClr val="137B73"/>
                </a:solidFill>
                <a:latin typeface="Atkinson Hyperlegible"/>
                <a:ea typeface="Atkinson Hyperlegible"/>
                <a:cs typeface="Atkinson Hyperlegible"/>
              </a:defRPr>
            </a:lvl9pPr>
          </a:lstStyle>
          <a:p xmlns:a="http://schemas.openxmlformats.org/drawingml/2006/main">
            <a:pPr algn="r">
              <a:defRPr sz="1275" b="0">
                <a:solidFill>
                  <a:srgbClr val="137B73"/>
                </a:solidFill>
                <a:latin typeface="Atkinson Hyperlegible"/>
                <a:ea typeface="Atkinson Hyperlegible"/>
                <a:cs typeface="Atkinson Hyperlegible"/>
              </a:defRPr>
            </a:pPr>
            <a:r>
              <a:rPr sz="1275" b="0">
                <a:solidFill>
                  <a:srgbClr val="137B73"/>
                </a:solidFill>
                <a:latin typeface="Atkinson Hyperlegible"/>
                <a:ea typeface="Atkinson Hyperlegible"/>
                <a:cs typeface="Atkinson Hyperlegible"/>
              </a:rPr>
              <a:t>17</a:t>
            </a:r>
          </a:p>
        </p:txBody>
      </p:sp>
      <p:graphicFrame>
        <p:nvGraphicFramePr>
          <p:cNvPr id="7" name="Chart">
            <a:extLst xmlns:a="http://schemas.openxmlformats.org/drawingml/2006/main">
              <a:ext uri="{FF2B5EF4-FFF2-40B4-BE49-F238E27FC236}">
                <a16:creationId xmlns:a16="http://schemas.microsoft.com/office/drawing/2014/main" id="{04C200F2-C0E5-4217-BA87-E5EC5473A2A4}"/>
              </a:ext>
            </a:extLst>
          </p:cNvPr>
          <p:cNvGraphicFramePr/>
          <p:nvPr/>
        </p:nvGraphicFramePr>
        <p:xfrm>
          <a:off xmlns:a="http://schemas.openxmlformats.org/drawingml/2006/main" x="609600" y="2124075"/>
          <a:ext xmlns:a="http://schemas.openxmlformats.org/drawingml/2006/main" cx="3543300" cy="3219450"/>
        </p:xfrm>
        <a:graphic xmlns:a="http://schemas.openxmlformats.org/drawingml/2006/main">
          <a:graphicData uri="http://schemas.openxmlformats.org/drawingml/2006/chart">
            <c:chart xmlns:r="http://schemas.openxmlformats.org/officeDocument/2006/relationships" xmlns:c="http://schemas.openxmlformats.org/drawingml/2006/chart" r:id="R912c40cee343419b"/>
          </a:graphicData>
        </a:graphic>
      </p:graphicFrame>
      <p:graphicFrame>
        <p:nvGraphicFramePr>
          <p:cNvPr id="8" name="Chart">
            <a:extLst xmlns:a="http://schemas.openxmlformats.org/drawingml/2006/main">
              <a:ext uri="{FF2B5EF4-FFF2-40B4-BE49-F238E27FC236}">
                <a16:creationId xmlns:a16="http://schemas.microsoft.com/office/drawing/2014/main" id="{283B81D9-F382-4CE2-8BA7-E9D18BEF56D2}"/>
              </a:ext>
            </a:extLst>
          </p:cNvPr>
          <p:cNvGraphicFramePr/>
          <p:nvPr/>
        </p:nvGraphicFramePr>
        <p:xfrm>
          <a:off xmlns:a="http://schemas.openxmlformats.org/drawingml/2006/main" x="4324350" y="2124075"/>
          <a:ext xmlns:a="http://schemas.openxmlformats.org/drawingml/2006/main" cx="3543300" cy="3219450"/>
        </p:xfrm>
        <a:graphic xmlns:a="http://schemas.openxmlformats.org/drawingml/2006/main">
          <a:graphicData uri="http://schemas.openxmlformats.org/drawingml/2006/chart">
            <c:chart xmlns:r="http://schemas.openxmlformats.org/officeDocument/2006/relationships" xmlns:c="http://schemas.openxmlformats.org/drawingml/2006/chart" r:id="R05ed30866e4c403e"/>
          </a:graphicData>
        </a:graphic>
      </p:graphicFrame>
      <p:graphicFrame>
        <p:nvGraphicFramePr>
          <p:cNvPr id="9" name="Chart">
            <a:extLst xmlns:a="http://schemas.openxmlformats.org/drawingml/2006/main">
              <a:ext uri="{FF2B5EF4-FFF2-40B4-BE49-F238E27FC236}">
                <a16:creationId xmlns:a16="http://schemas.microsoft.com/office/drawing/2014/main" id="{6EEC30BC-EF7F-46E5-B681-A0BEF71C46AA}"/>
              </a:ext>
            </a:extLst>
          </p:cNvPr>
          <p:cNvGraphicFramePr/>
          <p:nvPr/>
        </p:nvGraphicFramePr>
        <p:xfrm>
          <a:off xmlns:a="http://schemas.openxmlformats.org/drawingml/2006/main" x="8039100" y="2124075"/>
          <a:ext xmlns:a="http://schemas.openxmlformats.org/drawingml/2006/main" cx="3543300" cy="3219450"/>
        </p:xfrm>
        <a:graphic xmlns:a="http://schemas.openxmlformats.org/drawingml/2006/main">
          <a:graphicData uri="http://schemas.openxmlformats.org/drawingml/2006/chart">
            <c:chart xmlns:r="http://schemas.openxmlformats.org/officeDocument/2006/relationships" xmlns:c="http://schemas.openxmlformats.org/drawingml/2006/chart" r:id="Ra8f810185a5b4fe6"/>
          </a:graphicData>
        </a:graphic>
      </p:graphicFrame>
      <p:sp>
        <p:nvSpPr>
          <p:cNvPr id="10" name="shape-140">
            <a:extLst xmlns:a="http://schemas.openxmlformats.org/drawingml/2006/main">
              <a:ext uri="{FF2B5EF4-FFF2-40B4-BE49-F238E27FC236}">
                <a16:creationId xmlns:a16="http://schemas.microsoft.com/office/drawing/2014/main" id="{809E0818-99EA-4D0A-840D-6BFE4F339C86}"/>
              </a:ext>
            </a:extLst>
          </p:cNvPr>
          <p:cNvSpPr>
            <a:spLocks xmlns:a="http://schemas.openxmlformats.org/drawingml/2006/main" noGrp="1"/>
          </p:cNvSpPr>
          <p:nvPr/>
        </p:nvSpPr>
        <p:spPr>
          <a:xfrm xmlns:a="http://schemas.openxmlformats.org/drawingml/2006/main">
            <a:off x="609600" y="55340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37B73"/>
                </a:solidFill>
                <a:latin typeface="Atkinson Hyperlegible"/>
                <a:ea typeface="Atkinson Hyperlegible"/>
                <a:cs typeface="Atkinson Hyperlegible"/>
              </a:defRPr>
            </a:defPPr>
            <a:lvl1pPr algn="l">
              <a:defRPr sz="1800" b="1">
                <a:solidFill>
                  <a:srgbClr val="137B73"/>
                </a:solidFill>
                <a:latin typeface="Atkinson Hyperlegible"/>
                <a:ea typeface="Atkinson Hyperlegible"/>
                <a:cs typeface="Atkinson Hyperlegible"/>
              </a:defRPr>
            </a:lvl1pPr>
            <a:lvl2pPr algn="l">
              <a:defRPr sz="1800" b="1">
                <a:solidFill>
                  <a:srgbClr val="137B73"/>
                </a:solidFill>
                <a:latin typeface="Atkinson Hyperlegible"/>
                <a:ea typeface="Atkinson Hyperlegible"/>
                <a:cs typeface="Atkinson Hyperlegible"/>
              </a:defRPr>
            </a:lvl2pPr>
            <a:lvl3pPr algn="l">
              <a:defRPr sz="1800" b="1">
                <a:solidFill>
                  <a:srgbClr val="137B73"/>
                </a:solidFill>
                <a:latin typeface="Atkinson Hyperlegible"/>
                <a:ea typeface="Atkinson Hyperlegible"/>
                <a:cs typeface="Atkinson Hyperlegible"/>
              </a:defRPr>
            </a:lvl3pPr>
            <a:lvl4pPr algn="l">
              <a:defRPr sz="1800" b="1">
                <a:solidFill>
                  <a:srgbClr val="137B73"/>
                </a:solidFill>
                <a:latin typeface="Atkinson Hyperlegible"/>
                <a:ea typeface="Atkinson Hyperlegible"/>
                <a:cs typeface="Atkinson Hyperlegible"/>
              </a:defRPr>
            </a:lvl4pPr>
            <a:lvl5pPr algn="l">
              <a:defRPr sz="1800" b="1">
                <a:solidFill>
                  <a:srgbClr val="137B73"/>
                </a:solidFill>
                <a:latin typeface="Atkinson Hyperlegible"/>
                <a:ea typeface="Atkinson Hyperlegible"/>
                <a:cs typeface="Atkinson Hyperlegible"/>
              </a:defRPr>
            </a:lvl5pPr>
            <a:lvl6pPr algn="l">
              <a:defRPr sz="1800" b="1">
                <a:solidFill>
                  <a:srgbClr val="137B73"/>
                </a:solidFill>
                <a:latin typeface="Atkinson Hyperlegible"/>
                <a:ea typeface="Atkinson Hyperlegible"/>
                <a:cs typeface="Atkinson Hyperlegible"/>
              </a:defRPr>
            </a:lvl6pPr>
            <a:lvl7pPr algn="l">
              <a:defRPr sz="1800" b="1">
                <a:solidFill>
                  <a:srgbClr val="137B73"/>
                </a:solidFill>
                <a:latin typeface="Atkinson Hyperlegible"/>
                <a:ea typeface="Atkinson Hyperlegible"/>
                <a:cs typeface="Atkinson Hyperlegible"/>
              </a:defRPr>
            </a:lvl7pPr>
            <a:lvl8pPr algn="l">
              <a:defRPr sz="1800" b="1">
                <a:solidFill>
                  <a:srgbClr val="137B73"/>
                </a:solidFill>
                <a:latin typeface="Atkinson Hyperlegible"/>
                <a:ea typeface="Atkinson Hyperlegible"/>
                <a:cs typeface="Atkinson Hyperlegible"/>
              </a:defRPr>
            </a:lvl8pPr>
            <a:lvl9pPr algn="l">
              <a:defRPr sz="1800" b="1">
                <a:solidFill>
                  <a:srgbClr val="137B73"/>
                </a:solidFill>
                <a:latin typeface="Atkinson Hyperlegible"/>
                <a:ea typeface="Atkinson Hyperlegible"/>
                <a:cs typeface="Atkinson Hyperlegible"/>
              </a:defRPr>
            </a:lvl9pPr>
          </a:lstStyle>
          <a:p xmlns:a="http://schemas.openxmlformats.org/drawingml/2006/main">
            <a:pPr algn="l">
              <a:defRPr sz="1800" b="1">
                <a:solidFill>
                  <a:srgbClr val="137B73"/>
                </a:solidFill>
                <a:latin typeface="Atkinson Hyperlegible"/>
                <a:ea typeface="Atkinson Hyperlegible"/>
                <a:cs typeface="Atkinson Hyperlegible"/>
              </a:defRPr>
            </a:pPr>
            <a:r>
              <a:rPr sz="1800" b="1">
                <a:solidFill>
                  <a:srgbClr val="137B73"/>
                </a:solidFill>
                <a:latin typeface="Atkinson Hyperlegible"/>
                <a:ea typeface="Atkinson Hyperlegible"/>
                <a:cs typeface="Atkinson Hyperlegible"/>
              </a:rPr>
              <a:t>Thin lines: five seeds. Dark line: mean. Dashed limits: mean ± sample SD, not a CI.</a:t>
            </a:r>
          </a:p>
        </p:txBody>
      </p:sp>
      <p:sp>
        <p:nvSpPr>
          <p:cNvPr id="11" name="shape-141">
            <a:extLst xmlns:a="http://schemas.openxmlformats.org/drawingml/2006/main">
              <a:ext uri="{FF2B5EF4-FFF2-40B4-BE49-F238E27FC236}">
                <a16:creationId xmlns:a16="http://schemas.microsoft.com/office/drawing/2014/main" id="{E2D88ED2-B493-49B3-ADBB-E614CB996A01}"/>
              </a:ext>
            </a:extLst>
          </p:cNvPr>
          <p:cNvSpPr>
            <a:spLocks xmlns:a="http://schemas.openxmlformats.org/drawingml/2006/main" noGrp="1"/>
          </p:cNvSpPr>
          <p:nvPr/>
        </p:nvSpPr>
        <p:spPr>
          <a:xfrm xmlns:a="http://schemas.openxmlformats.org/drawingml/2006/main">
            <a:off x="609600" y="59531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8787A"/>
                </a:solidFill>
                <a:latin typeface="Atkinson Hyperlegible"/>
                <a:ea typeface="Atkinson Hyperlegible"/>
                <a:cs typeface="Atkinson Hyperlegible"/>
              </a:defRPr>
            </a:defPPr>
            <a:lvl1pPr algn="l">
              <a:defRPr sz="1500" b="0">
                <a:solidFill>
                  <a:srgbClr val="58787A"/>
                </a:solidFill>
                <a:latin typeface="Atkinson Hyperlegible"/>
                <a:ea typeface="Atkinson Hyperlegible"/>
                <a:cs typeface="Atkinson Hyperlegible"/>
              </a:defRPr>
            </a:lvl1pPr>
            <a:lvl2pPr algn="l">
              <a:defRPr sz="1500" b="0">
                <a:solidFill>
                  <a:srgbClr val="58787A"/>
                </a:solidFill>
                <a:latin typeface="Atkinson Hyperlegible"/>
                <a:ea typeface="Atkinson Hyperlegible"/>
                <a:cs typeface="Atkinson Hyperlegible"/>
              </a:defRPr>
            </a:lvl2pPr>
            <a:lvl3pPr algn="l">
              <a:defRPr sz="1500" b="0">
                <a:solidFill>
                  <a:srgbClr val="58787A"/>
                </a:solidFill>
                <a:latin typeface="Atkinson Hyperlegible"/>
                <a:ea typeface="Atkinson Hyperlegible"/>
                <a:cs typeface="Atkinson Hyperlegible"/>
              </a:defRPr>
            </a:lvl3pPr>
            <a:lvl4pPr algn="l">
              <a:defRPr sz="1500" b="0">
                <a:solidFill>
                  <a:srgbClr val="58787A"/>
                </a:solidFill>
                <a:latin typeface="Atkinson Hyperlegible"/>
                <a:ea typeface="Atkinson Hyperlegible"/>
                <a:cs typeface="Atkinson Hyperlegible"/>
              </a:defRPr>
            </a:lvl4pPr>
            <a:lvl5pPr algn="l">
              <a:defRPr sz="1500" b="0">
                <a:solidFill>
                  <a:srgbClr val="58787A"/>
                </a:solidFill>
                <a:latin typeface="Atkinson Hyperlegible"/>
                <a:ea typeface="Atkinson Hyperlegible"/>
                <a:cs typeface="Atkinson Hyperlegible"/>
              </a:defRPr>
            </a:lvl5pPr>
            <a:lvl6pPr algn="l">
              <a:defRPr sz="1500" b="0">
                <a:solidFill>
                  <a:srgbClr val="58787A"/>
                </a:solidFill>
                <a:latin typeface="Atkinson Hyperlegible"/>
                <a:ea typeface="Atkinson Hyperlegible"/>
                <a:cs typeface="Atkinson Hyperlegible"/>
              </a:defRPr>
            </a:lvl6pPr>
            <a:lvl7pPr algn="l">
              <a:defRPr sz="1500" b="0">
                <a:solidFill>
                  <a:srgbClr val="58787A"/>
                </a:solidFill>
                <a:latin typeface="Atkinson Hyperlegible"/>
                <a:ea typeface="Atkinson Hyperlegible"/>
                <a:cs typeface="Atkinson Hyperlegible"/>
              </a:defRPr>
            </a:lvl7pPr>
            <a:lvl8pPr algn="l">
              <a:defRPr sz="1500" b="0">
                <a:solidFill>
                  <a:srgbClr val="58787A"/>
                </a:solidFill>
                <a:latin typeface="Atkinson Hyperlegible"/>
                <a:ea typeface="Atkinson Hyperlegible"/>
                <a:cs typeface="Atkinson Hyperlegible"/>
              </a:defRPr>
            </a:lvl8pPr>
            <a:lvl9pPr algn="l">
              <a:defRPr sz="1500" b="0">
                <a:solidFill>
                  <a:srgbClr val="58787A"/>
                </a:solidFill>
                <a:latin typeface="Atkinson Hyperlegible"/>
                <a:ea typeface="Atkinson Hyperlegible"/>
                <a:cs typeface="Atkinson Hyperlegible"/>
              </a:defRPr>
            </a:lvl9pPr>
          </a:lstStyle>
          <a:p xmlns:a="http://schemas.openxmlformats.org/drawingml/2006/main">
            <a:pPr algn="l">
              <a:defRPr sz="1500" b="0">
                <a:solidFill>
                  <a:srgbClr val="58787A"/>
                </a:solidFill>
                <a:latin typeface="Atkinson Hyperlegible"/>
                <a:ea typeface="Atkinson Hyperlegible"/>
                <a:cs typeface="Atkinson Hyperlegible"/>
              </a:defRPr>
            </a:pPr>
            <a:r>
              <a:rPr sz="1500" b="0">
                <a:solidFill>
                  <a:srgbClr val="58787A"/>
                </a:solidFill>
                <a:latin typeface="Atkinson Hyperlegible"/>
                <a:ea typeface="Atkinson Hyperlegible"/>
                <a:cs typeface="Atkinson Hyperlegible"/>
              </a:rPr>
              <a:t>Entropy, KL and clipping average all minibatches of the logged update. They are not 25-update moving averages.</a:t>
            </a:r>
          </a:p>
        </p:txBody>
      </p:sp>
    </p:spTree>
    <p:extLst>
      <p:ext uri="{BB962C8B-B14F-4D97-AF65-F5344CB8AC3E}">
        <p14:creationId xmlns:p14="http://schemas.microsoft.com/office/powerpoint/2010/main" val="2027403076"/>
      </p:ext>
    </p:extLst>
  </p:cSld>
</p:sld>
</file>

<file path=ppt/slides/slide18.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12" name="shape-142">
            <a:extLst xmlns:a="http://schemas.openxmlformats.org/drawingml/2006/main">
              <a:ext uri="{FF2B5EF4-FFF2-40B4-BE49-F238E27FC236}">
                <a16:creationId xmlns:a16="http://schemas.microsoft.com/office/drawing/2014/main" id="{C37BD03A-28B3-4498-A159-49731ACEB621}"/>
              </a:ext>
            </a:extLst>
          </p:cNvPr>
          <p:cNvSpPr>
            <a:spLocks xmlns:a="http://schemas.openxmlformats.org/drawingml/2006/main" noGrp="1"/>
          </p:cNvSpPr>
          <p:nvPr/>
        </p:nvSpPr>
        <p:spPr>
          <a:xfrm xmlns:a="http://schemas.openxmlformats.org/drawingml/2006/main">
            <a:off x="609600" y="266700"/>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37B73"/>
                </a:solidFill>
                <a:latin typeface="Atkinson Hyperlegible"/>
                <a:ea typeface="Atkinson Hyperlegible"/>
                <a:cs typeface="Atkinson Hyperlegible"/>
              </a:defRPr>
            </a:defPPr>
            <a:lvl1pPr algn="l">
              <a:defRPr sz="1350" b="1">
                <a:solidFill>
                  <a:srgbClr val="137B73"/>
                </a:solidFill>
                <a:latin typeface="Atkinson Hyperlegible"/>
                <a:ea typeface="Atkinson Hyperlegible"/>
                <a:cs typeface="Atkinson Hyperlegible"/>
              </a:defRPr>
            </a:lvl1pPr>
            <a:lvl2pPr algn="l">
              <a:defRPr sz="1350" b="1">
                <a:solidFill>
                  <a:srgbClr val="137B73"/>
                </a:solidFill>
                <a:latin typeface="Atkinson Hyperlegible"/>
                <a:ea typeface="Atkinson Hyperlegible"/>
                <a:cs typeface="Atkinson Hyperlegible"/>
              </a:defRPr>
            </a:lvl2pPr>
            <a:lvl3pPr algn="l">
              <a:defRPr sz="1350" b="1">
                <a:solidFill>
                  <a:srgbClr val="137B73"/>
                </a:solidFill>
                <a:latin typeface="Atkinson Hyperlegible"/>
                <a:ea typeface="Atkinson Hyperlegible"/>
                <a:cs typeface="Atkinson Hyperlegible"/>
              </a:defRPr>
            </a:lvl3pPr>
            <a:lvl4pPr algn="l">
              <a:defRPr sz="1350" b="1">
                <a:solidFill>
                  <a:srgbClr val="137B73"/>
                </a:solidFill>
                <a:latin typeface="Atkinson Hyperlegible"/>
                <a:ea typeface="Atkinson Hyperlegible"/>
                <a:cs typeface="Atkinson Hyperlegible"/>
              </a:defRPr>
            </a:lvl4pPr>
            <a:lvl5pPr algn="l">
              <a:defRPr sz="1350" b="1">
                <a:solidFill>
                  <a:srgbClr val="137B73"/>
                </a:solidFill>
                <a:latin typeface="Atkinson Hyperlegible"/>
                <a:ea typeface="Atkinson Hyperlegible"/>
                <a:cs typeface="Atkinson Hyperlegible"/>
              </a:defRPr>
            </a:lvl5pPr>
            <a:lvl6pPr algn="l">
              <a:defRPr sz="1350" b="1">
                <a:solidFill>
                  <a:srgbClr val="137B73"/>
                </a:solidFill>
                <a:latin typeface="Atkinson Hyperlegible"/>
                <a:ea typeface="Atkinson Hyperlegible"/>
                <a:cs typeface="Atkinson Hyperlegible"/>
              </a:defRPr>
            </a:lvl6pPr>
            <a:lvl7pPr algn="l">
              <a:defRPr sz="1350" b="1">
                <a:solidFill>
                  <a:srgbClr val="137B73"/>
                </a:solidFill>
                <a:latin typeface="Atkinson Hyperlegible"/>
                <a:ea typeface="Atkinson Hyperlegible"/>
                <a:cs typeface="Atkinson Hyperlegible"/>
              </a:defRPr>
            </a:lvl7pPr>
            <a:lvl8pPr algn="l">
              <a:defRPr sz="1350" b="1">
                <a:solidFill>
                  <a:srgbClr val="137B73"/>
                </a:solidFill>
                <a:latin typeface="Atkinson Hyperlegible"/>
                <a:ea typeface="Atkinson Hyperlegible"/>
                <a:cs typeface="Atkinson Hyperlegible"/>
              </a:defRPr>
            </a:lvl8pPr>
            <a:lvl9pPr algn="l">
              <a:defRPr sz="1350" b="1">
                <a:solidFill>
                  <a:srgbClr val="137B73"/>
                </a:solidFill>
                <a:latin typeface="Atkinson Hyperlegible"/>
                <a:ea typeface="Atkinson Hyperlegible"/>
                <a:cs typeface="Atkinson Hyperlegible"/>
              </a:defRPr>
            </a:lvl9pPr>
          </a:lstStyle>
          <a:p xmlns:a="http://schemas.openxmlformats.org/drawingml/2006/main">
            <a:pPr algn="l">
              <a:defRPr sz="1350" b="1">
                <a:solidFill>
                  <a:srgbClr val="137B73"/>
                </a:solidFill>
                <a:latin typeface="Atkinson Hyperlegible"/>
                <a:ea typeface="Atkinson Hyperlegible"/>
                <a:cs typeface="Atkinson Hyperlegible"/>
              </a:defRPr>
            </a:pPr>
            <a:r>
              <a:rPr sz="1350" b="1">
                <a:solidFill>
                  <a:srgbClr val="137B73"/>
                </a:solidFill>
                <a:latin typeface="Atkinson Hyperlegible"/>
                <a:ea typeface="Atkinson Hyperlegible"/>
                <a:cs typeface="Atkinson Hyperlegible"/>
              </a:rPr>
              <a:t>GridGuard Khartoum</a:t>
            </a:r>
          </a:p>
        </p:txBody>
      </p:sp>
      <p:sp>
        <p:nvSpPr>
          <p:cNvPr id="2" name="shape-143">
            <a:extLst xmlns:a="http://schemas.openxmlformats.org/drawingml/2006/main">
              <a:ext uri="{FF2B5EF4-FFF2-40B4-BE49-F238E27FC236}">
                <a16:creationId xmlns:a16="http://schemas.microsoft.com/office/drawing/2014/main" id="{C130208E-9521-4CB9-A084-5E579CAA77B6}"/>
              </a:ext>
            </a:extLst>
          </p:cNvPr>
          <p:cNvSpPr>
            <a:spLocks xmlns:a="http://schemas.openxmlformats.org/drawingml/2006/main" noGrp="1"/>
          </p:cNvSpPr>
          <p:nvPr/>
        </p:nvSpPr>
        <p:spPr>
          <a:xfrm xmlns:a="http://schemas.openxmlformats.org/drawingml/2006/main">
            <a:off x="609600" y="7334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F43"/>
                </a:solidFill>
                <a:latin typeface="Atkinson Hyperlegible"/>
                <a:ea typeface="Atkinson Hyperlegible"/>
                <a:cs typeface="Atkinson Hyperlegible"/>
              </a:defRPr>
            </a:defPPr>
            <a:lvl1pPr algn="l">
              <a:defRPr sz="3150" b="1">
                <a:solidFill>
                  <a:srgbClr val="173F43"/>
                </a:solidFill>
                <a:latin typeface="Atkinson Hyperlegible"/>
                <a:ea typeface="Atkinson Hyperlegible"/>
                <a:cs typeface="Atkinson Hyperlegible"/>
              </a:defRPr>
            </a:lvl1pPr>
            <a:lvl2pPr algn="l">
              <a:defRPr sz="3150" b="1">
                <a:solidFill>
                  <a:srgbClr val="173F43"/>
                </a:solidFill>
                <a:latin typeface="Atkinson Hyperlegible"/>
                <a:ea typeface="Atkinson Hyperlegible"/>
                <a:cs typeface="Atkinson Hyperlegible"/>
              </a:defRPr>
            </a:lvl2pPr>
            <a:lvl3pPr algn="l">
              <a:defRPr sz="3150" b="1">
                <a:solidFill>
                  <a:srgbClr val="173F43"/>
                </a:solidFill>
                <a:latin typeface="Atkinson Hyperlegible"/>
                <a:ea typeface="Atkinson Hyperlegible"/>
                <a:cs typeface="Atkinson Hyperlegible"/>
              </a:defRPr>
            </a:lvl3pPr>
            <a:lvl4pPr algn="l">
              <a:defRPr sz="3150" b="1">
                <a:solidFill>
                  <a:srgbClr val="173F43"/>
                </a:solidFill>
                <a:latin typeface="Atkinson Hyperlegible"/>
                <a:ea typeface="Atkinson Hyperlegible"/>
                <a:cs typeface="Atkinson Hyperlegible"/>
              </a:defRPr>
            </a:lvl4pPr>
            <a:lvl5pPr algn="l">
              <a:defRPr sz="3150" b="1">
                <a:solidFill>
                  <a:srgbClr val="173F43"/>
                </a:solidFill>
                <a:latin typeface="Atkinson Hyperlegible"/>
                <a:ea typeface="Atkinson Hyperlegible"/>
                <a:cs typeface="Atkinson Hyperlegible"/>
              </a:defRPr>
            </a:lvl5pPr>
            <a:lvl6pPr algn="l">
              <a:defRPr sz="3150" b="1">
                <a:solidFill>
                  <a:srgbClr val="173F43"/>
                </a:solidFill>
                <a:latin typeface="Atkinson Hyperlegible"/>
                <a:ea typeface="Atkinson Hyperlegible"/>
                <a:cs typeface="Atkinson Hyperlegible"/>
              </a:defRPr>
            </a:lvl6pPr>
            <a:lvl7pPr algn="l">
              <a:defRPr sz="3150" b="1">
                <a:solidFill>
                  <a:srgbClr val="173F43"/>
                </a:solidFill>
                <a:latin typeface="Atkinson Hyperlegible"/>
                <a:ea typeface="Atkinson Hyperlegible"/>
                <a:cs typeface="Atkinson Hyperlegible"/>
              </a:defRPr>
            </a:lvl7pPr>
            <a:lvl8pPr algn="l">
              <a:defRPr sz="3150" b="1">
                <a:solidFill>
                  <a:srgbClr val="173F43"/>
                </a:solidFill>
                <a:latin typeface="Atkinson Hyperlegible"/>
                <a:ea typeface="Atkinson Hyperlegible"/>
                <a:cs typeface="Atkinson Hyperlegible"/>
              </a:defRPr>
            </a:lvl8pPr>
            <a:lvl9pPr algn="l">
              <a:defRPr sz="3150" b="1">
                <a:solidFill>
                  <a:srgbClr val="173F43"/>
                </a:solidFill>
                <a:latin typeface="Atkinson Hyperlegible"/>
                <a:ea typeface="Atkinson Hyperlegible"/>
                <a:cs typeface="Atkinson Hyperlegible"/>
              </a:defRPr>
            </a:lvl9pPr>
          </a:lstStyle>
          <a:p xmlns:a="http://schemas.openxmlformats.org/drawingml/2006/main">
            <a:pPr algn="l">
              <a:defRPr sz="3150" b="1">
                <a:solidFill>
                  <a:srgbClr val="173F43"/>
                </a:solidFill>
                <a:latin typeface="Atkinson Hyperlegible"/>
                <a:ea typeface="Atkinson Hyperlegible"/>
                <a:cs typeface="Atkinson Hyperlegible"/>
              </a:defRPr>
            </a:pPr>
            <a:r>
              <a:rPr sz="3150" b="1">
                <a:solidFill>
                  <a:srgbClr val="173F43"/>
                </a:solidFill>
                <a:latin typeface="Atkinson Hyperlegible"/>
                <a:ea typeface="Atkinson Hyperlegible"/>
                <a:cs typeface="Atkinson Hyperlegible"/>
              </a:rPr>
              <a:t>Between-seed validation variance</a:t>
            </a:r>
          </a:p>
        </p:txBody>
      </p:sp>
      <p:sp>
        <p:nvSpPr>
          <p:cNvPr id="3" name="shape-144">
            <a:extLst xmlns:a="http://schemas.openxmlformats.org/drawingml/2006/main">
              <a:ext uri="{FF2B5EF4-FFF2-40B4-BE49-F238E27FC236}">
                <a16:creationId xmlns:a16="http://schemas.microsoft.com/office/drawing/2014/main" id="{84B08B03-444C-415A-BB12-8AA0614AE3C4}"/>
              </a:ext>
            </a:extLst>
          </p:cNvPr>
          <p:cNvSpPr>
            <a:spLocks xmlns:a="http://schemas.openxmlformats.org/drawingml/2006/main" noGrp="1"/>
          </p:cNvSpPr>
          <p:nvPr/>
        </p:nvSpPr>
        <p:spPr>
          <a:xfrm xmlns:a="http://schemas.openxmlformats.org/drawingml/2006/main">
            <a:off x="609600" y="136207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787A"/>
                </a:solidFill>
                <a:latin typeface="Atkinson Hyperlegible"/>
                <a:ea typeface="Atkinson Hyperlegible"/>
                <a:cs typeface="Atkinson Hyperlegible"/>
              </a:defRPr>
            </a:defPPr>
            <a:lvl1pPr algn="l">
              <a:defRPr sz="1725" b="0">
                <a:solidFill>
                  <a:srgbClr val="58787A"/>
                </a:solidFill>
                <a:latin typeface="Atkinson Hyperlegible"/>
                <a:ea typeface="Atkinson Hyperlegible"/>
                <a:cs typeface="Atkinson Hyperlegible"/>
              </a:defRPr>
            </a:lvl1pPr>
            <a:lvl2pPr algn="l">
              <a:defRPr sz="1725" b="0">
                <a:solidFill>
                  <a:srgbClr val="58787A"/>
                </a:solidFill>
                <a:latin typeface="Atkinson Hyperlegible"/>
                <a:ea typeface="Atkinson Hyperlegible"/>
                <a:cs typeface="Atkinson Hyperlegible"/>
              </a:defRPr>
            </a:lvl2pPr>
            <a:lvl3pPr algn="l">
              <a:defRPr sz="1725" b="0">
                <a:solidFill>
                  <a:srgbClr val="58787A"/>
                </a:solidFill>
                <a:latin typeface="Atkinson Hyperlegible"/>
                <a:ea typeface="Atkinson Hyperlegible"/>
                <a:cs typeface="Atkinson Hyperlegible"/>
              </a:defRPr>
            </a:lvl3pPr>
            <a:lvl4pPr algn="l">
              <a:defRPr sz="1725" b="0">
                <a:solidFill>
                  <a:srgbClr val="58787A"/>
                </a:solidFill>
                <a:latin typeface="Atkinson Hyperlegible"/>
                <a:ea typeface="Atkinson Hyperlegible"/>
                <a:cs typeface="Atkinson Hyperlegible"/>
              </a:defRPr>
            </a:lvl4pPr>
            <a:lvl5pPr algn="l">
              <a:defRPr sz="1725" b="0">
                <a:solidFill>
                  <a:srgbClr val="58787A"/>
                </a:solidFill>
                <a:latin typeface="Atkinson Hyperlegible"/>
                <a:ea typeface="Atkinson Hyperlegible"/>
                <a:cs typeface="Atkinson Hyperlegible"/>
              </a:defRPr>
            </a:lvl5pPr>
            <a:lvl6pPr algn="l">
              <a:defRPr sz="1725" b="0">
                <a:solidFill>
                  <a:srgbClr val="58787A"/>
                </a:solidFill>
                <a:latin typeface="Atkinson Hyperlegible"/>
                <a:ea typeface="Atkinson Hyperlegible"/>
                <a:cs typeface="Atkinson Hyperlegible"/>
              </a:defRPr>
            </a:lvl6pPr>
            <a:lvl7pPr algn="l">
              <a:defRPr sz="1725" b="0">
                <a:solidFill>
                  <a:srgbClr val="58787A"/>
                </a:solidFill>
                <a:latin typeface="Atkinson Hyperlegible"/>
                <a:ea typeface="Atkinson Hyperlegible"/>
                <a:cs typeface="Atkinson Hyperlegible"/>
              </a:defRPr>
            </a:lvl7pPr>
            <a:lvl8pPr algn="l">
              <a:defRPr sz="1725" b="0">
                <a:solidFill>
                  <a:srgbClr val="58787A"/>
                </a:solidFill>
                <a:latin typeface="Atkinson Hyperlegible"/>
                <a:ea typeface="Atkinson Hyperlegible"/>
                <a:cs typeface="Atkinson Hyperlegible"/>
              </a:defRPr>
            </a:lvl8pPr>
            <a:lvl9pPr algn="l">
              <a:defRPr sz="1725" b="0">
                <a:solidFill>
                  <a:srgbClr val="58787A"/>
                </a:solidFill>
                <a:latin typeface="Atkinson Hyperlegible"/>
                <a:ea typeface="Atkinson Hyperlegible"/>
                <a:cs typeface="Atkinson Hyperlegible"/>
              </a:defRPr>
            </a:lvl9pPr>
          </a:lstStyle>
          <a:p xmlns:a="http://schemas.openxmlformats.org/drawingml/2006/main">
            <a:pPr algn="l">
              <a:defRPr sz="1725" b="0">
                <a:solidFill>
                  <a:srgbClr val="58787A"/>
                </a:solidFill>
                <a:latin typeface="Atkinson Hyperlegible"/>
                <a:ea typeface="Atkinson Hyperlegible"/>
                <a:cs typeface="Atkinson Hyperlegible"/>
              </a:defRPr>
            </a:pPr>
            <a:r>
              <a:rPr sz="1725" b="0">
                <a:solidFill>
                  <a:srgbClr val="58787A"/>
                </a:solidFill>
                <a:latin typeface="Atkinson Hyperlegible"/>
                <a:ea typeface="Atkinson Hyperlegible"/>
                <a:cs typeface="Atkinson Hyperlegible"/>
              </a:rPr>
              <a:t>Sample variance of the five run means on the same validation scenarios</a:t>
            </a:r>
          </a:p>
        </p:txBody>
      </p:sp>
      <p:sp>
        <p:nvSpPr>
          <p:cNvPr id="4" name="shape-145">
            <a:extLst xmlns:a="http://schemas.openxmlformats.org/drawingml/2006/main">
              <a:ext uri="{FF2B5EF4-FFF2-40B4-BE49-F238E27FC236}">
                <a16:creationId xmlns:a16="http://schemas.microsoft.com/office/drawing/2014/main" id="{D7739BF5-7800-4119-8C0E-40FB3FAC3915}"/>
              </a:ext>
            </a:extLst>
          </p:cNvPr>
          <p:cNvSpPr>
            <a:spLocks xmlns:a="http://schemas.openxmlformats.org/drawingml/2006/main" noGrp="1"/>
          </p:cNvSpPr>
          <p:nvPr/>
        </p:nvSpPr>
        <p:spPr>
          <a:xfrm xmlns:a="http://schemas.openxmlformats.org/drawingml/2006/main">
            <a:off x="609600" y="6448425"/>
            <a:ext cx="10972800" cy="9525"/>
          </a:xfrm>
          <a:prstGeom xmlns:a="http://schemas.openxmlformats.org/drawingml/2006/main" prst="rect">
            <a:avLst/>
          </a:prstGeom>
          <a:solidFill xmlns:a="http://schemas.openxmlformats.org/drawingml/2006/main">
            <a:srgbClr val="D8E5DF"/>
          </a:solidFill>
          <a:ln xmlns:a="http://schemas.openxmlformats.org/drawingml/2006/main" w="0">
            <a:noFill/>
          </a:ln>
        </p:spPr>
      </p:sp>
      <p:sp>
        <p:nvSpPr>
          <p:cNvPr id="5" name="shape-146">
            <a:extLst xmlns:a="http://schemas.openxmlformats.org/drawingml/2006/main">
              <a:ext uri="{FF2B5EF4-FFF2-40B4-BE49-F238E27FC236}">
                <a16:creationId xmlns:a16="http://schemas.microsoft.com/office/drawing/2014/main" id="{99BB2BA5-8778-4B60-A0CF-1ECE213F31F5}"/>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8787A"/>
                </a:solidFill>
                <a:latin typeface="Atkinson Hyperlegible"/>
                <a:ea typeface="Atkinson Hyperlegible"/>
                <a:cs typeface="Atkinson Hyperlegible"/>
              </a:defRPr>
            </a:defPPr>
            <a:lvl1pPr algn="l">
              <a:defRPr sz="1050" b="0">
                <a:solidFill>
                  <a:srgbClr val="58787A"/>
                </a:solidFill>
                <a:latin typeface="Atkinson Hyperlegible"/>
                <a:ea typeface="Atkinson Hyperlegible"/>
                <a:cs typeface="Atkinson Hyperlegible"/>
              </a:defRPr>
            </a:lvl1pPr>
            <a:lvl2pPr algn="l">
              <a:defRPr sz="1050" b="0">
                <a:solidFill>
                  <a:srgbClr val="58787A"/>
                </a:solidFill>
                <a:latin typeface="Atkinson Hyperlegible"/>
                <a:ea typeface="Atkinson Hyperlegible"/>
                <a:cs typeface="Atkinson Hyperlegible"/>
              </a:defRPr>
            </a:lvl2pPr>
            <a:lvl3pPr algn="l">
              <a:defRPr sz="1050" b="0">
                <a:solidFill>
                  <a:srgbClr val="58787A"/>
                </a:solidFill>
                <a:latin typeface="Atkinson Hyperlegible"/>
                <a:ea typeface="Atkinson Hyperlegible"/>
                <a:cs typeface="Atkinson Hyperlegible"/>
              </a:defRPr>
            </a:lvl3pPr>
            <a:lvl4pPr algn="l">
              <a:defRPr sz="1050" b="0">
                <a:solidFill>
                  <a:srgbClr val="58787A"/>
                </a:solidFill>
                <a:latin typeface="Atkinson Hyperlegible"/>
                <a:ea typeface="Atkinson Hyperlegible"/>
                <a:cs typeface="Atkinson Hyperlegible"/>
              </a:defRPr>
            </a:lvl4pPr>
            <a:lvl5pPr algn="l">
              <a:defRPr sz="1050" b="0">
                <a:solidFill>
                  <a:srgbClr val="58787A"/>
                </a:solidFill>
                <a:latin typeface="Atkinson Hyperlegible"/>
                <a:ea typeface="Atkinson Hyperlegible"/>
                <a:cs typeface="Atkinson Hyperlegible"/>
              </a:defRPr>
            </a:lvl5pPr>
            <a:lvl6pPr algn="l">
              <a:defRPr sz="1050" b="0">
                <a:solidFill>
                  <a:srgbClr val="58787A"/>
                </a:solidFill>
                <a:latin typeface="Atkinson Hyperlegible"/>
                <a:ea typeface="Atkinson Hyperlegible"/>
                <a:cs typeface="Atkinson Hyperlegible"/>
              </a:defRPr>
            </a:lvl6pPr>
            <a:lvl7pPr algn="l">
              <a:defRPr sz="1050" b="0">
                <a:solidFill>
                  <a:srgbClr val="58787A"/>
                </a:solidFill>
                <a:latin typeface="Atkinson Hyperlegible"/>
                <a:ea typeface="Atkinson Hyperlegible"/>
                <a:cs typeface="Atkinson Hyperlegible"/>
              </a:defRPr>
            </a:lvl7pPr>
            <a:lvl8pPr algn="l">
              <a:defRPr sz="1050" b="0">
                <a:solidFill>
                  <a:srgbClr val="58787A"/>
                </a:solidFill>
                <a:latin typeface="Atkinson Hyperlegible"/>
                <a:ea typeface="Atkinson Hyperlegible"/>
                <a:cs typeface="Atkinson Hyperlegible"/>
              </a:defRPr>
            </a:lvl8pPr>
            <a:lvl9pPr algn="l">
              <a:defRPr sz="1050" b="0">
                <a:solidFill>
                  <a:srgbClr val="58787A"/>
                </a:solidFill>
                <a:latin typeface="Atkinson Hyperlegible"/>
                <a:ea typeface="Atkinson Hyperlegible"/>
                <a:cs typeface="Atkinson Hyperlegible"/>
              </a:defRPr>
            </a:lvl9pPr>
          </a:lstStyle>
          <a:p xmlns:a="http://schemas.openxmlformats.org/drawingml/2006/main">
            <a:pPr algn="l">
              <a:defRPr sz="1050" b="0">
                <a:solidFill>
                  <a:srgbClr val="58787A"/>
                </a:solidFill>
                <a:latin typeface="Atkinson Hyperlegible"/>
                <a:ea typeface="Atkinson Hyperlegible"/>
                <a:cs typeface="Atkinson Hyperlegible"/>
              </a:defRPr>
            </a:pPr>
            <a:r>
              <a:rPr sz="1050" b="0">
                <a:solidFill>
                  <a:srgbClr val="58787A"/>
                </a:solidFill>
                <a:latin typeface="Atkinson Hyperlegible"/>
                <a:ea typeface="Atkinson Hyperlegible"/>
                <a:cs typeface="Atkinson Hyperlegible"/>
              </a:rPr>
              <a:t>Synthetic scenarios. Decision support only.</a:t>
            </a:r>
          </a:p>
        </p:txBody>
      </p:sp>
      <p:sp>
        <p:nvSpPr>
          <p:cNvPr id="6" name="shape-147">
            <a:extLst xmlns:a="http://schemas.openxmlformats.org/drawingml/2006/main">
              <a:ext uri="{FF2B5EF4-FFF2-40B4-BE49-F238E27FC236}">
                <a16:creationId xmlns:a16="http://schemas.microsoft.com/office/drawing/2014/main" id="{3B0E51FC-65C0-4CD9-B0A6-EFEBB88B8603}"/>
              </a:ext>
            </a:extLst>
          </p:cNvPr>
          <p:cNvSpPr>
            <a:spLocks xmlns:a="http://schemas.openxmlformats.org/drawingml/2006/main" noGrp="1"/>
          </p:cNvSpPr>
          <p:nvPr/>
        </p:nvSpPr>
        <p:spPr>
          <a:xfrm xmlns:a="http://schemas.openxmlformats.org/drawingml/2006/main">
            <a:off x="11001375" y="6515100"/>
            <a:ext cx="581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137B73"/>
                </a:solidFill>
                <a:latin typeface="Atkinson Hyperlegible"/>
                <a:ea typeface="Atkinson Hyperlegible"/>
                <a:cs typeface="Atkinson Hyperlegible"/>
              </a:defRPr>
            </a:defPPr>
            <a:lvl1pPr algn="r">
              <a:defRPr sz="1275" b="0">
                <a:solidFill>
                  <a:srgbClr val="137B73"/>
                </a:solidFill>
                <a:latin typeface="Atkinson Hyperlegible"/>
                <a:ea typeface="Atkinson Hyperlegible"/>
                <a:cs typeface="Atkinson Hyperlegible"/>
              </a:defRPr>
            </a:lvl1pPr>
            <a:lvl2pPr algn="r">
              <a:defRPr sz="1275" b="0">
                <a:solidFill>
                  <a:srgbClr val="137B73"/>
                </a:solidFill>
                <a:latin typeface="Atkinson Hyperlegible"/>
                <a:ea typeface="Atkinson Hyperlegible"/>
                <a:cs typeface="Atkinson Hyperlegible"/>
              </a:defRPr>
            </a:lvl2pPr>
            <a:lvl3pPr algn="r">
              <a:defRPr sz="1275" b="0">
                <a:solidFill>
                  <a:srgbClr val="137B73"/>
                </a:solidFill>
                <a:latin typeface="Atkinson Hyperlegible"/>
                <a:ea typeface="Atkinson Hyperlegible"/>
                <a:cs typeface="Atkinson Hyperlegible"/>
              </a:defRPr>
            </a:lvl3pPr>
            <a:lvl4pPr algn="r">
              <a:defRPr sz="1275" b="0">
                <a:solidFill>
                  <a:srgbClr val="137B73"/>
                </a:solidFill>
                <a:latin typeface="Atkinson Hyperlegible"/>
                <a:ea typeface="Atkinson Hyperlegible"/>
                <a:cs typeface="Atkinson Hyperlegible"/>
              </a:defRPr>
            </a:lvl4pPr>
            <a:lvl5pPr algn="r">
              <a:defRPr sz="1275" b="0">
                <a:solidFill>
                  <a:srgbClr val="137B73"/>
                </a:solidFill>
                <a:latin typeface="Atkinson Hyperlegible"/>
                <a:ea typeface="Atkinson Hyperlegible"/>
                <a:cs typeface="Atkinson Hyperlegible"/>
              </a:defRPr>
            </a:lvl5pPr>
            <a:lvl6pPr algn="r">
              <a:defRPr sz="1275" b="0">
                <a:solidFill>
                  <a:srgbClr val="137B73"/>
                </a:solidFill>
                <a:latin typeface="Atkinson Hyperlegible"/>
                <a:ea typeface="Atkinson Hyperlegible"/>
                <a:cs typeface="Atkinson Hyperlegible"/>
              </a:defRPr>
            </a:lvl6pPr>
            <a:lvl7pPr algn="r">
              <a:defRPr sz="1275" b="0">
                <a:solidFill>
                  <a:srgbClr val="137B73"/>
                </a:solidFill>
                <a:latin typeface="Atkinson Hyperlegible"/>
                <a:ea typeface="Atkinson Hyperlegible"/>
                <a:cs typeface="Atkinson Hyperlegible"/>
              </a:defRPr>
            </a:lvl7pPr>
            <a:lvl8pPr algn="r">
              <a:defRPr sz="1275" b="0">
                <a:solidFill>
                  <a:srgbClr val="137B73"/>
                </a:solidFill>
                <a:latin typeface="Atkinson Hyperlegible"/>
                <a:ea typeface="Atkinson Hyperlegible"/>
                <a:cs typeface="Atkinson Hyperlegible"/>
              </a:defRPr>
            </a:lvl8pPr>
            <a:lvl9pPr algn="r">
              <a:defRPr sz="1275" b="0">
                <a:solidFill>
                  <a:srgbClr val="137B73"/>
                </a:solidFill>
                <a:latin typeface="Atkinson Hyperlegible"/>
                <a:ea typeface="Atkinson Hyperlegible"/>
                <a:cs typeface="Atkinson Hyperlegible"/>
              </a:defRPr>
            </a:lvl9pPr>
          </a:lstStyle>
          <a:p xmlns:a="http://schemas.openxmlformats.org/drawingml/2006/main">
            <a:pPr algn="r">
              <a:defRPr sz="1275" b="0">
                <a:solidFill>
                  <a:srgbClr val="137B73"/>
                </a:solidFill>
                <a:latin typeface="Atkinson Hyperlegible"/>
                <a:ea typeface="Atkinson Hyperlegible"/>
                <a:cs typeface="Atkinson Hyperlegible"/>
              </a:defRPr>
            </a:pPr>
            <a:r>
              <a:rPr sz="1275" b="0">
                <a:solidFill>
                  <a:srgbClr val="137B73"/>
                </a:solidFill>
                <a:latin typeface="Atkinson Hyperlegible"/>
                <a:ea typeface="Atkinson Hyperlegible"/>
                <a:cs typeface="Atkinson Hyperlegible"/>
              </a:rPr>
              <a:t>18</a:t>
            </a:r>
          </a:p>
        </p:txBody>
      </p:sp>
      <p:graphicFrame>
        <p:nvGraphicFramePr>
          <p:cNvPr id="7" name="Chart">
            <a:extLst xmlns:a="http://schemas.openxmlformats.org/drawingml/2006/main">
              <a:ext uri="{FF2B5EF4-FFF2-40B4-BE49-F238E27FC236}">
                <a16:creationId xmlns:a16="http://schemas.microsoft.com/office/drawing/2014/main" id="{20DE8416-D4F7-4D67-995C-3E16ADC8A9FF}"/>
              </a:ext>
            </a:extLst>
          </p:cNvPr>
          <p:cNvGraphicFramePr/>
          <p:nvPr/>
        </p:nvGraphicFramePr>
        <p:xfrm>
          <a:off xmlns:a="http://schemas.openxmlformats.org/drawingml/2006/main" x="609600" y="2095500"/>
          <a:ext xmlns:a="http://schemas.openxmlformats.org/drawingml/2006/main" cx="3543300" cy="2952750"/>
        </p:xfrm>
        <a:graphic xmlns:a="http://schemas.openxmlformats.org/drawingml/2006/main">
          <a:graphicData uri="http://schemas.openxmlformats.org/drawingml/2006/chart">
            <c:chart xmlns:r="http://schemas.openxmlformats.org/officeDocument/2006/relationships" xmlns:c="http://schemas.openxmlformats.org/drawingml/2006/chart" r:id="Recd153aff0c74545"/>
          </a:graphicData>
        </a:graphic>
      </p:graphicFrame>
      <p:graphicFrame>
        <p:nvGraphicFramePr>
          <p:cNvPr id="8" name="Chart">
            <a:extLst xmlns:a="http://schemas.openxmlformats.org/drawingml/2006/main">
              <a:ext uri="{FF2B5EF4-FFF2-40B4-BE49-F238E27FC236}">
                <a16:creationId xmlns:a16="http://schemas.microsoft.com/office/drawing/2014/main" id="{821BE9D9-6629-4109-9A4C-A2E99E0D9683}"/>
              </a:ext>
            </a:extLst>
          </p:cNvPr>
          <p:cNvGraphicFramePr/>
          <p:nvPr/>
        </p:nvGraphicFramePr>
        <p:xfrm>
          <a:off xmlns:a="http://schemas.openxmlformats.org/drawingml/2006/main" x="4324350" y="2095500"/>
          <a:ext xmlns:a="http://schemas.openxmlformats.org/drawingml/2006/main" cx="3543300" cy="2952750"/>
        </p:xfrm>
        <a:graphic xmlns:a="http://schemas.openxmlformats.org/drawingml/2006/main">
          <a:graphicData uri="http://schemas.openxmlformats.org/drawingml/2006/chart">
            <c:chart xmlns:r="http://schemas.openxmlformats.org/officeDocument/2006/relationships" xmlns:c="http://schemas.openxmlformats.org/drawingml/2006/chart" r:id="Rab7cd52e17b44436"/>
          </a:graphicData>
        </a:graphic>
      </p:graphicFrame>
      <p:graphicFrame>
        <p:nvGraphicFramePr>
          <p:cNvPr id="9" name="Chart">
            <a:extLst xmlns:a="http://schemas.openxmlformats.org/drawingml/2006/main">
              <a:ext uri="{FF2B5EF4-FFF2-40B4-BE49-F238E27FC236}">
                <a16:creationId xmlns:a16="http://schemas.microsoft.com/office/drawing/2014/main" id="{98BDB262-95A1-445C-B8AD-C7BAB4DE5D50}"/>
              </a:ext>
            </a:extLst>
          </p:cNvPr>
          <p:cNvGraphicFramePr/>
          <p:nvPr/>
        </p:nvGraphicFramePr>
        <p:xfrm>
          <a:off xmlns:a="http://schemas.openxmlformats.org/drawingml/2006/main" x="8039100" y="2095500"/>
          <a:ext xmlns:a="http://schemas.openxmlformats.org/drawingml/2006/main" cx="3543300" cy="2952750"/>
        </p:xfrm>
        <a:graphic xmlns:a="http://schemas.openxmlformats.org/drawingml/2006/main">
          <a:graphicData uri="http://schemas.openxmlformats.org/drawingml/2006/chart">
            <c:chart xmlns:r="http://schemas.openxmlformats.org/officeDocument/2006/relationships" xmlns:c="http://schemas.openxmlformats.org/drawingml/2006/chart" r:id="Rd5aa6f43dd834bf9"/>
          </a:graphicData>
        </a:graphic>
      </p:graphicFrame>
      <p:pic>
        <p:nvPicPr>
          <p:cNvPr id="10" name="">
            <a:extLst xmlns:a="http://schemas.openxmlformats.org/drawingml/2006/main">
              <a:ext uri="{FF2B5EF4-FFF2-40B4-BE49-F238E27FC236}">
                <a16:creationId xmlns:a16="http://schemas.microsoft.com/office/drawing/2014/main" id="{3C93DDA8-941F-413F-B9ED-C3B6421D9B86}"/>
              </a:ext>
            </a:extLst>
          </p:cNvPr>
          <p:cNvPicPr>
            <a:picLocks xmlns:a="http://schemas.openxmlformats.org/drawingml/2006/main" noChangeAspect="1"/>
          </p:cNvPicPr>
          <p:nvPr/>
        </p:nvPicPr>
        <p:blipFill>
          <a:blip xmlns:r="http://schemas.openxmlformats.org/officeDocument/2006/relationships" xmlns:a="http://schemas.openxmlformats.org/drawingml/2006/main" r:embed="R959ca2915855431f"/>
          <a:stretch xmlns:a="http://schemas.openxmlformats.org/drawingml/2006/main"/>
        </p:blipFill>
        <p:spPr>
          <a:xfrm xmlns:a="http://schemas.openxmlformats.org/drawingml/2006/main">
            <a:off x="3990593" y="5162550"/>
            <a:ext cx="4210813" cy="676275"/>
          </a:xfrm>
          <a:prstGeom xmlns:a="http://schemas.openxmlformats.org/drawingml/2006/main" prst="rect">
            <a:avLst/>
          </a:prstGeom>
        </p:spPr>
      </p:pic>
      <p:sp>
        <p:nvSpPr>
          <p:cNvPr id="11" name="shape-148">
            <a:extLst xmlns:a="http://schemas.openxmlformats.org/drawingml/2006/main">
              <a:ext uri="{FF2B5EF4-FFF2-40B4-BE49-F238E27FC236}">
                <a16:creationId xmlns:a16="http://schemas.microsoft.com/office/drawing/2014/main" id="{DD3FDD7D-818A-4781-A445-11F0A6A8D381}"/>
              </a:ext>
            </a:extLst>
          </p:cNvPr>
          <p:cNvSpPr>
            <a:spLocks xmlns:a="http://schemas.openxmlformats.org/drawingml/2006/main" noGrp="1"/>
          </p:cNvSpPr>
          <p:nvPr/>
        </p:nvSpPr>
        <p:spPr>
          <a:xfrm xmlns:a="http://schemas.openxmlformats.org/drawingml/2006/main">
            <a:off x="609600" y="59150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8787A"/>
                </a:solidFill>
                <a:latin typeface="Atkinson Hyperlegible"/>
                <a:ea typeface="Atkinson Hyperlegible"/>
                <a:cs typeface="Atkinson Hyperlegible"/>
              </a:defRPr>
            </a:defPPr>
            <a:lvl1pPr algn="l">
              <a:defRPr sz="1650" b="0">
                <a:solidFill>
                  <a:srgbClr val="58787A"/>
                </a:solidFill>
                <a:latin typeface="Atkinson Hyperlegible"/>
                <a:ea typeface="Atkinson Hyperlegible"/>
                <a:cs typeface="Atkinson Hyperlegible"/>
              </a:defRPr>
            </a:lvl1pPr>
            <a:lvl2pPr algn="l">
              <a:defRPr sz="1650" b="0">
                <a:solidFill>
                  <a:srgbClr val="58787A"/>
                </a:solidFill>
                <a:latin typeface="Atkinson Hyperlegible"/>
                <a:ea typeface="Atkinson Hyperlegible"/>
                <a:cs typeface="Atkinson Hyperlegible"/>
              </a:defRPr>
            </a:lvl2pPr>
            <a:lvl3pPr algn="l">
              <a:defRPr sz="1650" b="0">
                <a:solidFill>
                  <a:srgbClr val="58787A"/>
                </a:solidFill>
                <a:latin typeface="Atkinson Hyperlegible"/>
                <a:ea typeface="Atkinson Hyperlegible"/>
                <a:cs typeface="Atkinson Hyperlegible"/>
              </a:defRPr>
            </a:lvl3pPr>
            <a:lvl4pPr algn="l">
              <a:defRPr sz="1650" b="0">
                <a:solidFill>
                  <a:srgbClr val="58787A"/>
                </a:solidFill>
                <a:latin typeface="Atkinson Hyperlegible"/>
                <a:ea typeface="Atkinson Hyperlegible"/>
                <a:cs typeface="Atkinson Hyperlegible"/>
              </a:defRPr>
            </a:lvl4pPr>
            <a:lvl5pPr algn="l">
              <a:defRPr sz="1650" b="0">
                <a:solidFill>
                  <a:srgbClr val="58787A"/>
                </a:solidFill>
                <a:latin typeface="Atkinson Hyperlegible"/>
                <a:ea typeface="Atkinson Hyperlegible"/>
                <a:cs typeface="Atkinson Hyperlegible"/>
              </a:defRPr>
            </a:lvl5pPr>
            <a:lvl6pPr algn="l">
              <a:defRPr sz="1650" b="0">
                <a:solidFill>
                  <a:srgbClr val="58787A"/>
                </a:solidFill>
                <a:latin typeface="Atkinson Hyperlegible"/>
                <a:ea typeface="Atkinson Hyperlegible"/>
                <a:cs typeface="Atkinson Hyperlegible"/>
              </a:defRPr>
            </a:lvl6pPr>
            <a:lvl7pPr algn="l">
              <a:defRPr sz="1650" b="0">
                <a:solidFill>
                  <a:srgbClr val="58787A"/>
                </a:solidFill>
                <a:latin typeface="Atkinson Hyperlegible"/>
                <a:ea typeface="Atkinson Hyperlegible"/>
                <a:cs typeface="Atkinson Hyperlegible"/>
              </a:defRPr>
            </a:lvl7pPr>
            <a:lvl8pPr algn="l">
              <a:defRPr sz="1650" b="0">
                <a:solidFill>
                  <a:srgbClr val="58787A"/>
                </a:solidFill>
                <a:latin typeface="Atkinson Hyperlegible"/>
                <a:ea typeface="Atkinson Hyperlegible"/>
                <a:cs typeface="Atkinson Hyperlegible"/>
              </a:defRPr>
            </a:lvl8pPr>
            <a:lvl9pPr algn="l">
              <a:defRPr sz="1650" b="0">
                <a:solidFill>
                  <a:srgbClr val="58787A"/>
                </a:solidFill>
                <a:latin typeface="Atkinson Hyperlegible"/>
                <a:ea typeface="Atkinson Hyperlegible"/>
                <a:cs typeface="Atkinson Hyperlegible"/>
              </a:defRPr>
            </a:lvl9pPr>
          </a:lstStyle>
          <a:p xmlns:a="http://schemas.openxmlformats.org/drawingml/2006/main">
            <a:pPr algn="l">
              <a:defRPr sz="1650" b="0">
                <a:solidFill>
                  <a:srgbClr val="58787A"/>
                </a:solidFill>
                <a:latin typeface="Atkinson Hyperlegible"/>
                <a:ea typeface="Atkinson Hyperlegible"/>
                <a:cs typeface="Atkinson Hyperlegible"/>
              </a:defRPr>
            </a:pPr>
            <a:r>
              <a:rPr sz="1650" b="0">
                <a:solidFill>
                  <a:srgbClr val="58787A"/>
                </a:solidFill>
                <a:latin typeface="Atkinson Hyperlegible"/>
                <a:ea typeface="Atkinson Hyperlegible"/>
                <a:cs typeface="Atkinson Hyperlegible"/>
              </a:rPr>
              <a:t>31 checkpoints include behavior-cloning iteration 0. This is between-run variance, not critic explained variance or final-test uncertainty.</a:t>
            </a:r>
          </a:p>
        </p:txBody>
      </p:sp>
    </p:spTree>
    <p:extLst>
      <p:ext uri="{BB962C8B-B14F-4D97-AF65-F5344CB8AC3E}">
        <p14:creationId xmlns:p14="http://schemas.microsoft.com/office/powerpoint/2010/main" val="1941108189"/>
      </p:ext>
    </p:extLst>
  </p:cSld>
</p:sld>
</file>

<file path=ppt/slides/slide19.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10" name="shape-149">
            <a:extLst xmlns:a="http://schemas.openxmlformats.org/drawingml/2006/main">
              <a:ext uri="{FF2B5EF4-FFF2-40B4-BE49-F238E27FC236}">
                <a16:creationId xmlns:a16="http://schemas.microsoft.com/office/drawing/2014/main" id="{3A802DF7-1A7E-46F7-8CA6-21F8E520A0B7}"/>
              </a:ext>
            </a:extLst>
          </p:cNvPr>
          <p:cNvSpPr>
            <a:spLocks xmlns:a="http://schemas.openxmlformats.org/drawingml/2006/main" noGrp="1"/>
          </p:cNvSpPr>
          <p:nvPr/>
        </p:nvSpPr>
        <p:spPr>
          <a:xfrm xmlns:a="http://schemas.openxmlformats.org/drawingml/2006/main">
            <a:off x="609600" y="266700"/>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37B73"/>
                </a:solidFill>
                <a:latin typeface="Atkinson Hyperlegible"/>
                <a:ea typeface="Atkinson Hyperlegible"/>
                <a:cs typeface="Atkinson Hyperlegible"/>
              </a:defRPr>
            </a:defPPr>
            <a:lvl1pPr algn="l">
              <a:defRPr sz="1350" b="1">
                <a:solidFill>
                  <a:srgbClr val="137B73"/>
                </a:solidFill>
                <a:latin typeface="Atkinson Hyperlegible"/>
                <a:ea typeface="Atkinson Hyperlegible"/>
                <a:cs typeface="Atkinson Hyperlegible"/>
              </a:defRPr>
            </a:lvl1pPr>
            <a:lvl2pPr algn="l">
              <a:defRPr sz="1350" b="1">
                <a:solidFill>
                  <a:srgbClr val="137B73"/>
                </a:solidFill>
                <a:latin typeface="Atkinson Hyperlegible"/>
                <a:ea typeface="Atkinson Hyperlegible"/>
                <a:cs typeface="Atkinson Hyperlegible"/>
              </a:defRPr>
            </a:lvl2pPr>
            <a:lvl3pPr algn="l">
              <a:defRPr sz="1350" b="1">
                <a:solidFill>
                  <a:srgbClr val="137B73"/>
                </a:solidFill>
                <a:latin typeface="Atkinson Hyperlegible"/>
                <a:ea typeface="Atkinson Hyperlegible"/>
                <a:cs typeface="Atkinson Hyperlegible"/>
              </a:defRPr>
            </a:lvl3pPr>
            <a:lvl4pPr algn="l">
              <a:defRPr sz="1350" b="1">
                <a:solidFill>
                  <a:srgbClr val="137B73"/>
                </a:solidFill>
                <a:latin typeface="Atkinson Hyperlegible"/>
                <a:ea typeface="Atkinson Hyperlegible"/>
                <a:cs typeface="Atkinson Hyperlegible"/>
              </a:defRPr>
            </a:lvl4pPr>
            <a:lvl5pPr algn="l">
              <a:defRPr sz="1350" b="1">
                <a:solidFill>
                  <a:srgbClr val="137B73"/>
                </a:solidFill>
                <a:latin typeface="Atkinson Hyperlegible"/>
                <a:ea typeface="Atkinson Hyperlegible"/>
                <a:cs typeface="Atkinson Hyperlegible"/>
              </a:defRPr>
            </a:lvl5pPr>
            <a:lvl6pPr algn="l">
              <a:defRPr sz="1350" b="1">
                <a:solidFill>
                  <a:srgbClr val="137B73"/>
                </a:solidFill>
                <a:latin typeface="Atkinson Hyperlegible"/>
                <a:ea typeface="Atkinson Hyperlegible"/>
                <a:cs typeface="Atkinson Hyperlegible"/>
              </a:defRPr>
            </a:lvl6pPr>
            <a:lvl7pPr algn="l">
              <a:defRPr sz="1350" b="1">
                <a:solidFill>
                  <a:srgbClr val="137B73"/>
                </a:solidFill>
                <a:latin typeface="Atkinson Hyperlegible"/>
                <a:ea typeface="Atkinson Hyperlegible"/>
                <a:cs typeface="Atkinson Hyperlegible"/>
              </a:defRPr>
            </a:lvl7pPr>
            <a:lvl8pPr algn="l">
              <a:defRPr sz="1350" b="1">
                <a:solidFill>
                  <a:srgbClr val="137B73"/>
                </a:solidFill>
                <a:latin typeface="Atkinson Hyperlegible"/>
                <a:ea typeface="Atkinson Hyperlegible"/>
                <a:cs typeface="Atkinson Hyperlegible"/>
              </a:defRPr>
            </a:lvl8pPr>
            <a:lvl9pPr algn="l">
              <a:defRPr sz="1350" b="1">
                <a:solidFill>
                  <a:srgbClr val="137B73"/>
                </a:solidFill>
                <a:latin typeface="Atkinson Hyperlegible"/>
                <a:ea typeface="Atkinson Hyperlegible"/>
                <a:cs typeface="Atkinson Hyperlegible"/>
              </a:defRPr>
            </a:lvl9pPr>
          </a:lstStyle>
          <a:p xmlns:a="http://schemas.openxmlformats.org/drawingml/2006/main">
            <a:pPr algn="l">
              <a:defRPr sz="1350" b="1">
                <a:solidFill>
                  <a:srgbClr val="137B73"/>
                </a:solidFill>
                <a:latin typeface="Atkinson Hyperlegible"/>
                <a:ea typeface="Atkinson Hyperlegible"/>
                <a:cs typeface="Atkinson Hyperlegible"/>
              </a:defRPr>
            </a:pPr>
            <a:r>
              <a:rPr sz="1350" b="1">
                <a:solidFill>
                  <a:srgbClr val="137B73"/>
                </a:solidFill>
                <a:latin typeface="Atkinson Hyperlegible"/>
                <a:ea typeface="Atkinson Hyperlegible"/>
                <a:cs typeface="Atkinson Hyperlegible"/>
              </a:rPr>
              <a:t>GridGuard Khartoum</a:t>
            </a:r>
          </a:p>
        </p:txBody>
      </p:sp>
      <p:sp>
        <p:nvSpPr>
          <p:cNvPr id="2" name="shape-150">
            <a:extLst xmlns:a="http://schemas.openxmlformats.org/drawingml/2006/main">
              <a:ext uri="{FF2B5EF4-FFF2-40B4-BE49-F238E27FC236}">
                <a16:creationId xmlns:a16="http://schemas.microsoft.com/office/drawing/2014/main" id="{1D220B85-6D44-481E-8DF1-70385F6CDD87}"/>
              </a:ext>
            </a:extLst>
          </p:cNvPr>
          <p:cNvSpPr>
            <a:spLocks xmlns:a="http://schemas.openxmlformats.org/drawingml/2006/main" noGrp="1"/>
          </p:cNvSpPr>
          <p:nvPr/>
        </p:nvSpPr>
        <p:spPr>
          <a:xfrm xmlns:a="http://schemas.openxmlformats.org/drawingml/2006/main">
            <a:off x="609600" y="7334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F43"/>
                </a:solidFill>
                <a:latin typeface="Atkinson Hyperlegible"/>
                <a:ea typeface="Atkinson Hyperlegible"/>
                <a:cs typeface="Atkinson Hyperlegible"/>
              </a:defRPr>
            </a:defPPr>
            <a:lvl1pPr algn="l">
              <a:defRPr sz="3150" b="1">
                <a:solidFill>
                  <a:srgbClr val="173F43"/>
                </a:solidFill>
                <a:latin typeface="Atkinson Hyperlegible"/>
                <a:ea typeface="Atkinson Hyperlegible"/>
                <a:cs typeface="Atkinson Hyperlegible"/>
              </a:defRPr>
            </a:lvl1pPr>
            <a:lvl2pPr algn="l">
              <a:defRPr sz="3150" b="1">
                <a:solidFill>
                  <a:srgbClr val="173F43"/>
                </a:solidFill>
                <a:latin typeface="Atkinson Hyperlegible"/>
                <a:ea typeface="Atkinson Hyperlegible"/>
                <a:cs typeface="Atkinson Hyperlegible"/>
              </a:defRPr>
            </a:lvl2pPr>
            <a:lvl3pPr algn="l">
              <a:defRPr sz="3150" b="1">
                <a:solidFill>
                  <a:srgbClr val="173F43"/>
                </a:solidFill>
                <a:latin typeface="Atkinson Hyperlegible"/>
                <a:ea typeface="Atkinson Hyperlegible"/>
                <a:cs typeface="Atkinson Hyperlegible"/>
              </a:defRPr>
            </a:lvl3pPr>
            <a:lvl4pPr algn="l">
              <a:defRPr sz="3150" b="1">
                <a:solidFill>
                  <a:srgbClr val="173F43"/>
                </a:solidFill>
                <a:latin typeface="Atkinson Hyperlegible"/>
                <a:ea typeface="Atkinson Hyperlegible"/>
                <a:cs typeface="Atkinson Hyperlegible"/>
              </a:defRPr>
            </a:lvl4pPr>
            <a:lvl5pPr algn="l">
              <a:defRPr sz="3150" b="1">
                <a:solidFill>
                  <a:srgbClr val="173F43"/>
                </a:solidFill>
                <a:latin typeface="Atkinson Hyperlegible"/>
                <a:ea typeface="Atkinson Hyperlegible"/>
                <a:cs typeface="Atkinson Hyperlegible"/>
              </a:defRPr>
            </a:lvl5pPr>
            <a:lvl6pPr algn="l">
              <a:defRPr sz="3150" b="1">
                <a:solidFill>
                  <a:srgbClr val="173F43"/>
                </a:solidFill>
                <a:latin typeface="Atkinson Hyperlegible"/>
                <a:ea typeface="Atkinson Hyperlegible"/>
                <a:cs typeface="Atkinson Hyperlegible"/>
              </a:defRPr>
            </a:lvl6pPr>
            <a:lvl7pPr algn="l">
              <a:defRPr sz="3150" b="1">
                <a:solidFill>
                  <a:srgbClr val="173F43"/>
                </a:solidFill>
                <a:latin typeface="Atkinson Hyperlegible"/>
                <a:ea typeface="Atkinson Hyperlegible"/>
                <a:cs typeface="Atkinson Hyperlegible"/>
              </a:defRPr>
            </a:lvl7pPr>
            <a:lvl8pPr algn="l">
              <a:defRPr sz="3150" b="1">
                <a:solidFill>
                  <a:srgbClr val="173F43"/>
                </a:solidFill>
                <a:latin typeface="Atkinson Hyperlegible"/>
                <a:ea typeface="Atkinson Hyperlegible"/>
                <a:cs typeface="Atkinson Hyperlegible"/>
              </a:defRPr>
            </a:lvl8pPr>
            <a:lvl9pPr algn="l">
              <a:defRPr sz="3150" b="1">
                <a:solidFill>
                  <a:srgbClr val="173F43"/>
                </a:solidFill>
                <a:latin typeface="Atkinson Hyperlegible"/>
                <a:ea typeface="Atkinson Hyperlegible"/>
                <a:cs typeface="Atkinson Hyperlegible"/>
              </a:defRPr>
            </a:lvl9pPr>
          </a:lstStyle>
          <a:p xmlns:a="http://schemas.openxmlformats.org/drawingml/2006/main">
            <a:pPr algn="l">
              <a:defRPr sz="3150" b="1">
                <a:solidFill>
                  <a:srgbClr val="173F43"/>
                </a:solidFill>
                <a:latin typeface="Atkinson Hyperlegible"/>
                <a:ea typeface="Atkinson Hyperlegible"/>
                <a:cs typeface="Atkinson Hyperlegible"/>
              </a:defRPr>
            </a:pPr>
            <a:r>
              <a:rPr sz="3150" b="1">
                <a:solidFill>
                  <a:srgbClr val="173F43"/>
                </a:solidFill>
                <a:latin typeface="Atkinson Hyperlegible"/>
                <a:ea typeface="Atkinson Hyperlegible"/>
                <a:cs typeface="Atkinson Hyperlegible"/>
              </a:rPr>
              <a:t>Longer training improves reward but loses utilization</a:t>
            </a:r>
          </a:p>
        </p:txBody>
      </p:sp>
      <p:sp>
        <p:nvSpPr>
          <p:cNvPr id="3" name="shape-151">
            <a:extLst xmlns:a="http://schemas.openxmlformats.org/drawingml/2006/main">
              <a:ext uri="{FF2B5EF4-FFF2-40B4-BE49-F238E27FC236}">
                <a16:creationId xmlns:a16="http://schemas.microsoft.com/office/drawing/2014/main" id="{CB7FC4A9-9269-40CB-B265-EF44AAD737D2}"/>
              </a:ext>
            </a:extLst>
          </p:cNvPr>
          <p:cNvSpPr>
            <a:spLocks xmlns:a="http://schemas.openxmlformats.org/drawingml/2006/main" noGrp="1"/>
          </p:cNvSpPr>
          <p:nvPr/>
        </p:nvSpPr>
        <p:spPr>
          <a:xfrm xmlns:a="http://schemas.openxmlformats.org/drawingml/2006/main">
            <a:off x="609600" y="136207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787A"/>
                </a:solidFill>
                <a:latin typeface="Atkinson Hyperlegible"/>
                <a:ea typeface="Atkinson Hyperlegible"/>
                <a:cs typeface="Atkinson Hyperlegible"/>
              </a:defRPr>
            </a:defPPr>
            <a:lvl1pPr algn="l">
              <a:defRPr sz="1725" b="0">
                <a:solidFill>
                  <a:srgbClr val="58787A"/>
                </a:solidFill>
                <a:latin typeface="Atkinson Hyperlegible"/>
                <a:ea typeface="Atkinson Hyperlegible"/>
                <a:cs typeface="Atkinson Hyperlegible"/>
              </a:defRPr>
            </a:lvl1pPr>
            <a:lvl2pPr algn="l">
              <a:defRPr sz="1725" b="0">
                <a:solidFill>
                  <a:srgbClr val="58787A"/>
                </a:solidFill>
                <a:latin typeface="Atkinson Hyperlegible"/>
                <a:ea typeface="Atkinson Hyperlegible"/>
                <a:cs typeface="Atkinson Hyperlegible"/>
              </a:defRPr>
            </a:lvl2pPr>
            <a:lvl3pPr algn="l">
              <a:defRPr sz="1725" b="0">
                <a:solidFill>
                  <a:srgbClr val="58787A"/>
                </a:solidFill>
                <a:latin typeface="Atkinson Hyperlegible"/>
                <a:ea typeface="Atkinson Hyperlegible"/>
                <a:cs typeface="Atkinson Hyperlegible"/>
              </a:defRPr>
            </a:lvl3pPr>
            <a:lvl4pPr algn="l">
              <a:defRPr sz="1725" b="0">
                <a:solidFill>
                  <a:srgbClr val="58787A"/>
                </a:solidFill>
                <a:latin typeface="Atkinson Hyperlegible"/>
                <a:ea typeface="Atkinson Hyperlegible"/>
                <a:cs typeface="Atkinson Hyperlegible"/>
              </a:defRPr>
            </a:lvl4pPr>
            <a:lvl5pPr algn="l">
              <a:defRPr sz="1725" b="0">
                <a:solidFill>
                  <a:srgbClr val="58787A"/>
                </a:solidFill>
                <a:latin typeface="Atkinson Hyperlegible"/>
                <a:ea typeface="Atkinson Hyperlegible"/>
                <a:cs typeface="Atkinson Hyperlegible"/>
              </a:defRPr>
            </a:lvl5pPr>
            <a:lvl6pPr algn="l">
              <a:defRPr sz="1725" b="0">
                <a:solidFill>
                  <a:srgbClr val="58787A"/>
                </a:solidFill>
                <a:latin typeface="Atkinson Hyperlegible"/>
                <a:ea typeface="Atkinson Hyperlegible"/>
                <a:cs typeface="Atkinson Hyperlegible"/>
              </a:defRPr>
            </a:lvl6pPr>
            <a:lvl7pPr algn="l">
              <a:defRPr sz="1725" b="0">
                <a:solidFill>
                  <a:srgbClr val="58787A"/>
                </a:solidFill>
                <a:latin typeface="Atkinson Hyperlegible"/>
                <a:ea typeface="Atkinson Hyperlegible"/>
                <a:cs typeface="Atkinson Hyperlegible"/>
              </a:defRPr>
            </a:lvl7pPr>
            <a:lvl8pPr algn="l">
              <a:defRPr sz="1725" b="0">
                <a:solidFill>
                  <a:srgbClr val="58787A"/>
                </a:solidFill>
                <a:latin typeface="Atkinson Hyperlegible"/>
                <a:ea typeface="Atkinson Hyperlegible"/>
                <a:cs typeface="Atkinson Hyperlegible"/>
              </a:defRPr>
            </a:lvl8pPr>
            <a:lvl9pPr algn="l">
              <a:defRPr sz="1725" b="0">
                <a:solidFill>
                  <a:srgbClr val="58787A"/>
                </a:solidFill>
                <a:latin typeface="Atkinson Hyperlegible"/>
                <a:ea typeface="Atkinson Hyperlegible"/>
                <a:cs typeface="Atkinson Hyperlegible"/>
              </a:defRPr>
            </a:lvl9pPr>
          </a:lstStyle>
          <a:p xmlns:a="http://schemas.openxmlformats.org/drawingml/2006/main">
            <a:pPr algn="l">
              <a:defRPr sz="1725" b="0">
                <a:solidFill>
                  <a:srgbClr val="58787A"/>
                </a:solidFill>
                <a:latin typeface="Atkinson Hyperlegible"/>
                <a:ea typeface="Atkinson Hyperlegible"/>
                <a:cs typeface="Atkinson Hyperlegible"/>
              </a:defRPr>
            </a:pPr>
            <a:r>
              <a:rPr sz="1725" b="0">
                <a:solidFill>
                  <a:srgbClr val="58787A"/>
                </a:solidFill>
                <a:latin typeface="Atkinson Hyperlegible"/>
                <a:ea typeface="Atkinson Hyperlegible"/>
                <a:cs typeface="Atkinson Hyperlegible"/>
              </a:rPr>
              <a:t>Same-run iteration-600 snapshots are a within-schedule reference</a:t>
            </a:r>
          </a:p>
        </p:txBody>
      </p:sp>
      <p:sp>
        <p:nvSpPr>
          <p:cNvPr id="4" name="shape-152">
            <a:extLst xmlns:a="http://schemas.openxmlformats.org/drawingml/2006/main">
              <a:ext uri="{FF2B5EF4-FFF2-40B4-BE49-F238E27FC236}">
                <a16:creationId xmlns:a16="http://schemas.microsoft.com/office/drawing/2014/main" id="{135E5DA7-2DDE-48C9-8971-E55C5177D911}"/>
              </a:ext>
            </a:extLst>
          </p:cNvPr>
          <p:cNvSpPr>
            <a:spLocks xmlns:a="http://schemas.openxmlformats.org/drawingml/2006/main" noGrp="1"/>
          </p:cNvSpPr>
          <p:nvPr/>
        </p:nvSpPr>
        <p:spPr>
          <a:xfrm xmlns:a="http://schemas.openxmlformats.org/drawingml/2006/main">
            <a:off x="609600" y="6448425"/>
            <a:ext cx="10972800" cy="9525"/>
          </a:xfrm>
          <a:prstGeom xmlns:a="http://schemas.openxmlformats.org/drawingml/2006/main" prst="rect">
            <a:avLst/>
          </a:prstGeom>
          <a:solidFill xmlns:a="http://schemas.openxmlformats.org/drawingml/2006/main">
            <a:srgbClr val="D8E5DF"/>
          </a:solidFill>
          <a:ln xmlns:a="http://schemas.openxmlformats.org/drawingml/2006/main" w="0">
            <a:noFill/>
          </a:ln>
        </p:spPr>
      </p:sp>
      <p:sp>
        <p:nvSpPr>
          <p:cNvPr id="5" name="shape-153">
            <a:extLst xmlns:a="http://schemas.openxmlformats.org/drawingml/2006/main">
              <a:ext uri="{FF2B5EF4-FFF2-40B4-BE49-F238E27FC236}">
                <a16:creationId xmlns:a16="http://schemas.microsoft.com/office/drawing/2014/main" id="{BE501A1F-EF14-4228-9E04-6D2E1A76A0D7}"/>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8787A"/>
                </a:solidFill>
                <a:latin typeface="Atkinson Hyperlegible"/>
                <a:ea typeface="Atkinson Hyperlegible"/>
                <a:cs typeface="Atkinson Hyperlegible"/>
              </a:defRPr>
            </a:defPPr>
            <a:lvl1pPr algn="l">
              <a:defRPr sz="1050" b="0">
                <a:solidFill>
                  <a:srgbClr val="58787A"/>
                </a:solidFill>
                <a:latin typeface="Atkinson Hyperlegible"/>
                <a:ea typeface="Atkinson Hyperlegible"/>
                <a:cs typeface="Atkinson Hyperlegible"/>
              </a:defRPr>
            </a:lvl1pPr>
            <a:lvl2pPr algn="l">
              <a:defRPr sz="1050" b="0">
                <a:solidFill>
                  <a:srgbClr val="58787A"/>
                </a:solidFill>
                <a:latin typeface="Atkinson Hyperlegible"/>
                <a:ea typeface="Atkinson Hyperlegible"/>
                <a:cs typeface="Atkinson Hyperlegible"/>
              </a:defRPr>
            </a:lvl2pPr>
            <a:lvl3pPr algn="l">
              <a:defRPr sz="1050" b="0">
                <a:solidFill>
                  <a:srgbClr val="58787A"/>
                </a:solidFill>
                <a:latin typeface="Atkinson Hyperlegible"/>
                <a:ea typeface="Atkinson Hyperlegible"/>
                <a:cs typeface="Atkinson Hyperlegible"/>
              </a:defRPr>
            </a:lvl3pPr>
            <a:lvl4pPr algn="l">
              <a:defRPr sz="1050" b="0">
                <a:solidFill>
                  <a:srgbClr val="58787A"/>
                </a:solidFill>
                <a:latin typeface="Atkinson Hyperlegible"/>
                <a:ea typeface="Atkinson Hyperlegible"/>
                <a:cs typeface="Atkinson Hyperlegible"/>
              </a:defRPr>
            </a:lvl4pPr>
            <a:lvl5pPr algn="l">
              <a:defRPr sz="1050" b="0">
                <a:solidFill>
                  <a:srgbClr val="58787A"/>
                </a:solidFill>
                <a:latin typeface="Atkinson Hyperlegible"/>
                <a:ea typeface="Atkinson Hyperlegible"/>
                <a:cs typeface="Atkinson Hyperlegible"/>
              </a:defRPr>
            </a:lvl5pPr>
            <a:lvl6pPr algn="l">
              <a:defRPr sz="1050" b="0">
                <a:solidFill>
                  <a:srgbClr val="58787A"/>
                </a:solidFill>
                <a:latin typeface="Atkinson Hyperlegible"/>
                <a:ea typeface="Atkinson Hyperlegible"/>
                <a:cs typeface="Atkinson Hyperlegible"/>
              </a:defRPr>
            </a:lvl6pPr>
            <a:lvl7pPr algn="l">
              <a:defRPr sz="1050" b="0">
                <a:solidFill>
                  <a:srgbClr val="58787A"/>
                </a:solidFill>
                <a:latin typeface="Atkinson Hyperlegible"/>
                <a:ea typeface="Atkinson Hyperlegible"/>
                <a:cs typeface="Atkinson Hyperlegible"/>
              </a:defRPr>
            </a:lvl7pPr>
            <a:lvl8pPr algn="l">
              <a:defRPr sz="1050" b="0">
                <a:solidFill>
                  <a:srgbClr val="58787A"/>
                </a:solidFill>
                <a:latin typeface="Atkinson Hyperlegible"/>
                <a:ea typeface="Atkinson Hyperlegible"/>
                <a:cs typeface="Atkinson Hyperlegible"/>
              </a:defRPr>
            </a:lvl8pPr>
            <a:lvl9pPr algn="l">
              <a:defRPr sz="1050" b="0">
                <a:solidFill>
                  <a:srgbClr val="58787A"/>
                </a:solidFill>
                <a:latin typeface="Atkinson Hyperlegible"/>
                <a:ea typeface="Atkinson Hyperlegible"/>
                <a:cs typeface="Atkinson Hyperlegible"/>
              </a:defRPr>
            </a:lvl9pPr>
          </a:lstStyle>
          <a:p xmlns:a="http://schemas.openxmlformats.org/drawingml/2006/main">
            <a:pPr algn="l">
              <a:defRPr sz="1050" b="0">
                <a:solidFill>
                  <a:srgbClr val="58787A"/>
                </a:solidFill>
                <a:latin typeface="Atkinson Hyperlegible"/>
                <a:ea typeface="Atkinson Hyperlegible"/>
                <a:cs typeface="Atkinson Hyperlegible"/>
              </a:defRPr>
            </a:pPr>
            <a:r>
              <a:rPr sz="1050" b="0">
                <a:solidFill>
                  <a:srgbClr val="58787A"/>
                </a:solidFill>
                <a:latin typeface="Atkinson Hyperlegible"/>
                <a:ea typeface="Atkinson Hyperlegible"/>
                <a:cs typeface="Atkinson Hyperlegible"/>
              </a:rPr>
              <a:t>Synthetic scenarios. Decision support only.</a:t>
            </a:r>
          </a:p>
        </p:txBody>
      </p:sp>
      <p:sp>
        <p:nvSpPr>
          <p:cNvPr id="6" name="shape-154">
            <a:extLst xmlns:a="http://schemas.openxmlformats.org/drawingml/2006/main">
              <a:ext uri="{FF2B5EF4-FFF2-40B4-BE49-F238E27FC236}">
                <a16:creationId xmlns:a16="http://schemas.microsoft.com/office/drawing/2014/main" id="{97D1BF7D-5F44-4981-ABDA-69828D90432A}"/>
              </a:ext>
            </a:extLst>
          </p:cNvPr>
          <p:cNvSpPr>
            <a:spLocks xmlns:a="http://schemas.openxmlformats.org/drawingml/2006/main" noGrp="1"/>
          </p:cNvSpPr>
          <p:nvPr/>
        </p:nvSpPr>
        <p:spPr>
          <a:xfrm xmlns:a="http://schemas.openxmlformats.org/drawingml/2006/main">
            <a:off x="11001375" y="6515100"/>
            <a:ext cx="581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137B73"/>
                </a:solidFill>
                <a:latin typeface="Atkinson Hyperlegible"/>
                <a:ea typeface="Atkinson Hyperlegible"/>
                <a:cs typeface="Atkinson Hyperlegible"/>
              </a:defRPr>
            </a:defPPr>
            <a:lvl1pPr algn="r">
              <a:defRPr sz="1275" b="0">
                <a:solidFill>
                  <a:srgbClr val="137B73"/>
                </a:solidFill>
                <a:latin typeface="Atkinson Hyperlegible"/>
                <a:ea typeface="Atkinson Hyperlegible"/>
                <a:cs typeface="Atkinson Hyperlegible"/>
              </a:defRPr>
            </a:lvl1pPr>
            <a:lvl2pPr algn="r">
              <a:defRPr sz="1275" b="0">
                <a:solidFill>
                  <a:srgbClr val="137B73"/>
                </a:solidFill>
                <a:latin typeface="Atkinson Hyperlegible"/>
                <a:ea typeface="Atkinson Hyperlegible"/>
                <a:cs typeface="Atkinson Hyperlegible"/>
              </a:defRPr>
            </a:lvl2pPr>
            <a:lvl3pPr algn="r">
              <a:defRPr sz="1275" b="0">
                <a:solidFill>
                  <a:srgbClr val="137B73"/>
                </a:solidFill>
                <a:latin typeface="Atkinson Hyperlegible"/>
                <a:ea typeface="Atkinson Hyperlegible"/>
                <a:cs typeface="Atkinson Hyperlegible"/>
              </a:defRPr>
            </a:lvl3pPr>
            <a:lvl4pPr algn="r">
              <a:defRPr sz="1275" b="0">
                <a:solidFill>
                  <a:srgbClr val="137B73"/>
                </a:solidFill>
                <a:latin typeface="Atkinson Hyperlegible"/>
                <a:ea typeface="Atkinson Hyperlegible"/>
                <a:cs typeface="Atkinson Hyperlegible"/>
              </a:defRPr>
            </a:lvl4pPr>
            <a:lvl5pPr algn="r">
              <a:defRPr sz="1275" b="0">
                <a:solidFill>
                  <a:srgbClr val="137B73"/>
                </a:solidFill>
                <a:latin typeface="Atkinson Hyperlegible"/>
                <a:ea typeface="Atkinson Hyperlegible"/>
                <a:cs typeface="Atkinson Hyperlegible"/>
              </a:defRPr>
            </a:lvl5pPr>
            <a:lvl6pPr algn="r">
              <a:defRPr sz="1275" b="0">
                <a:solidFill>
                  <a:srgbClr val="137B73"/>
                </a:solidFill>
                <a:latin typeface="Atkinson Hyperlegible"/>
                <a:ea typeface="Atkinson Hyperlegible"/>
                <a:cs typeface="Atkinson Hyperlegible"/>
              </a:defRPr>
            </a:lvl6pPr>
            <a:lvl7pPr algn="r">
              <a:defRPr sz="1275" b="0">
                <a:solidFill>
                  <a:srgbClr val="137B73"/>
                </a:solidFill>
                <a:latin typeface="Atkinson Hyperlegible"/>
                <a:ea typeface="Atkinson Hyperlegible"/>
                <a:cs typeface="Atkinson Hyperlegible"/>
              </a:defRPr>
            </a:lvl7pPr>
            <a:lvl8pPr algn="r">
              <a:defRPr sz="1275" b="0">
                <a:solidFill>
                  <a:srgbClr val="137B73"/>
                </a:solidFill>
                <a:latin typeface="Atkinson Hyperlegible"/>
                <a:ea typeface="Atkinson Hyperlegible"/>
                <a:cs typeface="Atkinson Hyperlegible"/>
              </a:defRPr>
            </a:lvl8pPr>
            <a:lvl9pPr algn="r">
              <a:defRPr sz="1275" b="0">
                <a:solidFill>
                  <a:srgbClr val="137B73"/>
                </a:solidFill>
                <a:latin typeface="Atkinson Hyperlegible"/>
                <a:ea typeface="Atkinson Hyperlegible"/>
                <a:cs typeface="Atkinson Hyperlegible"/>
              </a:defRPr>
            </a:lvl9pPr>
          </a:lstStyle>
          <a:p xmlns:a="http://schemas.openxmlformats.org/drawingml/2006/main">
            <a:pPr algn="r">
              <a:defRPr sz="1275" b="0">
                <a:solidFill>
                  <a:srgbClr val="137B73"/>
                </a:solidFill>
                <a:latin typeface="Atkinson Hyperlegible"/>
                <a:ea typeface="Atkinson Hyperlegible"/>
                <a:cs typeface="Atkinson Hyperlegible"/>
              </a:defRPr>
            </a:pPr>
            <a:r>
              <a:rPr sz="1275" b="0">
                <a:solidFill>
                  <a:srgbClr val="137B73"/>
                </a:solidFill>
                <a:latin typeface="Atkinson Hyperlegible"/>
                <a:ea typeface="Atkinson Hyperlegible"/>
                <a:cs typeface="Atkinson Hyperlegible"/>
              </a:rPr>
              <a:t>19</a:t>
            </a:r>
          </a:p>
        </p:txBody>
      </p:sp>
      <p:graphicFrame>
        <p:nvGraphicFramePr>
          <p:cNvPr id="7" name="">
            <a:extLst xmlns:a="http://schemas.openxmlformats.org/drawingml/2006/main">
              <a:ext uri="{FF2B5EF4-FFF2-40B4-BE49-F238E27FC236}">
                <a16:creationId xmlns:a16="http://schemas.microsoft.com/office/drawing/2014/main" id="{6144050F-8277-40CA-A409-1801306C4600}"/>
              </a:ext>
            </a:extLst>
          </p:cNvPr>
          <p:cNvGraphicFramePr/>
          <p:nvPr/>
        </p:nvGraphicFramePr>
        <p:xfrm>
          <a:off xmlns:a="http://schemas.openxmlformats.org/drawingml/2006/main" x="609600" y="2095500"/>
          <a:ext xmlns:a="http://schemas.openxmlformats.org/drawingml/2006/main" cx="10972800" cy="2857500"/>
        </p:xfrm>
        <a:graphic xmlns:a="http://schemas.openxmlformats.org/drawingml/2006/main">
          <a:graphicData uri="http://schemas.openxmlformats.org/drawingml/2006/table">
            <a:tbl>
              <a:tblPr/>
              <a:tblGrid>
                <a:gridCol w="1428750"/>
                <a:gridCol w="2286000"/>
                <a:gridCol w="2381250"/>
                <a:gridCol w="2381250"/>
                <a:gridCol w="2495550"/>
              </a:tblGrid>
              <a:tr h="476250">
                <a:tc>
                  <a:txBody>
                    <a:bodyPr lIns="95250" tIns="95250" rIns="95250" bIns="95250"/>
                    <a:lstStyle/>
                    <a:p>
                      <a:r>
                        <a:rPr sz="1575" b="1">
                          <a:solidFill>
                            <a:srgbClr val="FFFFFF"/>
                          </a:solidFill>
                          <a:latin typeface="Atkinson Hyperlegible"/>
                          <a:ea typeface="Atkinson Hyperlegible"/>
                          <a:cs typeface="Atkinson Hyperlegible"/>
                        </a:rPr>
                        <a:t>Seed</a:t>
                      </a:r>
                    </a:p>
                  </a:txBody>
                  <a:tcPr marL="114300" marR="95250" marT="104775" marB="85725">
                    <a:solidFill>
                      <a:srgbClr val="137B73"/>
                    </a:solidFill>
                  </a:tcPr>
                </a:tc>
                <a:tc>
                  <a:txBody>
                    <a:bodyPr lIns="95250" tIns="95250" rIns="95250" bIns="95250"/>
                    <a:lstStyle/>
                    <a:p>
                      <a:r>
                        <a:rPr sz="1575" b="1">
                          <a:solidFill>
                            <a:srgbClr val="FFFFFF"/>
                          </a:solidFill>
                          <a:latin typeface="Atkinson Hyperlegible"/>
                          <a:ea typeface="Atkinson Hyperlegible"/>
                          <a:cs typeface="Atkinson Hyperlegible"/>
                        </a:rPr>
                        <a:t>Selected iteration</a:t>
                      </a:r>
                    </a:p>
                  </a:txBody>
                  <a:tcPr marL="114300" marR="95250" marT="104775" marB="85725">
                    <a:solidFill>
                      <a:srgbClr val="137B73"/>
                    </a:solidFill>
                  </a:tcPr>
                </a:tc>
                <a:tc>
                  <a:txBody>
                    <a:bodyPr lIns="95250" tIns="95250" rIns="95250" bIns="95250"/>
                    <a:lstStyle/>
                    <a:p>
                      <a:r>
                        <a:rPr sz="1575" b="1">
                          <a:solidFill>
                            <a:srgbClr val="FFFFFF"/>
                          </a:solidFill>
                          <a:latin typeface="Atkinson Hyperlegible"/>
                          <a:ea typeface="Atkinson Hyperlegible"/>
                          <a:cs typeface="Atkinson Hyperlegible"/>
                        </a:rPr>
                        <a:t>Reward at 600</a:t>
                      </a:r>
                    </a:p>
                  </a:txBody>
                  <a:tcPr marL="114300" marR="95250" marT="104775" marB="85725">
                    <a:solidFill>
                      <a:srgbClr val="137B73"/>
                    </a:solidFill>
                  </a:tcPr>
                </a:tc>
                <a:tc>
                  <a:txBody>
                    <a:bodyPr lIns="95250" tIns="95250" rIns="95250" bIns="95250"/>
                    <a:lstStyle/>
                    <a:p>
                      <a:r>
                        <a:rPr sz="1575" b="1">
                          <a:solidFill>
                            <a:srgbClr val="FFFFFF"/>
                          </a:solidFill>
                          <a:latin typeface="Atkinson Hyperlegible"/>
                          <a:ea typeface="Atkinson Hyperlegible"/>
                          <a:cs typeface="Atkinson Hyperlegible"/>
                        </a:rPr>
                        <a:t>Selected reward</a:t>
                      </a:r>
                    </a:p>
                  </a:txBody>
                  <a:tcPr marL="114300" marR="95250" marT="104775" marB="85725">
                    <a:solidFill>
                      <a:srgbClr val="137B73"/>
                    </a:solidFill>
                  </a:tcPr>
                </a:tc>
                <a:tc>
                  <a:txBody>
                    <a:bodyPr lIns="95250" tIns="95250" rIns="95250" bIns="95250"/>
                    <a:lstStyle/>
                    <a:p>
                      <a:r>
                        <a:rPr sz="1575" b="1">
                          <a:solidFill>
                            <a:srgbClr val="FFFFFF"/>
                          </a:solidFill>
                          <a:latin typeface="Atkinson Hyperlegible"/>
                          <a:ea typeface="Atkinson Hyperlegible"/>
                          <a:cs typeface="Atkinson Hyperlegible"/>
                        </a:rPr>
                        <a:t>Difference</a:t>
                      </a:r>
                    </a:p>
                  </a:txBody>
                  <a:tcPr marL="114300" marR="95250" marT="104775" marB="85725">
                    <a:solidFill>
                      <a:srgbClr val="137B73"/>
                    </a:solidFill>
                  </a:tcPr>
                </a:tc>
              </a:tr>
              <a:tr h="476250">
                <a:tc>
                  <a:txBody>
                    <a:bodyPr lIns="95250" tIns="95250" rIns="95250" bIns="95250"/>
                    <a:lstStyle/>
                    <a:p>
                      <a:r>
                        <a:rPr sz="1575" b="0">
                          <a:solidFill>
                            <a:srgbClr val="173F43"/>
                          </a:solidFill>
                          <a:latin typeface="Atkinson Hyperlegible"/>
                          <a:ea typeface="Atkinson Hyperlegible"/>
                          <a:cs typeface="Atkinson Hyperlegible"/>
                        </a:rPr>
                        <a:t>1729</a:t>
                      </a:r>
                    </a:p>
                  </a:txBody>
                  <a:tcPr marL="114300" marR="95250" marT="104775" marB="85725">
                    <a:solidFill>
                      <a:srgbClr val="FFFFFF"/>
                    </a:solidFill>
                  </a:tcPr>
                </a:tc>
                <a:tc>
                  <a:txBody>
                    <a:bodyPr lIns="95250" tIns="95250" rIns="95250" bIns="95250"/>
                    <a:lstStyle/>
                    <a:p>
                      <a:r>
                        <a:rPr sz="1575" b="0">
                          <a:solidFill>
                            <a:srgbClr val="173F43"/>
                          </a:solidFill>
                          <a:latin typeface="Atkinson Hyperlegible"/>
                          <a:ea typeface="Atkinson Hyperlegible"/>
                          <a:cs typeface="Atkinson Hyperlegible"/>
                        </a:rPr>
                        <a:t>2900</a:t>
                      </a:r>
                    </a:p>
                  </a:txBody>
                  <a:tcPr marL="114300" marR="95250" marT="104775" marB="85725">
                    <a:solidFill>
                      <a:srgbClr val="FFFFFF"/>
                    </a:solidFill>
                  </a:tcPr>
                </a:tc>
                <a:tc>
                  <a:txBody>
                    <a:bodyPr lIns="95250" tIns="95250" rIns="95250" bIns="95250"/>
                    <a:lstStyle/>
                    <a:p>
                      <a:r>
                        <a:rPr sz="1575" b="0">
                          <a:solidFill>
                            <a:srgbClr val="173F43"/>
                          </a:solidFill>
                          <a:latin typeface="Atkinson Hyperlegible"/>
                          <a:ea typeface="Atkinson Hyperlegible"/>
                          <a:cs typeface="Atkinson Hyperlegible"/>
                        </a:rPr>
                        <a:t>23.4497</a:t>
                      </a:r>
                    </a:p>
                  </a:txBody>
                  <a:tcPr marL="114300" marR="95250" marT="104775" marB="85725">
                    <a:solidFill>
                      <a:srgbClr val="FFFFFF"/>
                    </a:solidFill>
                  </a:tcPr>
                </a:tc>
                <a:tc>
                  <a:txBody>
                    <a:bodyPr lIns="95250" tIns="95250" rIns="95250" bIns="95250"/>
                    <a:lstStyle/>
                    <a:p>
                      <a:r>
                        <a:rPr sz="1575" b="0">
                          <a:solidFill>
                            <a:srgbClr val="173F43"/>
                          </a:solidFill>
                          <a:latin typeface="Atkinson Hyperlegible"/>
                          <a:ea typeface="Atkinson Hyperlegible"/>
                          <a:cs typeface="Atkinson Hyperlegible"/>
                        </a:rPr>
                        <a:t>23.4835</a:t>
                      </a:r>
                    </a:p>
                  </a:txBody>
                  <a:tcPr marL="114300" marR="95250" marT="104775" marB="85725">
                    <a:solidFill>
                      <a:srgbClr val="FFFFFF"/>
                    </a:solidFill>
                  </a:tcPr>
                </a:tc>
                <a:tc>
                  <a:txBody>
                    <a:bodyPr lIns="95250" tIns="95250" rIns="95250" bIns="95250"/>
                    <a:lstStyle/>
                    <a:p>
                      <a:r>
                        <a:rPr sz="1575" b="0">
                          <a:solidFill>
                            <a:srgbClr val="173F43"/>
                          </a:solidFill>
                          <a:latin typeface="Atkinson Hyperlegible"/>
                          <a:ea typeface="Atkinson Hyperlegible"/>
                          <a:cs typeface="Atkinson Hyperlegible"/>
                        </a:rPr>
                        <a:t>+0.0338</a:t>
                      </a:r>
                    </a:p>
                  </a:txBody>
                  <a:tcPr marL="114300" marR="95250" marT="104775" marB="85725">
                    <a:solidFill>
                      <a:srgbClr val="FFFFFF"/>
                    </a:solidFill>
                  </a:tcPr>
                </a:tc>
              </a:tr>
              <a:tr h="476250">
                <a:tc>
                  <a:txBody>
                    <a:bodyPr lIns="95250" tIns="95250" rIns="95250" bIns="95250"/>
                    <a:lstStyle/>
                    <a:p>
                      <a:r>
                        <a:rPr sz="1575" b="0">
                          <a:solidFill>
                            <a:srgbClr val="173F43"/>
                          </a:solidFill>
                          <a:latin typeface="Atkinson Hyperlegible"/>
                          <a:ea typeface="Atkinson Hyperlegible"/>
                          <a:cs typeface="Atkinson Hyperlegible"/>
                        </a:rPr>
                        <a:t>2718</a:t>
                      </a:r>
                    </a:p>
                  </a:txBody>
                  <a:tcPr marL="114300" marR="95250" marT="104775" marB="85725">
                    <a:solidFill>
                      <a:srgbClr val="E7F0EC"/>
                    </a:solidFill>
                  </a:tcPr>
                </a:tc>
                <a:tc>
                  <a:txBody>
                    <a:bodyPr lIns="95250" tIns="95250" rIns="95250" bIns="95250"/>
                    <a:lstStyle/>
                    <a:p>
                      <a:r>
                        <a:rPr sz="1575" b="0">
                          <a:solidFill>
                            <a:srgbClr val="173F43"/>
                          </a:solidFill>
                          <a:latin typeface="Atkinson Hyperlegible"/>
                          <a:ea typeface="Atkinson Hyperlegible"/>
                          <a:cs typeface="Atkinson Hyperlegible"/>
                        </a:rPr>
                        <a:t>3000</a:t>
                      </a:r>
                    </a:p>
                  </a:txBody>
                  <a:tcPr marL="114300" marR="95250" marT="104775" marB="85725">
                    <a:solidFill>
                      <a:srgbClr val="E7F0EC"/>
                    </a:solidFill>
                  </a:tcPr>
                </a:tc>
                <a:tc>
                  <a:txBody>
                    <a:bodyPr lIns="95250" tIns="95250" rIns="95250" bIns="95250"/>
                    <a:lstStyle/>
                    <a:p>
                      <a:r>
                        <a:rPr sz="1575" b="0">
                          <a:solidFill>
                            <a:srgbClr val="173F43"/>
                          </a:solidFill>
                          <a:latin typeface="Atkinson Hyperlegible"/>
                          <a:ea typeface="Atkinson Hyperlegible"/>
                          <a:cs typeface="Atkinson Hyperlegible"/>
                        </a:rPr>
                        <a:t>23.4654</a:t>
                      </a:r>
                    </a:p>
                  </a:txBody>
                  <a:tcPr marL="114300" marR="95250" marT="104775" marB="85725">
                    <a:solidFill>
                      <a:srgbClr val="E7F0EC"/>
                    </a:solidFill>
                  </a:tcPr>
                </a:tc>
                <a:tc>
                  <a:txBody>
                    <a:bodyPr lIns="95250" tIns="95250" rIns="95250" bIns="95250"/>
                    <a:lstStyle/>
                    <a:p>
                      <a:r>
                        <a:rPr sz="1575" b="0">
                          <a:solidFill>
                            <a:srgbClr val="173F43"/>
                          </a:solidFill>
                          <a:latin typeface="Atkinson Hyperlegible"/>
                          <a:ea typeface="Atkinson Hyperlegible"/>
                          <a:cs typeface="Atkinson Hyperlegible"/>
                        </a:rPr>
                        <a:t>23.4913</a:t>
                      </a:r>
                    </a:p>
                  </a:txBody>
                  <a:tcPr marL="114300" marR="95250" marT="104775" marB="85725">
                    <a:solidFill>
                      <a:srgbClr val="E7F0EC"/>
                    </a:solidFill>
                  </a:tcPr>
                </a:tc>
                <a:tc>
                  <a:txBody>
                    <a:bodyPr lIns="95250" tIns="95250" rIns="95250" bIns="95250"/>
                    <a:lstStyle/>
                    <a:p>
                      <a:r>
                        <a:rPr sz="1575" b="0">
                          <a:solidFill>
                            <a:srgbClr val="173F43"/>
                          </a:solidFill>
                          <a:latin typeface="Atkinson Hyperlegible"/>
                          <a:ea typeface="Atkinson Hyperlegible"/>
                          <a:cs typeface="Atkinson Hyperlegible"/>
                        </a:rPr>
                        <a:t>+0.0258</a:t>
                      </a:r>
                    </a:p>
                  </a:txBody>
                  <a:tcPr marL="114300" marR="95250" marT="104775" marB="85725">
                    <a:solidFill>
                      <a:srgbClr val="E7F0EC"/>
                    </a:solidFill>
                  </a:tcPr>
                </a:tc>
              </a:tr>
              <a:tr h="476250">
                <a:tc>
                  <a:txBody>
                    <a:bodyPr lIns="95250" tIns="95250" rIns="95250" bIns="95250"/>
                    <a:lstStyle/>
                    <a:p>
                      <a:r>
                        <a:rPr sz="1575" b="0">
                          <a:solidFill>
                            <a:srgbClr val="173F43"/>
                          </a:solidFill>
                          <a:latin typeface="Atkinson Hyperlegible"/>
                          <a:ea typeface="Atkinson Hyperlegible"/>
                          <a:cs typeface="Atkinson Hyperlegible"/>
                        </a:rPr>
                        <a:t>3141</a:t>
                      </a:r>
                    </a:p>
                  </a:txBody>
                  <a:tcPr marL="114300" marR="95250" marT="104775" marB="85725">
                    <a:solidFill>
                      <a:srgbClr val="FFFFFF"/>
                    </a:solidFill>
                  </a:tcPr>
                </a:tc>
                <a:tc>
                  <a:txBody>
                    <a:bodyPr lIns="95250" tIns="95250" rIns="95250" bIns="95250"/>
                    <a:lstStyle/>
                    <a:p>
                      <a:r>
                        <a:rPr sz="1575" b="0">
                          <a:solidFill>
                            <a:srgbClr val="173F43"/>
                          </a:solidFill>
                          <a:latin typeface="Atkinson Hyperlegible"/>
                          <a:ea typeface="Atkinson Hyperlegible"/>
                          <a:cs typeface="Atkinson Hyperlegible"/>
                        </a:rPr>
                        <a:t>2900</a:t>
                      </a:r>
                    </a:p>
                  </a:txBody>
                  <a:tcPr marL="114300" marR="95250" marT="104775" marB="85725">
                    <a:solidFill>
                      <a:srgbClr val="FFFFFF"/>
                    </a:solidFill>
                  </a:tcPr>
                </a:tc>
                <a:tc>
                  <a:txBody>
                    <a:bodyPr lIns="95250" tIns="95250" rIns="95250" bIns="95250"/>
                    <a:lstStyle/>
                    <a:p>
                      <a:r>
                        <a:rPr sz="1575" b="0">
                          <a:solidFill>
                            <a:srgbClr val="173F43"/>
                          </a:solidFill>
                          <a:latin typeface="Atkinson Hyperlegible"/>
                          <a:ea typeface="Atkinson Hyperlegible"/>
                          <a:cs typeface="Atkinson Hyperlegible"/>
                        </a:rPr>
                        <a:t>23.4699</a:t>
                      </a:r>
                    </a:p>
                  </a:txBody>
                  <a:tcPr marL="114300" marR="95250" marT="104775" marB="85725">
                    <a:solidFill>
                      <a:srgbClr val="FFFFFF"/>
                    </a:solidFill>
                  </a:tcPr>
                </a:tc>
                <a:tc>
                  <a:txBody>
                    <a:bodyPr lIns="95250" tIns="95250" rIns="95250" bIns="95250"/>
                    <a:lstStyle/>
                    <a:p>
                      <a:r>
                        <a:rPr sz="1575" b="0">
                          <a:solidFill>
                            <a:srgbClr val="173F43"/>
                          </a:solidFill>
                          <a:latin typeface="Atkinson Hyperlegible"/>
                          <a:ea typeface="Atkinson Hyperlegible"/>
                          <a:cs typeface="Atkinson Hyperlegible"/>
                        </a:rPr>
                        <a:t>23.5034</a:t>
                      </a:r>
                    </a:p>
                  </a:txBody>
                  <a:tcPr marL="114300" marR="95250" marT="104775" marB="85725">
                    <a:solidFill>
                      <a:srgbClr val="FFFFFF"/>
                    </a:solidFill>
                  </a:tcPr>
                </a:tc>
                <a:tc>
                  <a:txBody>
                    <a:bodyPr lIns="95250" tIns="95250" rIns="95250" bIns="95250"/>
                    <a:lstStyle/>
                    <a:p>
                      <a:r>
                        <a:rPr sz="1575" b="0">
                          <a:solidFill>
                            <a:srgbClr val="173F43"/>
                          </a:solidFill>
                          <a:latin typeface="Atkinson Hyperlegible"/>
                          <a:ea typeface="Atkinson Hyperlegible"/>
                          <a:cs typeface="Atkinson Hyperlegible"/>
                        </a:rPr>
                        <a:t>+0.0335</a:t>
                      </a:r>
                    </a:p>
                  </a:txBody>
                  <a:tcPr marL="114300" marR="95250" marT="104775" marB="85725">
                    <a:solidFill>
                      <a:srgbClr val="FFFFFF"/>
                    </a:solidFill>
                  </a:tcPr>
                </a:tc>
              </a:tr>
              <a:tr h="476250">
                <a:tc>
                  <a:txBody>
                    <a:bodyPr lIns="95250" tIns="95250" rIns="95250" bIns="95250"/>
                    <a:lstStyle/>
                    <a:p>
                      <a:r>
                        <a:rPr sz="1575" b="0">
                          <a:solidFill>
                            <a:srgbClr val="173F43"/>
                          </a:solidFill>
                          <a:latin typeface="Atkinson Hyperlegible"/>
                          <a:ea typeface="Atkinson Hyperlegible"/>
                          <a:cs typeface="Atkinson Hyperlegible"/>
                        </a:rPr>
                        <a:t>5772</a:t>
                      </a:r>
                    </a:p>
                  </a:txBody>
                  <a:tcPr marL="114300" marR="95250" marT="104775" marB="85725">
                    <a:solidFill>
                      <a:srgbClr val="E7F0EC"/>
                    </a:solidFill>
                  </a:tcPr>
                </a:tc>
                <a:tc>
                  <a:txBody>
                    <a:bodyPr lIns="95250" tIns="95250" rIns="95250" bIns="95250"/>
                    <a:lstStyle/>
                    <a:p>
                      <a:r>
                        <a:rPr sz="1575" b="0">
                          <a:solidFill>
                            <a:srgbClr val="173F43"/>
                          </a:solidFill>
                          <a:latin typeface="Atkinson Hyperlegible"/>
                          <a:ea typeface="Atkinson Hyperlegible"/>
                          <a:cs typeface="Atkinson Hyperlegible"/>
                        </a:rPr>
                        <a:t>3000</a:t>
                      </a:r>
                    </a:p>
                  </a:txBody>
                  <a:tcPr marL="114300" marR="95250" marT="104775" marB="85725">
                    <a:solidFill>
                      <a:srgbClr val="E7F0EC"/>
                    </a:solidFill>
                  </a:tcPr>
                </a:tc>
                <a:tc>
                  <a:txBody>
                    <a:bodyPr lIns="95250" tIns="95250" rIns="95250" bIns="95250"/>
                    <a:lstStyle/>
                    <a:p>
                      <a:r>
                        <a:rPr sz="1575" b="0">
                          <a:solidFill>
                            <a:srgbClr val="173F43"/>
                          </a:solidFill>
                          <a:latin typeface="Atkinson Hyperlegible"/>
                          <a:ea typeface="Atkinson Hyperlegible"/>
                          <a:cs typeface="Atkinson Hyperlegible"/>
                        </a:rPr>
                        <a:t>23.4781</a:t>
                      </a:r>
                    </a:p>
                  </a:txBody>
                  <a:tcPr marL="114300" marR="95250" marT="104775" marB="85725">
                    <a:solidFill>
                      <a:srgbClr val="E7F0EC"/>
                    </a:solidFill>
                  </a:tcPr>
                </a:tc>
                <a:tc>
                  <a:txBody>
                    <a:bodyPr lIns="95250" tIns="95250" rIns="95250" bIns="95250"/>
                    <a:lstStyle/>
                    <a:p>
                      <a:r>
                        <a:rPr sz="1575" b="0">
                          <a:solidFill>
                            <a:srgbClr val="173F43"/>
                          </a:solidFill>
                          <a:latin typeface="Atkinson Hyperlegible"/>
                          <a:ea typeface="Atkinson Hyperlegible"/>
                          <a:cs typeface="Atkinson Hyperlegible"/>
                        </a:rPr>
                        <a:t>23.5014</a:t>
                      </a:r>
                    </a:p>
                  </a:txBody>
                  <a:tcPr marL="114300" marR="95250" marT="104775" marB="85725">
                    <a:solidFill>
                      <a:srgbClr val="E7F0EC"/>
                    </a:solidFill>
                  </a:tcPr>
                </a:tc>
                <a:tc>
                  <a:txBody>
                    <a:bodyPr lIns="95250" tIns="95250" rIns="95250" bIns="95250"/>
                    <a:lstStyle/>
                    <a:p>
                      <a:r>
                        <a:rPr sz="1575" b="0">
                          <a:solidFill>
                            <a:srgbClr val="173F43"/>
                          </a:solidFill>
                          <a:latin typeface="Atkinson Hyperlegible"/>
                          <a:ea typeface="Atkinson Hyperlegible"/>
                          <a:cs typeface="Atkinson Hyperlegible"/>
                        </a:rPr>
                        <a:t>+0.0233</a:t>
                      </a:r>
                    </a:p>
                  </a:txBody>
                  <a:tcPr marL="114300" marR="95250" marT="104775" marB="85725">
                    <a:solidFill>
                      <a:srgbClr val="E7F0EC"/>
                    </a:solidFill>
                  </a:tcPr>
                </a:tc>
              </a:tr>
              <a:tr h="476250">
                <a:tc>
                  <a:txBody>
                    <a:bodyPr lIns="95250" tIns="95250" rIns="95250" bIns="95250"/>
                    <a:lstStyle/>
                    <a:p>
                      <a:r>
                        <a:rPr sz="1575" b="0">
                          <a:solidFill>
                            <a:srgbClr val="173F43"/>
                          </a:solidFill>
                          <a:latin typeface="Atkinson Hyperlegible"/>
                          <a:ea typeface="Atkinson Hyperlegible"/>
                          <a:cs typeface="Atkinson Hyperlegible"/>
                        </a:rPr>
                        <a:t>8111</a:t>
                      </a:r>
                    </a:p>
                  </a:txBody>
                  <a:tcPr marL="114300" marR="95250" marT="104775" marB="85725">
                    <a:solidFill>
                      <a:srgbClr val="FFFFFF"/>
                    </a:solidFill>
                  </a:tcPr>
                </a:tc>
                <a:tc>
                  <a:txBody>
                    <a:bodyPr lIns="95250" tIns="95250" rIns="95250" bIns="95250"/>
                    <a:lstStyle/>
                    <a:p>
                      <a:r>
                        <a:rPr sz="1575" b="0">
                          <a:solidFill>
                            <a:srgbClr val="173F43"/>
                          </a:solidFill>
                          <a:latin typeface="Atkinson Hyperlegible"/>
                          <a:ea typeface="Atkinson Hyperlegible"/>
                          <a:cs typeface="Atkinson Hyperlegible"/>
                        </a:rPr>
                        <a:t>2500</a:t>
                      </a:r>
                    </a:p>
                  </a:txBody>
                  <a:tcPr marL="114300" marR="95250" marT="104775" marB="85725">
                    <a:solidFill>
                      <a:srgbClr val="FFFFFF"/>
                    </a:solidFill>
                  </a:tcPr>
                </a:tc>
                <a:tc>
                  <a:txBody>
                    <a:bodyPr lIns="95250" tIns="95250" rIns="95250" bIns="95250"/>
                    <a:lstStyle/>
                    <a:p>
                      <a:r>
                        <a:rPr sz="1575" b="0">
                          <a:solidFill>
                            <a:srgbClr val="173F43"/>
                          </a:solidFill>
                          <a:latin typeface="Atkinson Hyperlegible"/>
                          <a:ea typeface="Atkinson Hyperlegible"/>
                          <a:cs typeface="Atkinson Hyperlegible"/>
                        </a:rPr>
                        <a:t>23.4732</a:t>
                      </a:r>
                    </a:p>
                  </a:txBody>
                  <a:tcPr marL="114300" marR="95250" marT="104775" marB="85725">
                    <a:solidFill>
                      <a:srgbClr val="FFFFFF"/>
                    </a:solidFill>
                  </a:tcPr>
                </a:tc>
                <a:tc>
                  <a:txBody>
                    <a:bodyPr lIns="95250" tIns="95250" rIns="95250" bIns="95250"/>
                    <a:lstStyle/>
                    <a:p>
                      <a:r>
                        <a:rPr sz="1575" b="0">
                          <a:solidFill>
                            <a:srgbClr val="173F43"/>
                          </a:solidFill>
                          <a:latin typeface="Atkinson Hyperlegible"/>
                          <a:ea typeface="Atkinson Hyperlegible"/>
                          <a:cs typeface="Atkinson Hyperlegible"/>
                        </a:rPr>
                        <a:t>23.5040</a:t>
                      </a:r>
                    </a:p>
                  </a:txBody>
                  <a:tcPr marL="114300" marR="95250" marT="104775" marB="85725">
                    <a:solidFill>
                      <a:srgbClr val="FFFFFF"/>
                    </a:solidFill>
                  </a:tcPr>
                </a:tc>
                <a:tc>
                  <a:txBody>
                    <a:bodyPr lIns="95250" tIns="95250" rIns="95250" bIns="95250"/>
                    <a:lstStyle/>
                    <a:p>
                      <a:r>
                        <a:rPr sz="1575" b="0">
                          <a:solidFill>
                            <a:srgbClr val="173F43"/>
                          </a:solidFill>
                          <a:latin typeface="Atkinson Hyperlegible"/>
                          <a:ea typeface="Atkinson Hyperlegible"/>
                          <a:cs typeface="Atkinson Hyperlegible"/>
                        </a:rPr>
                        <a:t>+0.0309</a:t>
                      </a:r>
                    </a:p>
                  </a:txBody>
                  <a:tcPr marL="114300" marR="95250" marT="104775" marB="85725">
                    <a:solidFill>
                      <a:srgbClr val="FFFFFF"/>
                    </a:solidFill>
                  </a:tcPr>
                </a:tc>
              </a:tr>
            </a:tbl>
          </a:graphicData>
        </a:graphic>
      </p:graphicFrame>
      <p:sp>
        <p:nvSpPr>
          <p:cNvPr id="8" name="shape-155">
            <a:extLst xmlns:a="http://schemas.openxmlformats.org/drawingml/2006/main">
              <a:ext uri="{FF2B5EF4-FFF2-40B4-BE49-F238E27FC236}">
                <a16:creationId xmlns:a16="http://schemas.microsoft.com/office/drawing/2014/main" id="{F9411267-3D3A-405B-A00D-C1640FA27584}"/>
              </a:ext>
            </a:extLst>
          </p:cNvPr>
          <p:cNvSpPr>
            <a:spLocks xmlns:a="http://schemas.openxmlformats.org/drawingml/2006/main" noGrp="1"/>
          </p:cNvSpPr>
          <p:nvPr/>
        </p:nvSpPr>
        <p:spPr>
          <a:xfrm xmlns:a="http://schemas.openxmlformats.org/drawingml/2006/main">
            <a:off x="609600" y="52768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37B73"/>
                </a:solidFill>
                <a:latin typeface="Atkinson Hyperlegible"/>
                <a:ea typeface="Atkinson Hyperlegible"/>
                <a:cs typeface="Atkinson Hyperlegible"/>
              </a:defRPr>
            </a:defPPr>
            <a:lvl1pPr algn="l">
              <a:defRPr sz="2100" b="1">
                <a:solidFill>
                  <a:srgbClr val="137B73"/>
                </a:solidFill>
                <a:latin typeface="Atkinson Hyperlegible"/>
                <a:ea typeface="Atkinson Hyperlegible"/>
                <a:cs typeface="Atkinson Hyperlegible"/>
              </a:defRPr>
            </a:lvl1pPr>
            <a:lvl2pPr algn="l">
              <a:defRPr sz="2100" b="1">
                <a:solidFill>
                  <a:srgbClr val="137B73"/>
                </a:solidFill>
                <a:latin typeface="Atkinson Hyperlegible"/>
                <a:ea typeface="Atkinson Hyperlegible"/>
                <a:cs typeface="Atkinson Hyperlegible"/>
              </a:defRPr>
            </a:lvl2pPr>
            <a:lvl3pPr algn="l">
              <a:defRPr sz="2100" b="1">
                <a:solidFill>
                  <a:srgbClr val="137B73"/>
                </a:solidFill>
                <a:latin typeface="Atkinson Hyperlegible"/>
                <a:ea typeface="Atkinson Hyperlegible"/>
                <a:cs typeface="Atkinson Hyperlegible"/>
              </a:defRPr>
            </a:lvl3pPr>
            <a:lvl4pPr algn="l">
              <a:defRPr sz="2100" b="1">
                <a:solidFill>
                  <a:srgbClr val="137B73"/>
                </a:solidFill>
                <a:latin typeface="Atkinson Hyperlegible"/>
                <a:ea typeface="Atkinson Hyperlegible"/>
                <a:cs typeface="Atkinson Hyperlegible"/>
              </a:defRPr>
            </a:lvl4pPr>
            <a:lvl5pPr algn="l">
              <a:defRPr sz="2100" b="1">
                <a:solidFill>
                  <a:srgbClr val="137B73"/>
                </a:solidFill>
                <a:latin typeface="Atkinson Hyperlegible"/>
                <a:ea typeface="Atkinson Hyperlegible"/>
                <a:cs typeface="Atkinson Hyperlegible"/>
              </a:defRPr>
            </a:lvl5pPr>
            <a:lvl6pPr algn="l">
              <a:defRPr sz="2100" b="1">
                <a:solidFill>
                  <a:srgbClr val="137B73"/>
                </a:solidFill>
                <a:latin typeface="Atkinson Hyperlegible"/>
                <a:ea typeface="Atkinson Hyperlegible"/>
                <a:cs typeface="Atkinson Hyperlegible"/>
              </a:defRPr>
            </a:lvl6pPr>
            <a:lvl7pPr algn="l">
              <a:defRPr sz="2100" b="1">
                <a:solidFill>
                  <a:srgbClr val="137B73"/>
                </a:solidFill>
                <a:latin typeface="Atkinson Hyperlegible"/>
                <a:ea typeface="Atkinson Hyperlegible"/>
                <a:cs typeface="Atkinson Hyperlegible"/>
              </a:defRPr>
            </a:lvl7pPr>
            <a:lvl8pPr algn="l">
              <a:defRPr sz="2100" b="1">
                <a:solidFill>
                  <a:srgbClr val="137B73"/>
                </a:solidFill>
                <a:latin typeface="Atkinson Hyperlegible"/>
                <a:ea typeface="Atkinson Hyperlegible"/>
                <a:cs typeface="Atkinson Hyperlegible"/>
              </a:defRPr>
            </a:lvl8pPr>
            <a:lvl9pPr algn="l">
              <a:defRPr sz="2100" b="1">
                <a:solidFill>
                  <a:srgbClr val="137B73"/>
                </a:solidFill>
                <a:latin typeface="Atkinson Hyperlegible"/>
                <a:ea typeface="Atkinson Hyperlegible"/>
                <a:cs typeface="Atkinson Hyperlegible"/>
              </a:defRPr>
            </a:lvl9pPr>
          </a:lstStyle>
          <a:p xmlns:a="http://schemas.openxmlformats.org/drawingml/2006/main">
            <a:pPr algn="l">
              <a:defRPr sz="2100" b="1">
                <a:solidFill>
                  <a:srgbClr val="137B73"/>
                </a:solidFill>
                <a:latin typeface="Atkinson Hyperlegible"/>
                <a:ea typeface="Atkinson Hyperlegible"/>
                <a:cs typeface="Atkinson Hyperlegible"/>
              </a:defRPr>
            </a:pPr>
            <a:r>
              <a:rPr sz="2100" b="1">
                <a:solidFill>
                  <a:srgbClr val="137B73"/>
                </a:solidFill>
                <a:latin typeface="Atkinson Hyperlegible"/>
                <a:ea typeface="Atkinson Hyperlegible"/>
                <a:cs typeface="Atkinson Hyperlegible"/>
              </a:rPr>
              <a:t>Mean daily reward +0.0295. Utilization −0.2417 percentage points.</a:t>
            </a:r>
          </a:p>
        </p:txBody>
      </p:sp>
      <p:sp>
        <p:nvSpPr>
          <p:cNvPr id="9" name="shape-156">
            <a:extLst xmlns:a="http://schemas.openxmlformats.org/drawingml/2006/main">
              <a:ext uri="{FF2B5EF4-FFF2-40B4-BE49-F238E27FC236}">
                <a16:creationId xmlns:a16="http://schemas.microsoft.com/office/drawing/2014/main" id="{5729BBA1-85A2-458A-B131-089174BFC0EA}"/>
              </a:ext>
            </a:extLst>
          </p:cNvPr>
          <p:cNvSpPr>
            <a:spLocks xmlns:a="http://schemas.openxmlformats.org/drawingml/2006/main" noGrp="1"/>
          </p:cNvSpPr>
          <p:nvPr/>
        </p:nvSpPr>
        <p:spPr>
          <a:xfrm xmlns:a="http://schemas.openxmlformats.org/drawingml/2006/main">
            <a:off x="609600" y="580072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E77D60"/>
                </a:solidFill>
                <a:latin typeface="Atkinson Hyperlegible"/>
                <a:ea typeface="Atkinson Hyperlegible"/>
                <a:cs typeface="Atkinson Hyperlegible"/>
              </a:defRPr>
            </a:defPPr>
            <a:lvl1pPr algn="l">
              <a:defRPr sz="1725" b="0">
                <a:solidFill>
                  <a:srgbClr val="E77D60"/>
                </a:solidFill>
                <a:latin typeface="Atkinson Hyperlegible"/>
                <a:ea typeface="Atkinson Hyperlegible"/>
                <a:cs typeface="Atkinson Hyperlegible"/>
              </a:defRPr>
            </a:lvl1pPr>
            <a:lvl2pPr algn="l">
              <a:defRPr sz="1725" b="0">
                <a:solidFill>
                  <a:srgbClr val="E77D60"/>
                </a:solidFill>
                <a:latin typeface="Atkinson Hyperlegible"/>
                <a:ea typeface="Atkinson Hyperlegible"/>
                <a:cs typeface="Atkinson Hyperlegible"/>
              </a:defRPr>
            </a:lvl2pPr>
            <a:lvl3pPr algn="l">
              <a:defRPr sz="1725" b="0">
                <a:solidFill>
                  <a:srgbClr val="E77D60"/>
                </a:solidFill>
                <a:latin typeface="Atkinson Hyperlegible"/>
                <a:ea typeface="Atkinson Hyperlegible"/>
                <a:cs typeface="Atkinson Hyperlegible"/>
              </a:defRPr>
            </a:lvl3pPr>
            <a:lvl4pPr algn="l">
              <a:defRPr sz="1725" b="0">
                <a:solidFill>
                  <a:srgbClr val="E77D60"/>
                </a:solidFill>
                <a:latin typeface="Atkinson Hyperlegible"/>
                <a:ea typeface="Atkinson Hyperlegible"/>
                <a:cs typeface="Atkinson Hyperlegible"/>
              </a:defRPr>
            </a:lvl4pPr>
            <a:lvl5pPr algn="l">
              <a:defRPr sz="1725" b="0">
                <a:solidFill>
                  <a:srgbClr val="E77D60"/>
                </a:solidFill>
                <a:latin typeface="Atkinson Hyperlegible"/>
                <a:ea typeface="Atkinson Hyperlegible"/>
                <a:cs typeface="Atkinson Hyperlegible"/>
              </a:defRPr>
            </a:lvl5pPr>
            <a:lvl6pPr algn="l">
              <a:defRPr sz="1725" b="0">
                <a:solidFill>
                  <a:srgbClr val="E77D60"/>
                </a:solidFill>
                <a:latin typeface="Atkinson Hyperlegible"/>
                <a:ea typeface="Atkinson Hyperlegible"/>
                <a:cs typeface="Atkinson Hyperlegible"/>
              </a:defRPr>
            </a:lvl6pPr>
            <a:lvl7pPr algn="l">
              <a:defRPr sz="1725" b="0">
                <a:solidFill>
                  <a:srgbClr val="E77D60"/>
                </a:solidFill>
                <a:latin typeface="Atkinson Hyperlegible"/>
                <a:ea typeface="Atkinson Hyperlegible"/>
                <a:cs typeface="Atkinson Hyperlegible"/>
              </a:defRPr>
            </a:lvl7pPr>
            <a:lvl8pPr algn="l">
              <a:defRPr sz="1725" b="0">
                <a:solidFill>
                  <a:srgbClr val="E77D60"/>
                </a:solidFill>
                <a:latin typeface="Atkinson Hyperlegible"/>
                <a:ea typeface="Atkinson Hyperlegible"/>
                <a:cs typeface="Atkinson Hyperlegible"/>
              </a:defRPr>
            </a:lvl8pPr>
            <a:lvl9pPr algn="l">
              <a:defRPr sz="1725" b="0">
                <a:solidFill>
                  <a:srgbClr val="E77D60"/>
                </a:solidFill>
                <a:latin typeface="Atkinson Hyperlegible"/>
                <a:ea typeface="Atkinson Hyperlegible"/>
                <a:cs typeface="Atkinson Hyperlegible"/>
              </a:defRPr>
            </a:lvl9pPr>
          </a:lstStyle>
          <a:p xmlns:a="http://schemas.openxmlformats.org/drawingml/2006/main">
            <a:pPr algn="l">
              <a:defRPr sz="1725" b="0">
                <a:solidFill>
                  <a:srgbClr val="E77D60"/>
                </a:solidFill>
                <a:latin typeface="Atkinson Hyperlegible"/>
                <a:ea typeface="Atkinson Hyperlegible"/>
                <a:cs typeface="Atkinson Hyperlegible"/>
              </a:defRPr>
            </a:pPr>
            <a:r>
              <a:rPr sz="1725" b="0">
                <a:solidFill>
                  <a:srgbClr val="E77D60"/>
                </a:solidFill>
                <a:latin typeface="Atkinson Hyperlegible"/>
                <a:ea typeface="Atkinson Hyperlegible"/>
                <a:cs typeface="Atkinson Hyperlegible"/>
              </a:rPr>
              <a:t>The full additional-training criterion fails its utilization and shortage guardrails. The 600 snapshots use the planned 3,000-iteration schedule.</a:t>
            </a:r>
          </a:p>
        </p:txBody>
      </p:sp>
    </p:spTree>
    <p:extLst>
      <p:ext uri="{BB962C8B-B14F-4D97-AF65-F5344CB8AC3E}">
        <p14:creationId xmlns:p14="http://schemas.microsoft.com/office/powerpoint/2010/main" val="1887058677"/>
      </p:ext>
    </p:extLst>
  </p:cSld>
</p:sld>
</file>

<file path=ppt/slides/slide20.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13" name="shape-157">
            <a:extLst xmlns:a="http://schemas.openxmlformats.org/drawingml/2006/main">
              <a:ext uri="{FF2B5EF4-FFF2-40B4-BE49-F238E27FC236}">
                <a16:creationId xmlns:a16="http://schemas.microsoft.com/office/drawing/2014/main" id="{FF6C236B-ECE0-4A79-9958-7669DC83A1B8}"/>
              </a:ext>
            </a:extLst>
          </p:cNvPr>
          <p:cNvSpPr>
            <a:spLocks xmlns:a="http://schemas.openxmlformats.org/drawingml/2006/main" noGrp="1"/>
          </p:cNvSpPr>
          <p:nvPr/>
        </p:nvSpPr>
        <p:spPr>
          <a:xfrm xmlns:a="http://schemas.openxmlformats.org/drawingml/2006/main">
            <a:off x="609600" y="266700"/>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37B73"/>
                </a:solidFill>
                <a:latin typeface="Atkinson Hyperlegible"/>
                <a:ea typeface="Atkinson Hyperlegible"/>
                <a:cs typeface="Atkinson Hyperlegible"/>
              </a:defRPr>
            </a:defPPr>
            <a:lvl1pPr algn="l">
              <a:defRPr sz="1350" b="1">
                <a:solidFill>
                  <a:srgbClr val="137B73"/>
                </a:solidFill>
                <a:latin typeface="Atkinson Hyperlegible"/>
                <a:ea typeface="Atkinson Hyperlegible"/>
                <a:cs typeface="Atkinson Hyperlegible"/>
              </a:defRPr>
            </a:lvl1pPr>
            <a:lvl2pPr algn="l">
              <a:defRPr sz="1350" b="1">
                <a:solidFill>
                  <a:srgbClr val="137B73"/>
                </a:solidFill>
                <a:latin typeface="Atkinson Hyperlegible"/>
                <a:ea typeface="Atkinson Hyperlegible"/>
                <a:cs typeface="Atkinson Hyperlegible"/>
              </a:defRPr>
            </a:lvl2pPr>
            <a:lvl3pPr algn="l">
              <a:defRPr sz="1350" b="1">
                <a:solidFill>
                  <a:srgbClr val="137B73"/>
                </a:solidFill>
                <a:latin typeface="Atkinson Hyperlegible"/>
                <a:ea typeface="Atkinson Hyperlegible"/>
                <a:cs typeface="Atkinson Hyperlegible"/>
              </a:defRPr>
            </a:lvl3pPr>
            <a:lvl4pPr algn="l">
              <a:defRPr sz="1350" b="1">
                <a:solidFill>
                  <a:srgbClr val="137B73"/>
                </a:solidFill>
                <a:latin typeface="Atkinson Hyperlegible"/>
                <a:ea typeface="Atkinson Hyperlegible"/>
                <a:cs typeface="Atkinson Hyperlegible"/>
              </a:defRPr>
            </a:lvl4pPr>
            <a:lvl5pPr algn="l">
              <a:defRPr sz="1350" b="1">
                <a:solidFill>
                  <a:srgbClr val="137B73"/>
                </a:solidFill>
                <a:latin typeface="Atkinson Hyperlegible"/>
                <a:ea typeface="Atkinson Hyperlegible"/>
                <a:cs typeface="Atkinson Hyperlegible"/>
              </a:defRPr>
            </a:lvl5pPr>
            <a:lvl6pPr algn="l">
              <a:defRPr sz="1350" b="1">
                <a:solidFill>
                  <a:srgbClr val="137B73"/>
                </a:solidFill>
                <a:latin typeface="Atkinson Hyperlegible"/>
                <a:ea typeface="Atkinson Hyperlegible"/>
                <a:cs typeface="Atkinson Hyperlegible"/>
              </a:defRPr>
            </a:lvl6pPr>
            <a:lvl7pPr algn="l">
              <a:defRPr sz="1350" b="1">
                <a:solidFill>
                  <a:srgbClr val="137B73"/>
                </a:solidFill>
                <a:latin typeface="Atkinson Hyperlegible"/>
                <a:ea typeface="Atkinson Hyperlegible"/>
                <a:cs typeface="Atkinson Hyperlegible"/>
              </a:defRPr>
            </a:lvl7pPr>
            <a:lvl8pPr algn="l">
              <a:defRPr sz="1350" b="1">
                <a:solidFill>
                  <a:srgbClr val="137B73"/>
                </a:solidFill>
                <a:latin typeface="Atkinson Hyperlegible"/>
                <a:ea typeface="Atkinson Hyperlegible"/>
                <a:cs typeface="Atkinson Hyperlegible"/>
              </a:defRPr>
            </a:lvl8pPr>
            <a:lvl9pPr algn="l">
              <a:defRPr sz="1350" b="1">
                <a:solidFill>
                  <a:srgbClr val="137B73"/>
                </a:solidFill>
                <a:latin typeface="Atkinson Hyperlegible"/>
                <a:ea typeface="Atkinson Hyperlegible"/>
                <a:cs typeface="Atkinson Hyperlegible"/>
              </a:defRPr>
            </a:lvl9pPr>
          </a:lstStyle>
          <a:p xmlns:a="http://schemas.openxmlformats.org/drawingml/2006/main">
            <a:pPr algn="l">
              <a:defRPr sz="1350" b="1">
                <a:solidFill>
                  <a:srgbClr val="137B73"/>
                </a:solidFill>
                <a:latin typeface="Atkinson Hyperlegible"/>
                <a:ea typeface="Atkinson Hyperlegible"/>
                <a:cs typeface="Atkinson Hyperlegible"/>
              </a:defRPr>
            </a:pPr>
            <a:r>
              <a:rPr sz="1350" b="1">
                <a:solidFill>
                  <a:srgbClr val="137B73"/>
                </a:solidFill>
                <a:latin typeface="Atkinson Hyperlegible"/>
                <a:ea typeface="Atkinson Hyperlegible"/>
                <a:cs typeface="Atkinson Hyperlegible"/>
              </a:rPr>
              <a:t>GridGuard Khartoum</a:t>
            </a:r>
          </a:p>
        </p:txBody>
      </p:sp>
      <p:sp>
        <p:nvSpPr>
          <p:cNvPr id="2" name="shape-158">
            <a:extLst xmlns:a="http://schemas.openxmlformats.org/drawingml/2006/main">
              <a:ext uri="{FF2B5EF4-FFF2-40B4-BE49-F238E27FC236}">
                <a16:creationId xmlns:a16="http://schemas.microsoft.com/office/drawing/2014/main" id="{BF995B62-F903-4767-A7F6-D286C17AB5DC}"/>
              </a:ext>
            </a:extLst>
          </p:cNvPr>
          <p:cNvSpPr>
            <a:spLocks xmlns:a="http://schemas.openxmlformats.org/drawingml/2006/main" noGrp="1"/>
          </p:cNvSpPr>
          <p:nvPr/>
        </p:nvSpPr>
        <p:spPr>
          <a:xfrm xmlns:a="http://schemas.openxmlformats.org/drawingml/2006/main">
            <a:off x="609600" y="7334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F43"/>
                </a:solidFill>
                <a:latin typeface="Atkinson Hyperlegible"/>
                <a:ea typeface="Atkinson Hyperlegible"/>
                <a:cs typeface="Atkinson Hyperlegible"/>
              </a:defRPr>
            </a:defPPr>
            <a:lvl1pPr algn="l">
              <a:defRPr sz="3150" b="1">
                <a:solidFill>
                  <a:srgbClr val="173F43"/>
                </a:solidFill>
                <a:latin typeface="Atkinson Hyperlegible"/>
                <a:ea typeface="Atkinson Hyperlegible"/>
                <a:cs typeface="Atkinson Hyperlegible"/>
              </a:defRPr>
            </a:lvl1pPr>
            <a:lvl2pPr algn="l">
              <a:defRPr sz="3150" b="1">
                <a:solidFill>
                  <a:srgbClr val="173F43"/>
                </a:solidFill>
                <a:latin typeface="Atkinson Hyperlegible"/>
                <a:ea typeface="Atkinson Hyperlegible"/>
                <a:cs typeface="Atkinson Hyperlegible"/>
              </a:defRPr>
            </a:lvl2pPr>
            <a:lvl3pPr algn="l">
              <a:defRPr sz="3150" b="1">
                <a:solidFill>
                  <a:srgbClr val="173F43"/>
                </a:solidFill>
                <a:latin typeface="Atkinson Hyperlegible"/>
                <a:ea typeface="Atkinson Hyperlegible"/>
                <a:cs typeface="Atkinson Hyperlegible"/>
              </a:defRPr>
            </a:lvl3pPr>
            <a:lvl4pPr algn="l">
              <a:defRPr sz="3150" b="1">
                <a:solidFill>
                  <a:srgbClr val="173F43"/>
                </a:solidFill>
                <a:latin typeface="Atkinson Hyperlegible"/>
                <a:ea typeface="Atkinson Hyperlegible"/>
                <a:cs typeface="Atkinson Hyperlegible"/>
              </a:defRPr>
            </a:lvl4pPr>
            <a:lvl5pPr algn="l">
              <a:defRPr sz="3150" b="1">
                <a:solidFill>
                  <a:srgbClr val="173F43"/>
                </a:solidFill>
                <a:latin typeface="Atkinson Hyperlegible"/>
                <a:ea typeface="Atkinson Hyperlegible"/>
                <a:cs typeface="Atkinson Hyperlegible"/>
              </a:defRPr>
            </a:lvl5pPr>
            <a:lvl6pPr algn="l">
              <a:defRPr sz="3150" b="1">
                <a:solidFill>
                  <a:srgbClr val="173F43"/>
                </a:solidFill>
                <a:latin typeface="Atkinson Hyperlegible"/>
                <a:ea typeface="Atkinson Hyperlegible"/>
                <a:cs typeface="Atkinson Hyperlegible"/>
              </a:defRPr>
            </a:lvl6pPr>
            <a:lvl7pPr algn="l">
              <a:defRPr sz="3150" b="1">
                <a:solidFill>
                  <a:srgbClr val="173F43"/>
                </a:solidFill>
                <a:latin typeface="Atkinson Hyperlegible"/>
                <a:ea typeface="Atkinson Hyperlegible"/>
                <a:cs typeface="Atkinson Hyperlegible"/>
              </a:defRPr>
            </a:lvl7pPr>
            <a:lvl8pPr algn="l">
              <a:defRPr sz="3150" b="1">
                <a:solidFill>
                  <a:srgbClr val="173F43"/>
                </a:solidFill>
                <a:latin typeface="Atkinson Hyperlegible"/>
                <a:ea typeface="Atkinson Hyperlegible"/>
                <a:cs typeface="Atkinson Hyperlegible"/>
              </a:defRPr>
            </a:lvl8pPr>
            <a:lvl9pPr algn="l">
              <a:defRPr sz="3150" b="1">
                <a:solidFill>
                  <a:srgbClr val="173F43"/>
                </a:solidFill>
                <a:latin typeface="Atkinson Hyperlegible"/>
                <a:ea typeface="Atkinson Hyperlegible"/>
                <a:cs typeface="Atkinson Hyperlegible"/>
              </a:defRPr>
            </a:lvl9pPr>
          </a:lstStyle>
          <a:p xmlns:a="http://schemas.openxmlformats.org/drawingml/2006/main">
            <a:pPr algn="l">
              <a:defRPr sz="3150" b="1">
                <a:solidFill>
                  <a:srgbClr val="173F43"/>
                </a:solidFill>
                <a:latin typeface="Atkinson Hyperlegible"/>
                <a:ea typeface="Atkinson Hyperlegible"/>
                <a:cs typeface="Atkinson Hyperlegible"/>
              </a:defRPr>
            </a:pPr>
            <a:r>
              <a:rPr sz="3150" b="1">
                <a:solidFill>
                  <a:srgbClr val="173F43"/>
                </a:solidFill>
                <a:latin typeface="Atkinson Hyperlegible"/>
                <a:ea typeface="Atkinson Hyperlegible"/>
                <a:cs typeface="Atkinson Hyperlegible"/>
              </a:rPr>
              <a:t>Learned next-hour demand prediction</a:t>
            </a:r>
          </a:p>
        </p:txBody>
      </p:sp>
      <p:sp>
        <p:nvSpPr>
          <p:cNvPr id="3" name="shape-159">
            <a:extLst xmlns:a="http://schemas.openxmlformats.org/drawingml/2006/main">
              <a:ext uri="{FF2B5EF4-FFF2-40B4-BE49-F238E27FC236}">
                <a16:creationId xmlns:a16="http://schemas.microsoft.com/office/drawing/2014/main" id="{4F31FC0A-402F-45CF-9413-5BDC4FE56C50}"/>
              </a:ext>
            </a:extLst>
          </p:cNvPr>
          <p:cNvSpPr>
            <a:spLocks xmlns:a="http://schemas.openxmlformats.org/drawingml/2006/main" noGrp="1"/>
          </p:cNvSpPr>
          <p:nvPr/>
        </p:nvSpPr>
        <p:spPr>
          <a:xfrm xmlns:a="http://schemas.openxmlformats.org/drawingml/2006/main">
            <a:off x="609600" y="136207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787A"/>
                </a:solidFill>
                <a:latin typeface="Atkinson Hyperlegible"/>
                <a:ea typeface="Atkinson Hyperlegible"/>
                <a:cs typeface="Atkinson Hyperlegible"/>
              </a:defRPr>
            </a:defPPr>
            <a:lvl1pPr algn="l">
              <a:defRPr sz="1725" b="0">
                <a:solidFill>
                  <a:srgbClr val="58787A"/>
                </a:solidFill>
                <a:latin typeface="Atkinson Hyperlegible"/>
                <a:ea typeface="Atkinson Hyperlegible"/>
                <a:cs typeface="Atkinson Hyperlegible"/>
              </a:defRPr>
            </a:lvl1pPr>
            <a:lvl2pPr algn="l">
              <a:defRPr sz="1725" b="0">
                <a:solidFill>
                  <a:srgbClr val="58787A"/>
                </a:solidFill>
                <a:latin typeface="Atkinson Hyperlegible"/>
                <a:ea typeface="Atkinson Hyperlegible"/>
                <a:cs typeface="Atkinson Hyperlegible"/>
              </a:defRPr>
            </a:lvl2pPr>
            <a:lvl3pPr algn="l">
              <a:defRPr sz="1725" b="0">
                <a:solidFill>
                  <a:srgbClr val="58787A"/>
                </a:solidFill>
                <a:latin typeface="Atkinson Hyperlegible"/>
                <a:ea typeface="Atkinson Hyperlegible"/>
                <a:cs typeface="Atkinson Hyperlegible"/>
              </a:defRPr>
            </a:lvl3pPr>
            <a:lvl4pPr algn="l">
              <a:defRPr sz="1725" b="0">
                <a:solidFill>
                  <a:srgbClr val="58787A"/>
                </a:solidFill>
                <a:latin typeface="Atkinson Hyperlegible"/>
                <a:ea typeface="Atkinson Hyperlegible"/>
                <a:cs typeface="Atkinson Hyperlegible"/>
              </a:defRPr>
            </a:lvl4pPr>
            <a:lvl5pPr algn="l">
              <a:defRPr sz="1725" b="0">
                <a:solidFill>
                  <a:srgbClr val="58787A"/>
                </a:solidFill>
                <a:latin typeface="Atkinson Hyperlegible"/>
                <a:ea typeface="Atkinson Hyperlegible"/>
                <a:cs typeface="Atkinson Hyperlegible"/>
              </a:defRPr>
            </a:lvl5pPr>
            <a:lvl6pPr algn="l">
              <a:defRPr sz="1725" b="0">
                <a:solidFill>
                  <a:srgbClr val="58787A"/>
                </a:solidFill>
                <a:latin typeface="Atkinson Hyperlegible"/>
                <a:ea typeface="Atkinson Hyperlegible"/>
                <a:cs typeface="Atkinson Hyperlegible"/>
              </a:defRPr>
            </a:lvl6pPr>
            <a:lvl7pPr algn="l">
              <a:defRPr sz="1725" b="0">
                <a:solidFill>
                  <a:srgbClr val="58787A"/>
                </a:solidFill>
                <a:latin typeface="Atkinson Hyperlegible"/>
                <a:ea typeface="Atkinson Hyperlegible"/>
                <a:cs typeface="Atkinson Hyperlegible"/>
              </a:defRPr>
            </a:lvl7pPr>
            <a:lvl8pPr algn="l">
              <a:defRPr sz="1725" b="0">
                <a:solidFill>
                  <a:srgbClr val="58787A"/>
                </a:solidFill>
                <a:latin typeface="Atkinson Hyperlegible"/>
                <a:ea typeface="Atkinson Hyperlegible"/>
                <a:cs typeface="Atkinson Hyperlegible"/>
              </a:defRPr>
            </a:lvl8pPr>
            <a:lvl9pPr algn="l">
              <a:defRPr sz="1725" b="0">
                <a:solidFill>
                  <a:srgbClr val="58787A"/>
                </a:solidFill>
                <a:latin typeface="Atkinson Hyperlegible"/>
                <a:ea typeface="Atkinson Hyperlegible"/>
                <a:cs typeface="Atkinson Hyperlegible"/>
              </a:defRPr>
            </a:lvl9pPr>
          </a:lstStyle>
          <a:p xmlns:a="http://schemas.openxmlformats.org/drawingml/2006/main">
            <a:pPr algn="l">
              <a:defRPr sz="1725" b="0">
                <a:solidFill>
                  <a:srgbClr val="58787A"/>
                </a:solidFill>
                <a:latin typeface="Atkinson Hyperlegible"/>
                <a:ea typeface="Atkinson Hyperlegible"/>
                <a:cs typeface="Atkinson Hyperlegible"/>
              </a:defRPr>
            </a:pPr>
            <a:r>
              <a:rPr sz="1725" b="0">
                <a:solidFill>
                  <a:srgbClr val="58787A"/>
                </a:solidFill>
                <a:latin typeface="Atkinson Hyperlegible"/>
                <a:ea typeface="Atkinson Hyperlegible"/>
                <a:cs typeface="Atkinson Hyperlegible"/>
              </a:rPr>
              <a:t>Ridge AR(3): 768 training traces and 320 separate evaluation traces</a:t>
            </a:r>
          </a:p>
        </p:txBody>
      </p:sp>
      <p:sp>
        <p:nvSpPr>
          <p:cNvPr id="4" name="shape-160">
            <a:extLst xmlns:a="http://schemas.openxmlformats.org/drawingml/2006/main">
              <a:ext uri="{FF2B5EF4-FFF2-40B4-BE49-F238E27FC236}">
                <a16:creationId xmlns:a16="http://schemas.microsoft.com/office/drawing/2014/main" id="{CD4A9A75-B03A-4D19-8474-B41363D3AFDB}"/>
              </a:ext>
            </a:extLst>
          </p:cNvPr>
          <p:cNvSpPr>
            <a:spLocks xmlns:a="http://schemas.openxmlformats.org/drawingml/2006/main" noGrp="1"/>
          </p:cNvSpPr>
          <p:nvPr/>
        </p:nvSpPr>
        <p:spPr>
          <a:xfrm xmlns:a="http://schemas.openxmlformats.org/drawingml/2006/main">
            <a:off x="609600" y="6448425"/>
            <a:ext cx="10972800" cy="9525"/>
          </a:xfrm>
          <a:prstGeom xmlns:a="http://schemas.openxmlformats.org/drawingml/2006/main" prst="rect">
            <a:avLst/>
          </a:prstGeom>
          <a:solidFill xmlns:a="http://schemas.openxmlformats.org/drawingml/2006/main">
            <a:srgbClr val="D8E5DF"/>
          </a:solidFill>
          <a:ln xmlns:a="http://schemas.openxmlformats.org/drawingml/2006/main" w="0">
            <a:noFill/>
          </a:ln>
        </p:spPr>
      </p:sp>
      <p:sp>
        <p:nvSpPr>
          <p:cNvPr id="5" name="shape-161">
            <a:extLst xmlns:a="http://schemas.openxmlformats.org/drawingml/2006/main">
              <a:ext uri="{FF2B5EF4-FFF2-40B4-BE49-F238E27FC236}">
                <a16:creationId xmlns:a16="http://schemas.microsoft.com/office/drawing/2014/main" id="{DABCB23B-FC56-4011-AA66-D663D3773E51}"/>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8787A"/>
                </a:solidFill>
                <a:latin typeface="Atkinson Hyperlegible"/>
                <a:ea typeface="Atkinson Hyperlegible"/>
                <a:cs typeface="Atkinson Hyperlegible"/>
              </a:defRPr>
            </a:defPPr>
            <a:lvl1pPr algn="l">
              <a:defRPr sz="1050" b="0">
                <a:solidFill>
                  <a:srgbClr val="58787A"/>
                </a:solidFill>
                <a:latin typeface="Atkinson Hyperlegible"/>
                <a:ea typeface="Atkinson Hyperlegible"/>
                <a:cs typeface="Atkinson Hyperlegible"/>
              </a:defRPr>
            </a:lvl1pPr>
            <a:lvl2pPr algn="l">
              <a:defRPr sz="1050" b="0">
                <a:solidFill>
                  <a:srgbClr val="58787A"/>
                </a:solidFill>
                <a:latin typeface="Atkinson Hyperlegible"/>
                <a:ea typeface="Atkinson Hyperlegible"/>
                <a:cs typeface="Atkinson Hyperlegible"/>
              </a:defRPr>
            </a:lvl2pPr>
            <a:lvl3pPr algn="l">
              <a:defRPr sz="1050" b="0">
                <a:solidFill>
                  <a:srgbClr val="58787A"/>
                </a:solidFill>
                <a:latin typeface="Atkinson Hyperlegible"/>
                <a:ea typeface="Atkinson Hyperlegible"/>
                <a:cs typeface="Atkinson Hyperlegible"/>
              </a:defRPr>
            </a:lvl3pPr>
            <a:lvl4pPr algn="l">
              <a:defRPr sz="1050" b="0">
                <a:solidFill>
                  <a:srgbClr val="58787A"/>
                </a:solidFill>
                <a:latin typeface="Atkinson Hyperlegible"/>
                <a:ea typeface="Atkinson Hyperlegible"/>
                <a:cs typeface="Atkinson Hyperlegible"/>
              </a:defRPr>
            </a:lvl4pPr>
            <a:lvl5pPr algn="l">
              <a:defRPr sz="1050" b="0">
                <a:solidFill>
                  <a:srgbClr val="58787A"/>
                </a:solidFill>
                <a:latin typeface="Atkinson Hyperlegible"/>
                <a:ea typeface="Atkinson Hyperlegible"/>
                <a:cs typeface="Atkinson Hyperlegible"/>
              </a:defRPr>
            </a:lvl5pPr>
            <a:lvl6pPr algn="l">
              <a:defRPr sz="1050" b="0">
                <a:solidFill>
                  <a:srgbClr val="58787A"/>
                </a:solidFill>
                <a:latin typeface="Atkinson Hyperlegible"/>
                <a:ea typeface="Atkinson Hyperlegible"/>
                <a:cs typeface="Atkinson Hyperlegible"/>
              </a:defRPr>
            </a:lvl6pPr>
            <a:lvl7pPr algn="l">
              <a:defRPr sz="1050" b="0">
                <a:solidFill>
                  <a:srgbClr val="58787A"/>
                </a:solidFill>
                <a:latin typeface="Atkinson Hyperlegible"/>
                <a:ea typeface="Atkinson Hyperlegible"/>
                <a:cs typeface="Atkinson Hyperlegible"/>
              </a:defRPr>
            </a:lvl7pPr>
            <a:lvl8pPr algn="l">
              <a:defRPr sz="1050" b="0">
                <a:solidFill>
                  <a:srgbClr val="58787A"/>
                </a:solidFill>
                <a:latin typeface="Atkinson Hyperlegible"/>
                <a:ea typeface="Atkinson Hyperlegible"/>
                <a:cs typeface="Atkinson Hyperlegible"/>
              </a:defRPr>
            </a:lvl8pPr>
            <a:lvl9pPr algn="l">
              <a:defRPr sz="1050" b="0">
                <a:solidFill>
                  <a:srgbClr val="58787A"/>
                </a:solidFill>
                <a:latin typeface="Atkinson Hyperlegible"/>
                <a:ea typeface="Atkinson Hyperlegible"/>
                <a:cs typeface="Atkinson Hyperlegible"/>
              </a:defRPr>
            </a:lvl9pPr>
          </a:lstStyle>
          <a:p xmlns:a="http://schemas.openxmlformats.org/drawingml/2006/main">
            <a:pPr algn="l">
              <a:defRPr sz="1050" b="0">
                <a:solidFill>
                  <a:srgbClr val="58787A"/>
                </a:solidFill>
                <a:latin typeface="Atkinson Hyperlegible"/>
                <a:ea typeface="Atkinson Hyperlegible"/>
                <a:cs typeface="Atkinson Hyperlegible"/>
              </a:defRPr>
            </a:pPr>
            <a:r>
              <a:rPr sz="1050" b="0">
                <a:solidFill>
                  <a:srgbClr val="58787A"/>
                </a:solidFill>
                <a:latin typeface="Atkinson Hyperlegible"/>
                <a:ea typeface="Atkinson Hyperlegible"/>
                <a:cs typeface="Atkinson Hyperlegible"/>
              </a:rPr>
              <a:t>Synthetic scenarios. Decision support only.</a:t>
            </a:r>
          </a:p>
        </p:txBody>
      </p:sp>
      <p:sp>
        <p:nvSpPr>
          <p:cNvPr id="6" name="shape-162">
            <a:extLst xmlns:a="http://schemas.openxmlformats.org/drawingml/2006/main">
              <a:ext uri="{FF2B5EF4-FFF2-40B4-BE49-F238E27FC236}">
                <a16:creationId xmlns:a16="http://schemas.microsoft.com/office/drawing/2014/main" id="{B561B62E-2063-4204-87F4-13FEF8122314}"/>
              </a:ext>
            </a:extLst>
          </p:cNvPr>
          <p:cNvSpPr>
            <a:spLocks xmlns:a="http://schemas.openxmlformats.org/drawingml/2006/main" noGrp="1"/>
          </p:cNvSpPr>
          <p:nvPr/>
        </p:nvSpPr>
        <p:spPr>
          <a:xfrm xmlns:a="http://schemas.openxmlformats.org/drawingml/2006/main">
            <a:off x="11001375" y="6515100"/>
            <a:ext cx="581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137B73"/>
                </a:solidFill>
                <a:latin typeface="Atkinson Hyperlegible"/>
                <a:ea typeface="Atkinson Hyperlegible"/>
                <a:cs typeface="Atkinson Hyperlegible"/>
              </a:defRPr>
            </a:defPPr>
            <a:lvl1pPr algn="r">
              <a:defRPr sz="1275" b="0">
                <a:solidFill>
                  <a:srgbClr val="137B73"/>
                </a:solidFill>
                <a:latin typeface="Atkinson Hyperlegible"/>
                <a:ea typeface="Atkinson Hyperlegible"/>
                <a:cs typeface="Atkinson Hyperlegible"/>
              </a:defRPr>
            </a:lvl1pPr>
            <a:lvl2pPr algn="r">
              <a:defRPr sz="1275" b="0">
                <a:solidFill>
                  <a:srgbClr val="137B73"/>
                </a:solidFill>
                <a:latin typeface="Atkinson Hyperlegible"/>
                <a:ea typeface="Atkinson Hyperlegible"/>
                <a:cs typeface="Atkinson Hyperlegible"/>
              </a:defRPr>
            </a:lvl2pPr>
            <a:lvl3pPr algn="r">
              <a:defRPr sz="1275" b="0">
                <a:solidFill>
                  <a:srgbClr val="137B73"/>
                </a:solidFill>
                <a:latin typeface="Atkinson Hyperlegible"/>
                <a:ea typeface="Atkinson Hyperlegible"/>
                <a:cs typeface="Atkinson Hyperlegible"/>
              </a:defRPr>
            </a:lvl3pPr>
            <a:lvl4pPr algn="r">
              <a:defRPr sz="1275" b="0">
                <a:solidFill>
                  <a:srgbClr val="137B73"/>
                </a:solidFill>
                <a:latin typeface="Atkinson Hyperlegible"/>
                <a:ea typeface="Atkinson Hyperlegible"/>
                <a:cs typeface="Atkinson Hyperlegible"/>
              </a:defRPr>
            </a:lvl4pPr>
            <a:lvl5pPr algn="r">
              <a:defRPr sz="1275" b="0">
                <a:solidFill>
                  <a:srgbClr val="137B73"/>
                </a:solidFill>
                <a:latin typeface="Atkinson Hyperlegible"/>
                <a:ea typeface="Atkinson Hyperlegible"/>
                <a:cs typeface="Atkinson Hyperlegible"/>
              </a:defRPr>
            </a:lvl5pPr>
            <a:lvl6pPr algn="r">
              <a:defRPr sz="1275" b="0">
                <a:solidFill>
                  <a:srgbClr val="137B73"/>
                </a:solidFill>
                <a:latin typeface="Atkinson Hyperlegible"/>
                <a:ea typeface="Atkinson Hyperlegible"/>
                <a:cs typeface="Atkinson Hyperlegible"/>
              </a:defRPr>
            </a:lvl6pPr>
            <a:lvl7pPr algn="r">
              <a:defRPr sz="1275" b="0">
                <a:solidFill>
                  <a:srgbClr val="137B73"/>
                </a:solidFill>
                <a:latin typeface="Atkinson Hyperlegible"/>
                <a:ea typeface="Atkinson Hyperlegible"/>
                <a:cs typeface="Atkinson Hyperlegible"/>
              </a:defRPr>
            </a:lvl7pPr>
            <a:lvl8pPr algn="r">
              <a:defRPr sz="1275" b="0">
                <a:solidFill>
                  <a:srgbClr val="137B73"/>
                </a:solidFill>
                <a:latin typeface="Atkinson Hyperlegible"/>
                <a:ea typeface="Atkinson Hyperlegible"/>
                <a:cs typeface="Atkinson Hyperlegible"/>
              </a:defRPr>
            </a:lvl8pPr>
            <a:lvl9pPr algn="r">
              <a:defRPr sz="1275" b="0">
                <a:solidFill>
                  <a:srgbClr val="137B73"/>
                </a:solidFill>
                <a:latin typeface="Atkinson Hyperlegible"/>
                <a:ea typeface="Atkinson Hyperlegible"/>
                <a:cs typeface="Atkinson Hyperlegible"/>
              </a:defRPr>
            </a:lvl9pPr>
          </a:lstStyle>
          <a:p xmlns:a="http://schemas.openxmlformats.org/drawingml/2006/main">
            <a:pPr algn="r">
              <a:defRPr sz="1275" b="0">
                <a:solidFill>
                  <a:srgbClr val="137B73"/>
                </a:solidFill>
                <a:latin typeface="Atkinson Hyperlegible"/>
                <a:ea typeface="Atkinson Hyperlegible"/>
                <a:cs typeface="Atkinson Hyperlegible"/>
              </a:defRPr>
            </a:pPr>
            <a:r>
              <a:rPr sz="1275" b="0">
                <a:solidFill>
                  <a:srgbClr val="137B73"/>
                </a:solidFill>
                <a:latin typeface="Atkinson Hyperlegible"/>
                <a:ea typeface="Atkinson Hyperlegible"/>
                <a:cs typeface="Atkinson Hyperlegible"/>
              </a:rPr>
              <a:t>20</a:t>
            </a:r>
          </a:p>
        </p:txBody>
      </p:sp>
      <p:pic>
        <p:nvPicPr>
          <p:cNvPr id="7" name="">
            <a:extLst xmlns:a="http://schemas.openxmlformats.org/drawingml/2006/main">
              <a:ext uri="{FF2B5EF4-FFF2-40B4-BE49-F238E27FC236}">
                <a16:creationId xmlns:a16="http://schemas.microsoft.com/office/drawing/2014/main" id="{10DF915F-4D9B-4D86-99E6-238271BBC3F5}"/>
              </a:ext>
            </a:extLst>
          </p:cNvPr>
          <p:cNvPicPr>
            <a:picLocks xmlns:a="http://schemas.openxmlformats.org/drawingml/2006/main" noChangeAspect="1"/>
          </p:cNvPicPr>
          <p:nvPr/>
        </p:nvPicPr>
        <p:blipFill>
          <a:blip xmlns:r="http://schemas.openxmlformats.org/officeDocument/2006/relationships" xmlns:a="http://schemas.openxmlformats.org/drawingml/2006/main" r:embed="Rfe4dab0f57984db6"/>
          <a:stretch xmlns:a="http://schemas.openxmlformats.org/drawingml/2006/main"/>
        </p:blipFill>
        <p:spPr>
          <a:xfrm xmlns:a="http://schemas.openxmlformats.org/drawingml/2006/main">
            <a:off x="2095500" y="1989134"/>
            <a:ext cx="8001000" cy="574682"/>
          </a:xfrm>
          <a:prstGeom xmlns:a="http://schemas.openxmlformats.org/drawingml/2006/main" prst="rect">
            <a:avLst/>
          </a:prstGeom>
        </p:spPr>
      </p:pic>
      <p:graphicFrame>
        <p:nvGraphicFramePr>
          <p:cNvPr id="8" name="Chart">
            <a:extLst xmlns:a="http://schemas.openxmlformats.org/drawingml/2006/main">
              <a:ext uri="{FF2B5EF4-FFF2-40B4-BE49-F238E27FC236}">
                <a16:creationId xmlns:a16="http://schemas.microsoft.com/office/drawing/2014/main" id="{5741A5EB-D469-49D5-A0B3-3D6DCEF91364}"/>
              </a:ext>
            </a:extLst>
          </p:cNvPr>
          <p:cNvGraphicFramePr/>
          <p:nvPr/>
        </p:nvGraphicFramePr>
        <p:xfrm>
          <a:off xmlns:a="http://schemas.openxmlformats.org/drawingml/2006/main" x="609600" y="2952750"/>
          <a:ext xmlns:a="http://schemas.openxmlformats.org/drawingml/2006/main" cx="2609850" cy="2571750"/>
        </p:xfrm>
        <a:graphic xmlns:a="http://schemas.openxmlformats.org/drawingml/2006/main">
          <a:graphicData uri="http://schemas.openxmlformats.org/drawingml/2006/chart">
            <c:chart xmlns:r="http://schemas.openxmlformats.org/officeDocument/2006/relationships" xmlns:c="http://schemas.openxmlformats.org/drawingml/2006/chart" r:id="R71045a6c39fa4675"/>
          </a:graphicData>
        </a:graphic>
      </p:graphicFrame>
      <p:graphicFrame>
        <p:nvGraphicFramePr>
          <p:cNvPr id="9" name="Chart">
            <a:extLst xmlns:a="http://schemas.openxmlformats.org/drawingml/2006/main">
              <a:ext uri="{FF2B5EF4-FFF2-40B4-BE49-F238E27FC236}">
                <a16:creationId xmlns:a16="http://schemas.microsoft.com/office/drawing/2014/main" id="{5275D09F-9BF0-4EA2-A277-9BD819A79474}"/>
              </a:ext>
            </a:extLst>
          </p:cNvPr>
          <p:cNvGraphicFramePr/>
          <p:nvPr/>
        </p:nvGraphicFramePr>
        <p:xfrm>
          <a:off xmlns:a="http://schemas.openxmlformats.org/drawingml/2006/main" x="3371850" y="2952750"/>
          <a:ext xmlns:a="http://schemas.openxmlformats.org/drawingml/2006/main" cx="2609850" cy="2571750"/>
        </p:xfrm>
        <a:graphic xmlns:a="http://schemas.openxmlformats.org/drawingml/2006/main">
          <a:graphicData uri="http://schemas.openxmlformats.org/drawingml/2006/chart">
            <c:chart xmlns:r="http://schemas.openxmlformats.org/officeDocument/2006/relationships" xmlns:c="http://schemas.openxmlformats.org/drawingml/2006/chart" r:id="R83fcae1e59c34c7b"/>
          </a:graphicData>
        </a:graphic>
      </p:graphicFrame>
      <p:graphicFrame>
        <p:nvGraphicFramePr>
          <p:cNvPr id="10" name="Chart">
            <a:extLst xmlns:a="http://schemas.openxmlformats.org/drawingml/2006/main">
              <a:ext uri="{FF2B5EF4-FFF2-40B4-BE49-F238E27FC236}">
                <a16:creationId xmlns:a16="http://schemas.microsoft.com/office/drawing/2014/main" id="{DC323F99-3871-49AD-AE88-D991166287E9}"/>
              </a:ext>
            </a:extLst>
          </p:cNvPr>
          <p:cNvGraphicFramePr/>
          <p:nvPr/>
        </p:nvGraphicFramePr>
        <p:xfrm>
          <a:off xmlns:a="http://schemas.openxmlformats.org/drawingml/2006/main" x="6134100" y="2952750"/>
          <a:ext xmlns:a="http://schemas.openxmlformats.org/drawingml/2006/main" cx="2609850" cy="2571750"/>
        </p:xfrm>
        <a:graphic xmlns:a="http://schemas.openxmlformats.org/drawingml/2006/main">
          <a:graphicData uri="http://schemas.openxmlformats.org/drawingml/2006/chart">
            <c:chart xmlns:r="http://schemas.openxmlformats.org/officeDocument/2006/relationships" xmlns:c="http://schemas.openxmlformats.org/drawingml/2006/chart" r:id="R83e45d632f584a14"/>
          </a:graphicData>
        </a:graphic>
      </p:graphicFrame>
      <p:graphicFrame>
        <p:nvGraphicFramePr>
          <p:cNvPr id="11" name="Chart">
            <a:extLst xmlns:a="http://schemas.openxmlformats.org/drawingml/2006/main">
              <a:ext uri="{FF2B5EF4-FFF2-40B4-BE49-F238E27FC236}">
                <a16:creationId xmlns:a16="http://schemas.microsoft.com/office/drawing/2014/main" id="{A36E0F16-0D55-49AF-9841-CAD10EC77197}"/>
              </a:ext>
            </a:extLst>
          </p:cNvPr>
          <p:cNvGraphicFramePr/>
          <p:nvPr/>
        </p:nvGraphicFramePr>
        <p:xfrm>
          <a:off xmlns:a="http://schemas.openxmlformats.org/drawingml/2006/main" x="8896350" y="2952750"/>
          <a:ext xmlns:a="http://schemas.openxmlformats.org/drawingml/2006/main" cx="2609850" cy="2571750"/>
        </p:xfrm>
        <a:graphic xmlns:a="http://schemas.openxmlformats.org/drawingml/2006/main">
          <a:graphicData uri="http://schemas.openxmlformats.org/drawingml/2006/chart">
            <c:chart xmlns:r="http://schemas.openxmlformats.org/officeDocument/2006/relationships" xmlns:c="http://schemas.openxmlformats.org/drawingml/2006/chart" r:id="R8cfc98570dd24eb6"/>
          </a:graphicData>
        </a:graphic>
      </p:graphicFrame>
      <p:sp>
        <p:nvSpPr>
          <p:cNvPr id="12" name="shape-163">
            <a:extLst xmlns:a="http://schemas.openxmlformats.org/drawingml/2006/main">
              <a:ext uri="{FF2B5EF4-FFF2-40B4-BE49-F238E27FC236}">
                <a16:creationId xmlns:a16="http://schemas.microsoft.com/office/drawing/2014/main" id="{EEADCFAC-88CC-4945-8565-BB74AFFBBC64}"/>
              </a:ext>
            </a:extLst>
          </p:cNvPr>
          <p:cNvSpPr>
            <a:spLocks xmlns:a="http://schemas.openxmlformats.org/drawingml/2006/main" noGrp="1"/>
          </p:cNvSpPr>
          <p:nvPr/>
        </p:nvSpPr>
        <p:spPr>
          <a:xfrm xmlns:a="http://schemas.openxmlformats.org/drawingml/2006/main">
            <a:off x="609600" y="58769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37B73"/>
                </a:solidFill>
                <a:latin typeface="Atkinson Hyperlegible"/>
                <a:ea typeface="Atkinson Hyperlegible"/>
                <a:cs typeface="Atkinson Hyperlegible"/>
              </a:defRPr>
            </a:defPPr>
            <a:lvl1pPr algn="l">
              <a:defRPr sz="1725" b="1">
                <a:solidFill>
                  <a:srgbClr val="137B73"/>
                </a:solidFill>
                <a:latin typeface="Atkinson Hyperlegible"/>
                <a:ea typeface="Atkinson Hyperlegible"/>
                <a:cs typeface="Atkinson Hyperlegible"/>
              </a:defRPr>
            </a:lvl1pPr>
            <a:lvl2pPr algn="l">
              <a:defRPr sz="1725" b="1">
                <a:solidFill>
                  <a:srgbClr val="137B73"/>
                </a:solidFill>
                <a:latin typeface="Atkinson Hyperlegible"/>
                <a:ea typeface="Atkinson Hyperlegible"/>
                <a:cs typeface="Atkinson Hyperlegible"/>
              </a:defRPr>
            </a:lvl2pPr>
            <a:lvl3pPr algn="l">
              <a:defRPr sz="1725" b="1">
                <a:solidFill>
                  <a:srgbClr val="137B73"/>
                </a:solidFill>
                <a:latin typeface="Atkinson Hyperlegible"/>
                <a:ea typeface="Atkinson Hyperlegible"/>
                <a:cs typeface="Atkinson Hyperlegible"/>
              </a:defRPr>
            </a:lvl3pPr>
            <a:lvl4pPr algn="l">
              <a:defRPr sz="1725" b="1">
                <a:solidFill>
                  <a:srgbClr val="137B73"/>
                </a:solidFill>
                <a:latin typeface="Atkinson Hyperlegible"/>
                <a:ea typeface="Atkinson Hyperlegible"/>
                <a:cs typeface="Atkinson Hyperlegible"/>
              </a:defRPr>
            </a:lvl4pPr>
            <a:lvl5pPr algn="l">
              <a:defRPr sz="1725" b="1">
                <a:solidFill>
                  <a:srgbClr val="137B73"/>
                </a:solidFill>
                <a:latin typeface="Atkinson Hyperlegible"/>
                <a:ea typeface="Atkinson Hyperlegible"/>
                <a:cs typeface="Atkinson Hyperlegible"/>
              </a:defRPr>
            </a:lvl5pPr>
            <a:lvl6pPr algn="l">
              <a:defRPr sz="1725" b="1">
                <a:solidFill>
                  <a:srgbClr val="137B73"/>
                </a:solidFill>
                <a:latin typeface="Atkinson Hyperlegible"/>
                <a:ea typeface="Atkinson Hyperlegible"/>
                <a:cs typeface="Atkinson Hyperlegible"/>
              </a:defRPr>
            </a:lvl6pPr>
            <a:lvl7pPr algn="l">
              <a:defRPr sz="1725" b="1">
                <a:solidFill>
                  <a:srgbClr val="137B73"/>
                </a:solidFill>
                <a:latin typeface="Atkinson Hyperlegible"/>
                <a:ea typeface="Atkinson Hyperlegible"/>
                <a:cs typeface="Atkinson Hyperlegible"/>
              </a:defRPr>
            </a:lvl7pPr>
            <a:lvl8pPr algn="l">
              <a:defRPr sz="1725" b="1">
                <a:solidFill>
                  <a:srgbClr val="137B73"/>
                </a:solidFill>
                <a:latin typeface="Atkinson Hyperlegible"/>
                <a:ea typeface="Atkinson Hyperlegible"/>
                <a:cs typeface="Atkinson Hyperlegible"/>
              </a:defRPr>
            </a:lvl8pPr>
            <a:lvl9pPr algn="l">
              <a:defRPr sz="1725" b="1">
                <a:solidFill>
                  <a:srgbClr val="137B73"/>
                </a:solidFill>
                <a:latin typeface="Atkinson Hyperlegible"/>
                <a:ea typeface="Atkinson Hyperlegible"/>
                <a:cs typeface="Atkinson Hyperlegible"/>
              </a:defRPr>
            </a:lvl9pPr>
          </a:lstStyle>
          <a:p xmlns:a="http://schemas.openxmlformats.org/drawingml/2006/main">
            <a:pPr algn="l">
              <a:defRPr sz="1725" b="1">
                <a:solidFill>
                  <a:srgbClr val="137B73"/>
                </a:solidFill>
                <a:latin typeface="Atkinson Hyperlegible"/>
                <a:ea typeface="Atkinson Hyperlegible"/>
                <a:cs typeface="Atkinson Hyperlegible"/>
              </a:defRPr>
            </a:pPr>
            <a:r>
              <a:rPr sz="1725" b="1">
                <a:solidFill>
                  <a:srgbClr val="137B73"/>
                </a:solidFill>
                <a:latin typeface="Atkinson Hyperlegible"/>
                <a:ea typeface="Atkinson Hyperlegible"/>
                <a:cs typeface="Atkinson Hyperlegible"/>
              </a:rPr>
              <a:t>Forecasts use past demand and identical target hours. Prediction does not enter PPO.</a:t>
            </a:r>
          </a:p>
        </p:txBody>
      </p:sp>
    </p:spTree>
    <p:extLst>
      <p:ext uri="{BB962C8B-B14F-4D97-AF65-F5344CB8AC3E}">
        <p14:creationId xmlns:p14="http://schemas.microsoft.com/office/powerpoint/2010/main" val="838431587"/>
      </p:ext>
    </p:extLst>
  </p:cSld>
</p:sld>
</file>

<file path=ppt/slides/slide21.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7" name="shape-164">
            <a:extLst xmlns:a="http://schemas.openxmlformats.org/drawingml/2006/main">
              <a:ext uri="{FF2B5EF4-FFF2-40B4-BE49-F238E27FC236}">
                <a16:creationId xmlns:a16="http://schemas.microsoft.com/office/drawing/2014/main" id="{77338E6E-B47C-4959-BDA2-B89E18E7FEA1}"/>
              </a:ext>
            </a:extLst>
          </p:cNvPr>
          <p:cNvSpPr>
            <a:spLocks xmlns:a="http://schemas.openxmlformats.org/drawingml/2006/main" noGrp="1"/>
          </p:cNvSpPr>
          <p:nvPr/>
        </p:nvSpPr>
        <p:spPr>
          <a:xfrm xmlns:a="http://schemas.openxmlformats.org/drawingml/2006/main">
            <a:off x="609600" y="266700"/>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37B73"/>
                </a:solidFill>
                <a:latin typeface="Atkinson Hyperlegible"/>
                <a:ea typeface="Atkinson Hyperlegible"/>
                <a:cs typeface="Atkinson Hyperlegible"/>
              </a:defRPr>
            </a:defPPr>
            <a:lvl1pPr algn="l">
              <a:defRPr sz="1350" b="1">
                <a:solidFill>
                  <a:srgbClr val="137B73"/>
                </a:solidFill>
                <a:latin typeface="Atkinson Hyperlegible"/>
                <a:ea typeface="Atkinson Hyperlegible"/>
                <a:cs typeface="Atkinson Hyperlegible"/>
              </a:defRPr>
            </a:lvl1pPr>
            <a:lvl2pPr algn="l">
              <a:defRPr sz="1350" b="1">
                <a:solidFill>
                  <a:srgbClr val="137B73"/>
                </a:solidFill>
                <a:latin typeface="Atkinson Hyperlegible"/>
                <a:ea typeface="Atkinson Hyperlegible"/>
                <a:cs typeface="Atkinson Hyperlegible"/>
              </a:defRPr>
            </a:lvl2pPr>
            <a:lvl3pPr algn="l">
              <a:defRPr sz="1350" b="1">
                <a:solidFill>
                  <a:srgbClr val="137B73"/>
                </a:solidFill>
                <a:latin typeface="Atkinson Hyperlegible"/>
                <a:ea typeface="Atkinson Hyperlegible"/>
                <a:cs typeface="Atkinson Hyperlegible"/>
              </a:defRPr>
            </a:lvl3pPr>
            <a:lvl4pPr algn="l">
              <a:defRPr sz="1350" b="1">
                <a:solidFill>
                  <a:srgbClr val="137B73"/>
                </a:solidFill>
                <a:latin typeface="Atkinson Hyperlegible"/>
                <a:ea typeface="Atkinson Hyperlegible"/>
                <a:cs typeface="Atkinson Hyperlegible"/>
              </a:defRPr>
            </a:lvl4pPr>
            <a:lvl5pPr algn="l">
              <a:defRPr sz="1350" b="1">
                <a:solidFill>
                  <a:srgbClr val="137B73"/>
                </a:solidFill>
                <a:latin typeface="Atkinson Hyperlegible"/>
                <a:ea typeface="Atkinson Hyperlegible"/>
                <a:cs typeface="Atkinson Hyperlegible"/>
              </a:defRPr>
            </a:lvl5pPr>
            <a:lvl6pPr algn="l">
              <a:defRPr sz="1350" b="1">
                <a:solidFill>
                  <a:srgbClr val="137B73"/>
                </a:solidFill>
                <a:latin typeface="Atkinson Hyperlegible"/>
                <a:ea typeface="Atkinson Hyperlegible"/>
                <a:cs typeface="Atkinson Hyperlegible"/>
              </a:defRPr>
            </a:lvl6pPr>
            <a:lvl7pPr algn="l">
              <a:defRPr sz="1350" b="1">
                <a:solidFill>
                  <a:srgbClr val="137B73"/>
                </a:solidFill>
                <a:latin typeface="Atkinson Hyperlegible"/>
                <a:ea typeface="Atkinson Hyperlegible"/>
                <a:cs typeface="Atkinson Hyperlegible"/>
              </a:defRPr>
            </a:lvl7pPr>
            <a:lvl8pPr algn="l">
              <a:defRPr sz="1350" b="1">
                <a:solidFill>
                  <a:srgbClr val="137B73"/>
                </a:solidFill>
                <a:latin typeface="Atkinson Hyperlegible"/>
                <a:ea typeface="Atkinson Hyperlegible"/>
                <a:cs typeface="Atkinson Hyperlegible"/>
              </a:defRPr>
            </a:lvl8pPr>
            <a:lvl9pPr algn="l">
              <a:defRPr sz="1350" b="1">
                <a:solidFill>
                  <a:srgbClr val="137B73"/>
                </a:solidFill>
                <a:latin typeface="Atkinson Hyperlegible"/>
                <a:ea typeface="Atkinson Hyperlegible"/>
                <a:cs typeface="Atkinson Hyperlegible"/>
              </a:defRPr>
            </a:lvl9pPr>
          </a:lstStyle>
          <a:p xmlns:a="http://schemas.openxmlformats.org/drawingml/2006/main">
            <a:pPr algn="l">
              <a:defRPr sz="1350" b="1">
                <a:solidFill>
                  <a:srgbClr val="137B73"/>
                </a:solidFill>
                <a:latin typeface="Atkinson Hyperlegible"/>
                <a:ea typeface="Atkinson Hyperlegible"/>
                <a:cs typeface="Atkinson Hyperlegible"/>
              </a:defRPr>
            </a:pPr>
            <a:r>
              <a:rPr sz="1350" b="1">
                <a:solidFill>
                  <a:srgbClr val="137B73"/>
                </a:solidFill>
                <a:latin typeface="Atkinson Hyperlegible"/>
                <a:ea typeface="Atkinson Hyperlegible"/>
                <a:cs typeface="Atkinson Hyperlegible"/>
              </a:rPr>
              <a:t>GridGuard Khartoum</a:t>
            </a:r>
          </a:p>
        </p:txBody>
      </p:sp>
      <p:sp>
        <p:nvSpPr>
          <p:cNvPr id="2" name="shape-165">
            <a:extLst xmlns:a="http://schemas.openxmlformats.org/drawingml/2006/main">
              <a:ext uri="{FF2B5EF4-FFF2-40B4-BE49-F238E27FC236}">
                <a16:creationId xmlns:a16="http://schemas.microsoft.com/office/drawing/2014/main" id="{847237F3-C392-4F2E-A973-DA7F87F6902A}"/>
              </a:ext>
            </a:extLst>
          </p:cNvPr>
          <p:cNvSpPr>
            <a:spLocks xmlns:a="http://schemas.openxmlformats.org/drawingml/2006/main" noGrp="1"/>
          </p:cNvSpPr>
          <p:nvPr/>
        </p:nvSpPr>
        <p:spPr>
          <a:xfrm xmlns:a="http://schemas.openxmlformats.org/drawingml/2006/main">
            <a:off x="609600" y="7334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F43"/>
                </a:solidFill>
                <a:latin typeface="Atkinson Hyperlegible"/>
                <a:ea typeface="Atkinson Hyperlegible"/>
                <a:cs typeface="Atkinson Hyperlegible"/>
              </a:defRPr>
            </a:defPPr>
            <a:lvl1pPr algn="l">
              <a:defRPr sz="3150" b="1">
                <a:solidFill>
                  <a:srgbClr val="173F43"/>
                </a:solidFill>
                <a:latin typeface="Atkinson Hyperlegible"/>
                <a:ea typeface="Atkinson Hyperlegible"/>
                <a:cs typeface="Atkinson Hyperlegible"/>
              </a:defRPr>
            </a:lvl1pPr>
            <a:lvl2pPr algn="l">
              <a:defRPr sz="3150" b="1">
                <a:solidFill>
                  <a:srgbClr val="173F43"/>
                </a:solidFill>
                <a:latin typeface="Atkinson Hyperlegible"/>
                <a:ea typeface="Atkinson Hyperlegible"/>
                <a:cs typeface="Atkinson Hyperlegible"/>
              </a:defRPr>
            </a:lvl2pPr>
            <a:lvl3pPr algn="l">
              <a:defRPr sz="3150" b="1">
                <a:solidFill>
                  <a:srgbClr val="173F43"/>
                </a:solidFill>
                <a:latin typeface="Atkinson Hyperlegible"/>
                <a:ea typeface="Atkinson Hyperlegible"/>
                <a:cs typeface="Atkinson Hyperlegible"/>
              </a:defRPr>
            </a:lvl3pPr>
            <a:lvl4pPr algn="l">
              <a:defRPr sz="3150" b="1">
                <a:solidFill>
                  <a:srgbClr val="173F43"/>
                </a:solidFill>
                <a:latin typeface="Atkinson Hyperlegible"/>
                <a:ea typeface="Atkinson Hyperlegible"/>
                <a:cs typeface="Atkinson Hyperlegible"/>
              </a:defRPr>
            </a:lvl4pPr>
            <a:lvl5pPr algn="l">
              <a:defRPr sz="3150" b="1">
                <a:solidFill>
                  <a:srgbClr val="173F43"/>
                </a:solidFill>
                <a:latin typeface="Atkinson Hyperlegible"/>
                <a:ea typeface="Atkinson Hyperlegible"/>
                <a:cs typeface="Atkinson Hyperlegible"/>
              </a:defRPr>
            </a:lvl5pPr>
            <a:lvl6pPr algn="l">
              <a:defRPr sz="3150" b="1">
                <a:solidFill>
                  <a:srgbClr val="173F43"/>
                </a:solidFill>
                <a:latin typeface="Atkinson Hyperlegible"/>
                <a:ea typeface="Atkinson Hyperlegible"/>
                <a:cs typeface="Atkinson Hyperlegible"/>
              </a:defRPr>
            </a:lvl6pPr>
            <a:lvl7pPr algn="l">
              <a:defRPr sz="3150" b="1">
                <a:solidFill>
                  <a:srgbClr val="173F43"/>
                </a:solidFill>
                <a:latin typeface="Atkinson Hyperlegible"/>
                <a:ea typeface="Atkinson Hyperlegible"/>
                <a:cs typeface="Atkinson Hyperlegible"/>
              </a:defRPr>
            </a:lvl7pPr>
            <a:lvl8pPr algn="l">
              <a:defRPr sz="3150" b="1">
                <a:solidFill>
                  <a:srgbClr val="173F43"/>
                </a:solidFill>
                <a:latin typeface="Atkinson Hyperlegible"/>
                <a:ea typeface="Atkinson Hyperlegible"/>
                <a:cs typeface="Atkinson Hyperlegible"/>
              </a:defRPr>
            </a:lvl8pPr>
            <a:lvl9pPr algn="l">
              <a:defRPr sz="3150" b="1">
                <a:solidFill>
                  <a:srgbClr val="173F43"/>
                </a:solidFill>
                <a:latin typeface="Atkinson Hyperlegible"/>
                <a:ea typeface="Atkinson Hyperlegible"/>
                <a:cs typeface="Atkinson Hyperlegible"/>
              </a:defRPr>
            </a:lvl9pPr>
          </a:lstStyle>
          <a:p xmlns:a="http://schemas.openxmlformats.org/drawingml/2006/main">
            <a:pPr algn="l">
              <a:defRPr sz="3150" b="1">
                <a:solidFill>
                  <a:srgbClr val="173F43"/>
                </a:solidFill>
                <a:latin typeface="Atkinson Hyperlegible"/>
                <a:ea typeface="Atkinson Hyperlegible"/>
                <a:cs typeface="Atkinson Hyperlegible"/>
              </a:defRPr>
            </a:pPr>
            <a:r>
              <a:rPr sz="3150" b="1">
                <a:solidFill>
                  <a:srgbClr val="173F43"/>
                </a:solidFill>
                <a:latin typeface="Atkinson Hyperlegible"/>
                <a:ea typeface="Atkinson Hyperlegible"/>
                <a:cs typeface="Atkinson Hyperlegible"/>
              </a:rPr>
              <a:t>Current study results in the desktop app</a:t>
            </a:r>
          </a:p>
        </p:txBody>
      </p:sp>
      <p:sp>
        <p:nvSpPr>
          <p:cNvPr id="3" name="shape-166">
            <a:extLst xmlns:a="http://schemas.openxmlformats.org/drawingml/2006/main">
              <a:ext uri="{FF2B5EF4-FFF2-40B4-BE49-F238E27FC236}">
                <a16:creationId xmlns:a16="http://schemas.microsoft.com/office/drawing/2014/main" id="{C3E25883-4AE4-4B6A-A598-D2D147B628BB}"/>
              </a:ext>
            </a:extLst>
          </p:cNvPr>
          <p:cNvSpPr>
            <a:spLocks xmlns:a="http://schemas.openxmlformats.org/drawingml/2006/main" noGrp="1"/>
          </p:cNvSpPr>
          <p:nvPr/>
        </p:nvSpPr>
        <p:spPr>
          <a:xfrm xmlns:a="http://schemas.openxmlformats.org/drawingml/2006/main">
            <a:off x="609600" y="6448425"/>
            <a:ext cx="10972800" cy="9525"/>
          </a:xfrm>
          <a:prstGeom xmlns:a="http://schemas.openxmlformats.org/drawingml/2006/main" prst="rect">
            <a:avLst/>
          </a:prstGeom>
          <a:solidFill xmlns:a="http://schemas.openxmlformats.org/drawingml/2006/main">
            <a:srgbClr val="D8E5DF"/>
          </a:solidFill>
          <a:ln xmlns:a="http://schemas.openxmlformats.org/drawingml/2006/main" w="0">
            <a:noFill/>
          </a:ln>
        </p:spPr>
      </p:sp>
      <p:sp>
        <p:nvSpPr>
          <p:cNvPr id="4" name="shape-167">
            <a:extLst xmlns:a="http://schemas.openxmlformats.org/drawingml/2006/main">
              <a:ext uri="{FF2B5EF4-FFF2-40B4-BE49-F238E27FC236}">
                <a16:creationId xmlns:a16="http://schemas.microsoft.com/office/drawing/2014/main" id="{02B63D5A-CC28-48E0-9C52-74BC79B80353}"/>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8787A"/>
                </a:solidFill>
                <a:latin typeface="Atkinson Hyperlegible"/>
                <a:ea typeface="Atkinson Hyperlegible"/>
                <a:cs typeface="Atkinson Hyperlegible"/>
              </a:defRPr>
            </a:defPPr>
            <a:lvl1pPr algn="l">
              <a:defRPr sz="1050" b="0">
                <a:solidFill>
                  <a:srgbClr val="58787A"/>
                </a:solidFill>
                <a:latin typeface="Atkinson Hyperlegible"/>
                <a:ea typeface="Atkinson Hyperlegible"/>
                <a:cs typeface="Atkinson Hyperlegible"/>
              </a:defRPr>
            </a:lvl1pPr>
            <a:lvl2pPr algn="l">
              <a:defRPr sz="1050" b="0">
                <a:solidFill>
                  <a:srgbClr val="58787A"/>
                </a:solidFill>
                <a:latin typeface="Atkinson Hyperlegible"/>
                <a:ea typeface="Atkinson Hyperlegible"/>
                <a:cs typeface="Atkinson Hyperlegible"/>
              </a:defRPr>
            </a:lvl2pPr>
            <a:lvl3pPr algn="l">
              <a:defRPr sz="1050" b="0">
                <a:solidFill>
                  <a:srgbClr val="58787A"/>
                </a:solidFill>
                <a:latin typeface="Atkinson Hyperlegible"/>
                <a:ea typeface="Atkinson Hyperlegible"/>
                <a:cs typeface="Atkinson Hyperlegible"/>
              </a:defRPr>
            </a:lvl3pPr>
            <a:lvl4pPr algn="l">
              <a:defRPr sz="1050" b="0">
                <a:solidFill>
                  <a:srgbClr val="58787A"/>
                </a:solidFill>
                <a:latin typeface="Atkinson Hyperlegible"/>
                <a:ea typeface="Atkinson Hyperlegible"/>
                <a:cs typeface="Atkinson Hyperlegible"/>
              </a:defRPr>
            </a:lvl4pPr>
            <a:lvl5pPr algn="l">
              <a:defRPr sz="1050" b="0">
                <a:solidFill>
                  <a:srgbClr val="58787A"/>
                </a:solidFill>
                <a:latin typeface="Atkinson Hyperlegible"/>
                <a:ea typeface="Atkinson Hyperlegible"/>
                <a:cs typeface="Atkinson Hyperlegible"/>
              </a:defRPr>
            </a:lvl5pPr>
            <a:lvl6pPr algn="l">
              <a:defRPr sz="1050" b="0">
                <a:solidFill>
                  <a:srgbClr val="58787A"/>
                </a:solidFill>
                <a:latin typeface="Atkinson Hyperlegible"/>
                <a:ea typeface="Atkinson Hyperlegible"/>
                <a:cs typeface="Atkinson Hyperlegible"/>
              </a:defRPr>
            </a:lvl6pPr>
            <a:lvl7pPr algn="l">
              <a:defRPr sz="1050" b="0">
                <a:solidFill>
                  <a:srgbClr val="58787A"/>
                </a:solidFill>
                <a:latin typeface="Atkinson Hyperlegible"/>
                <a:ea typeface="Atkinson Hyperlegible"/>
                <a:cs typeface="Atkinson Hyperlegible"/>
              </a:defRPr>
            </a:lvl7pPr>
            <a:lvl8pPr algn="l">
              <a:defRPr sz="1050" b="0">
                <a:solidFill>
                  <a:srgbClr val="58787A"/>
                </a:solidFill>
                <a:latin typeface="Atkinson Hyperlegible"/>
                <a:ea typeface="Atkinson Hyperlegible"/>
                <a:cs typeface="Atkinson Hyperlegible"/>
              </a:defRPr>
            </a:lvl8pPr>
            <a:lvl9pPr algn="l">
              <a:defRPr sz="1050" b="0">
                <a:solidFill>
                  <a:srgbClr val="58787A"/>
                </a:solidFill>
                <a:latin typeface="Atkinson Hyperlegible"/>
                <a:ea typeface="Atkinson Hyperlegible"/>
                <a:cs typeface="Atkinson Hyperlegible"/>
              </a:defRPr>
            </a:lvl9pPr>
          </a:lstStyle>
          <a:p xmlns:a="http://schemas.openxmlformats.org/drawingml/2006/main">
            <a:pPr algn="l">
              <a:defRPr sz="1050" b="0">
                <a:solidFill>
                  <a:srgbClr val="58787A"/>
                </a:solidFill>
                <a:latin typeface="Atkinson Hyperlegible"/>
                <a:ea typeface="Atkinson Hyperlegible"/>
                <a:cs typeface="Atkinson Hyperlegible"/>
              </a:defRPr>
            </a:pPr>
            <a:r>
              <a:rPr sz="1050" b="0">
                <a:solidFill>
                  <a:srgbClr val="58787A"/>
                </a:solidFill>
                <a:latin typeface="Atkinson Hyperlegible"/>
                <a:ea typeface="Atkinson Hyperlegible"/>
                <a:cs typeface="Atkinson Hyperlegible"/>
              </a:rPr>
              <a:t>Synthetic decision support. Live Scenario uses one selected actor. Results show the five-run study.</a:t>
            </a:r>
          </a:p>
        </p:txBody>
      </p:sp>
      <p:sp>
        <p:nvSpPr>
          <p:cNvPr id="5" name="shape-168">
            <a:extLst xmlns:a="http://schemas.openxmlformats.org/drawingml/2006/main">
              <a:ext uri="{FF2B5EF4-FFF2-40B4-BE49-F238E27FC236}">
                <a16:creationId xmlns:a16="http://schemas.microsoft.com/office/drawing/2014/main" id="{074CEA52-35EB-4B58-BBB5-28269DF1764F}"/>
              </a:ext>
            </a:extLst>
          </p:cNvPr>
          <p:cNvSpPr>
            <a:spLocks xmlns:a="http://schemas.openxmlformats.org/drawingml/2006/main" noGrp="1"/>
          </p:cNvSpPr>
          <p:nvPr/>
        </p:nvSpPr>
        <p:spPr>
          <a:xfrm xmlns:a="http://schemas.openxmlformats.org/drawingml/2006/main">
            <a:off x="11001375" y="6515100"/>
            <a:ext cx="581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137B73"/>
                </a:solidFill>
                <a:latin typeface="Atkinson Hyperlegible"/>
                <a:ea typeface="Atkinson Hyperlegible"/>
                <a:cs typeface="Atkinson Hyperlegible"/>
              </a:defRPr>
            </a:defPPr>
            <a:lvl1pPr algn="r">
              <a:defRPr sz="1275" b="0">
                <a:solidFill>
                  <a:srgbClr val="137B73"/>
                </a:solidFill>
                <a:latin typeface="Atkinson Hyperlegible"/>
                <a:ea typeface="Atkinson Hyperlegible"/>
                <a:cs typeface="Atkinson Hyperlegible"/>
              </a:defRPr>
            </a:lvl1pPr>
            <a:lvl2pPr algn="r">
              <a:defRPr sz="1275" b="0">
                <a:solidFill>
                  <a:srgbClr val="137B73"/>
                </a:solidFill>
                <a:latin typeface="Atkinson Hyperlegible"/>
                <a:ea typeface="Atkinson Hyperlegible"/>
                <a:cs typeface="Atkinson Hyperlegible"/>
              </a:defRPr>
            </a:lvl2pPr>
            <a:lvl3pPr algn="r">
              <a:defRPr sz="1275" b="0">
                <a:solidFill>
                  <a:srgbClr val="137B73"/>
                </a:solidFill>
                <a:latin typeface="Atkinson Hyperlegible"/>
                <a:ea typeface="Atkinson Hyperlegible"/>
                <a:cs typeface="Atkinson Hyperlegible"/>
              </a:defRPr>
            </a:lvl3pPr>
            <a:lvl4pPr algn="r">
              <a:defRPr sz="1275" b="0">
                <a:solidFill>
                  <a:srgbClr val="137B73"/>
                </a:solidFill>
                <a:latin typeface="Atkinson Hyperlegible"/>
                <a:ea typeface="Atkinson Hyperlegible"/>
                <a:cs typeface="Atkinson Hyperlegible"/>
              </a:defRPr>
            </a:lvl4pPr>
            <a:lvl5pPr algn="r">
              <a:defRPr sz="1275" b="0">
                <a:solidFill>
                  <a:srgbClr val="137B73"/>
                </a:solidFill>
                <a:latin typeface="Atkinson Hyperlegible"/>
                <a:ea typeface="Atkinson Hyperlegible"/>
                <a:cs typeface="Atkinson Hyperlegible"/>
              </a:defRPr>
            </a:lvl5pPr>
            <a:lvl6pPr algn="r">
              <a:defRPr sz="1275" b="0">
                <a:solidFill>
                  <a:srgbClr val="137B73"/>
                </a:solidFill>
                <a:latin typeface="Atkinson Hyperlegible"/>
                <a:ea typeface="Atkinson Hyperlegible"/>
                <a:cs typeface="Atkinson Hyperlegible"/>
              </a:defRPr>
            </a:lvl6pPr>
            <a:lvl7pPr algn="r">
              <a:defRPr sz="1275" b="0">
                <a:solidFill>
                  <a:srgbClr val="137B73"/>
                </a:solidFill>
                <a:latin typeface="Atkinson Hyperlegible"/>
                <a:ea typeface="Atkinson Hyperlegible"/>
                <a:cs typeface="Atkinson Hyperlegible"/>
              </a:defRPr>
            </a:lvl7pPr>
            <a:lvl8pPr algn="r">
              <a:defRPr sz="1275" b="0">
                <a:solidFill>
                  <a:srgbClr val="137B73"/>
                </a:solidFill>
                <a:latin typeface="Atkinson Hyperlegible"/>
                <a:ea typeface="Atkinson Hyperlegible"/>
                <a:cs typeface="Atkinson Hyperlegible"/>
              </a:defRPr>
            </a:lvl8pPr>
            <a:lvl9pPr algn="r">
              <a:defRPr sz="1275" b="0">
                <a:solidFill>
                  <a:srgbClr val="137B73"/>
                </a:solidFill>
                <a:latin typeface="Atkinson Hyperlegible"/>
                <a:ea typeface="Atkinson Hyperlegible"/>
                <a:cs typeface="Atkinson Hyperlegible"/>
              </a:defRPr>
            </a:lvl9pPr>
          </a:lstStyle>
          <a:p xmlns:a="http://schemas.openxmlformats.org/drawingml/2006/main">
            <a:pPr algn="r">
              <a:defRPr sz="1275" b="0">
                <a:solidFill>
                  <a:srgbClr val="137B73"/>
                </a:solidFill>
                <a:latin typeface="Atkinson Hyperlegible"/>
                <a:ea typeface="Atkinson Hyperlegible"/>
                <a:cs typeface="Atkinson Hyperlegible"/>
              </a:defRPr>
            </a:pPr>
            <a:r>
              <a:rPr sz="1275" b="0">
                <a:solidFill>
                  <a:srgbClr val="137B73"/>
                </a:solidFill>
                <a:latin typeface="Atkinson Hyperlegible"/>
                <a:ea typeface="Atkinson Hyperlegible"/>
                <a:cs typeface="Atkinson Hyperlegible"/>
              </a:rPr>
              <a:t>21</a:t>
            </a:r>
          </a:p>
        </p:txBody>
      </p:sp>
      <p:pic>
        <p:nvPicPr>
          <p:cNvPr id="6" name="">
            <a:extLst xmlns:a="http://schemas.openxmlformats.org/drawingml/2006/main">
              <a:ext uri="{FF2B5EF4-FFF2-40B4-BE49-F238E27FC236}">
                <a16:creationId xmlns:a16="http://schemas.microsoft.com/office/drawing/2014/main" id="{10EB0DAC-F5DC-4AB3-8617-09CDE11B3433}"/>
              </a:ext>
            </a:extLst>
          </p:cNvPr>
          <p:cNvPicPr>
            <a:picLocks xmlns:a="http://schemas.openxmlformats.org/drawingml/2006/main" noChangeAspect="1"/>
          </p:cNvPicPr>
          <p:nvPr/>
        </p:nvPicPr>
        <p:blipFill>
          <a:blip xmlns:r="http://schemas.openxmlformats.org/officeDocument/2006/relationships" xmlns:a="http://schemas.openxmlformats.org/drawingml/2006/main" r:embed="Rba744ba93e2a4ca1"/>
          <a:stretch xmlns:a="http://schemas.openxmlformats.org/drawingml/2006/main"/>
        </p:blipFill>
        <p:spPr>
          <a:xfrm xmlns:a="http://schemas.openxmlformats.org/drawingml/2006/main">
            <a:off x="1524000" y="1306180"/>
            <a:ext cx="9144000" cy="5140990"/>
          </a:xfrm>
          <a:prstGeom xmlns:a="http://schemas.openxmlformats.org/drawingml/2006/main" prst="rect">
            <a:avLst/>
          </a:prstGeom>
        </p:spPr>
      </p:pic>
    </p:spTree>
    <p:extLst>
      <p:ext uri="{BB962C8B-B14F-4D97-AF65-F5344CB8AC3E}">
        <p14:creationId xmlns:p14="http://schemas.microsoft.com/office/powerpoint/2010/main" val="292589729"/>
      </p:ext>
    </p:extLst>
  </p:cSld>
</p:sld>
</file>

<file path=ppt/slides/slide22.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17" name="shape-169">
            <a:extLst xmlns:a="http://schemas.openxmlformats.org/drawingml/2006/main">
              <a:ext uri="{FF2B5EF4-FFF2-40B4-BE49-F238E27FC236}">
                <a16:creationId xmlns:a16="http://schemas.microsoft.com/office/drawing/2014/main" id="{600F8157-240F-47A3-A576-B807DD491863}"/>
              </a:ext>
            </a:extLst>
          </p:cNvPr>
          <p:cNvSpPr>
            <a:spLocks xmlns:a="http://schemas.openxmlformats.org/drawingml/2006/main" noGrp="1"/>
          </p:cNvSpPr>
          <p:nvPr/>
        </p:nvSpPr>
        <p:spPr>
          <a:xfrm xmlns:a="http://schemas.openxmlformats.org/drawingml/2006/main">
            <a:off x="609600" y="266700"/>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37B73"/>
                </a:solidFill>
                <a:latin typeface="Atkinson Hyperlegible"/>
                <a:ea typeface="Atkinson Hyperlegible"/>
                <a:cs typeface="Atkinson Hyperlegible"/>
              </a:defRPr>
            </a:defPPr>
            <a:lvl1pPr algn="l">
              <a:defRPr sz="1350" b="1">
                <a:solidFill>
                  <a:srgbClr val="137B73"/>
                </a:solidFill>
                <a:latin typeface="Atkinson Hyperlegible"/>
                <a:ea typeface="Atkinson Hyperlegible"/>
                <a:cs typeface="Atkinson Hyperlegible"/>
              </a:defRPr>
            </a:lvl1pPr>
            <a:lvl2pPr algn="l">
              <a:defRPr sz="1350" b="1">
                <a:solidFill>
                  <a:srgbClr val="137B73"/>
                </a:solidFill>
                <a:latin typeface="Atkinson Hyperlegible"/>
                <a:ea typeface="Atkinson Hyperlegible"/>
                <a:cs typeface="Atkinson Hyperlegible"/>
              </a:defRPr>
            </a:lvl2pPr>
            <a:lvl3pPr algn="l">
              <a:defRPr sz="1350" b="1">
                <a:solidFill>
                  <a:srgbClr val="137B73"/>
                </a:solidFill>
                <a:latin typeface="Atkinson Hyperlegible"/>
                <a:ea typeface="Atkinson Hyperlegible"/>
                <a:cs typeface="Atkinson Hyperlegible"/>
              </a:defRPr>
            </a:lvl3pPr>
            <a:lvl4pPr algn="l">
              <a:defRPr sz="1350" b="1">
                <a:solidFill>
                  <a:srgbClr val="137B73"/>
                </a:solidFill>
                <a:latin typeface="Atkinson Hyperlegible"/>
                <a:ea typeface="Atkinson Hyperlegible"/>
                <a:cs typeface="Atkinson Hyperlegible"/>
              </a:defRPr>
            </a:lvl4pPr>
            <a:lvl5pPr algn="l">
              <a:defRPr sz="1350" b="1">
                <a:solidFill>
                  <a:srgbClr val="137B73"/>
                </a:solidFill>
                <a:latin typeface="Atkinson Hyperlegible"/>
                <a:ea typeface="Atkinson Hyperlegible"/>
                <a:cs typeface="Atkinson Hyperlegible"/>
              </a:defRPr>
            </a:lvl5pPr>
            <a:lvl6pPr algn="l">
              <a:defRPr sz="1350" b="1">
                <a:solidFill>
                  <a:srgbClr val="137B73"/>
                </a:solidFill>
                <a:latin typeface="Atkinson Hyperlegible"/>
                <a:ea typeface="Atkinson Hyperlegible"/>
                <a:cs typeface="Atkinson Hyperlegible"/>
              </a:defRPr>
            </a:lvl6pPr>
            <a:lvl7pPr algn="l">
              <a:defRPr sz="1350" b="1">
                <a:solidFill>
                  <a:srgbClr val="137B73"/>
                </a:solidFill>
                <a:latin typeface="Atkinson Hyperlegible"/>
                <a:ea typeface="Atkinson Hyperlegible"/>
                <a:cs typeface="Atkinson Hyperlegible"/>
              </a:defRPr>
            </a:lvl7pPr>
            <a:lvl8pPr algn="l">
              <a:defRPr sz="1350" b="1">
                <a:solidFill>
                  <a:srgbClr val="137B73"/>
                </a:solidFill>
                <a:latin typeface="Atkinson Hyperlegible"/>
                <a:ea typeface="Atkinson Hyperlegible"/>
                <a:cs typeface="Atkinson Hyperlegible"/>
              </a:defRPr>
            </a:lvl8pPr>
            <a:lvl9pPr algn="l">
              <a:defRPr sz="1350" b="1">
                <a:solidFill>
                  <a:srgbClr val="137B73"/>
                </a:solidFill>
                <a:latin typeface="Atkinson Hyperlegible"/>
                <a:ea typeface="Atkinson Hyperlegible"/>
                <a:cs typeface="Atkinson Hyperlegible"/>
              </a:defRPr>
            </a:lvl9pPr>
          </a:lstStyle>
          <a:p xmlns:a="http://schemas.openxmlformats.org/drawingml/2006/main">
            <a:pPr algn="l">
              <a:defRPr sz="1350" b="1">
                <a:solidFill>
                  <a:srgbClr val="137B73"/>
                </a:solidFill>
                <a:latin typeface="Atkinson Hyperlegible"/>
                <a:ea typeface="Atkinson Hyperlegible"/>
                <a:cs typeface="Atkinson Hyperlegible"/>
              </a:defRPr>
            </a:pPr>
            <a:r>
              <a:rPr sz="1350" b="1">
                <a:solidFill>
                  <a:srgbClr val="137B73"/>
                </a:solidFill>
                <a:latin typeface="Atkinson Hyperlegible"/>
                <a:ea typeface="Atkinson Hyperlegible"/>
                <a:cs typeface="Atkinson Hyperlegible"/>
              </a:rPr>
              <a:t>GridGuard Khartoum</a:t>
            </a:r>
          </a:p>
        </p:txBody>
      </p:sp>
      <p:sp>
        <p:nvSpPr>
          <p:cNvPr id="2" name="shape-170">
            <a:extLst xmlns:a="http://schemas.openxmlformats.org/drawingml/2006/main">
              <a:ext uri="{FF2B5EF4-FFF2-40B4-BE49-F238E27FC236}">
                <a16:creationId xmlns:a16="http://schemas.microsoft.com/office/drawing/2014/main" id="{CBDFF3DD-C12C-4B4E-A763-9B2C66493E05}"/>
              </a:ext>
            </a:extLst>
          </p:cNvPr>
          <p:cNvSpPr>
            <a:spLocks xmlns:a="http://schemas.openxmlformats.org/drawingml/2006/main" noGrp="1"/>
          </p:cNvSpPr>
          <p:nvPr/>
        </p:nvSpPr>
        <p:spPr>
          <a:xfrm xmlns:a="http://schemas.openxmlformats.org/drawingml/2006/main">
            <a:off x="609600" y="7334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F43"/>
                </a:solidFill>
                <a:latin typeface="Atkinson Hyperlegible"/>
                <a:ea typeface="Atkinson Hyperlegible"/>
                <a:cs typeface="Atkinson Hyperlegible"/>
              </a:defRPr>
            </a:defPPr>
            <a:lvl1pPr algn="l">
              <a:defRPr sz="3150" b="1">
                <a:solidFill>
                  <a:srgbClr val="173F43"/>
                </a:solidFill>
                <a:latin typeface="Atkinson Hyperlegible"/>
                <a:ea typeface="Atkinson Hyperlegible"/>
                <a:cs typeface="Atkinson Hyperlegible"/>
              </a:defRPr>
            </a:lvl1pPr>
            <a:lvl2pPr algn="l">
              <a:defRPr sz="3150" b="1">
                <a:solidFill>
                  <a:srgbClr val="173F43"/>
                </a:solidFill>
                <a:latin typeface="Atkinson Hyperlegible"/>
                <a:ea typeface="Atkinson Hyperlegible"/>
                <a:cs typeface="Atkinson Hyperlegible"/>
              </a:defRPr>
            </a:lvl2pPr>
            <a:lvl3pPr algn="l">
              <a:defRPr sz="3150" b="1">
                <a:solidFill>
                  <a:srgbClr val="173F43"/>
                </a:solidFill>
                <a:latin typeface="Atkinson Hyperlegible"/>
                <a:ea typeface="Atkinson Hyperlegible"/>
                <a:cs typeface="Atkinson Hyperlegible"/>
              </a:defRPr>
            </a:lvl3pPr>
            <a:lvl4pPr algn="l">
              <a:defRPr sz="3150" b="1">
                <a:solidFill>
                  <a:srgbClr val="173F43"/>
                </a:solidFill>
                <a:latin typeface="Atkinson Hyperlegible"/>
                <a:ea typeface="Atkinson Hyperlegible"/>
                <a:cs typeface="Atkinson Hyperlegible"/>
              </a:defRPr>
            </a:lvl4pPr>
            <a:lvl5pPr algn="l">
              <a:defRPr sz="3150" b="1">
                <a:solidFill>
                  <a:srgbClr val="173F43"/>
                </a:solidFill>
                <a:latin typeface="Atkinson Hyperlegible"/>
                <a:ea typeface="Atkinson Hyperlegible"/>
                <a:cs typeface="Atkinson Hyperlegible"/>
              </a:defRPr>
            </a:lvl5pPr>
            <a:lvl6pPr algn="l">
              <a:defRPr sz="3150" b="1">
                <a:solidFill>
                  <a:srgbClr val="173F43"/>
                </a:solidFill>
                <a:latin typeface="Atkinson Hyperlegible"/>
                <a:ea typeface="Atkinson Hyperlegible"/>
                <a:cs typeface="Atkinson Hyperlegible"/>
              </a:defRPr>
            </a:lvl6pPr>
            <a:lvl7pPr algn="l">
              <a:defRPr sz="3150" b="1">
                <a:solidFill>
                  <a:srgbClr val="173F43"/>
                </a:solidFill>
                <a:latin typeface="Atkinson Hyperlegible"/>
                <a:ea typeface="Atkinson Hyperlegible"/>
                <a:cs typeface="Atkinson Hyperlegible"/>
              </a:defRPr>
            </a:lvl7pPr>
            <a:lvl8pPr algn="l">
              <a:defRPr sz="3150" b="1">
                <a:solidFill>
                  <a:srgbClr val="173F43"/>
                </a:solidFill>
                <a:latin typeface="Atkinson Hyperlegible"/>
                <a:ea typeface="Atkinson Hyperlegible"/>
                <a:cs typeface="Atkinson Hyperlegible"/>
              </a:defRPr>
            </a:lvl8pPr>
            <a:lvl9pPr algn="l">
              <a:defRPr sz="3150" b="1">
                <a:solidFill>
                  <a:srgbClr val="173F43"/>
                </a:solidFill>
                <a:latin typeface="Atkinson Hyperlegible"/>
                <a:ea typeface="Atkinson Hyperlegible"/>
                <a:cs typeface="Atkinson Hyperlegible"/>
              </a:defRPr>
            </a:lvl9pPr>
          </a:lstStyle>
          <a:p xmlns:a="http://schemas.openxmlformats.org/drawingml/2006/main">
            <a:pPr algn="l">
              <a:defRPr sz="3150" b="1">
                <a:solidFill>
                  <a:srgbClr val="173F43"/>
                </a:solidFill>
                <a:latin typeface="Atkinson Hyperlegible"/>
                <a:ea typeface="Atkinson Hyperlegible"/>
                <a:cs typeface="Atkinson Hyperlegible"/>
              </a:defRPr>
            </a:pPr>
            <a:r>
              <a:rPr sz="3150" b="1">
                <a:solidFill>
                  <a:srgbClr val="173F43"/>
                </a:solidFill>
                <a:latin typeface="Atkinson Hyperlegible"/>
                <a:ea typeface="Atkinson Hyperlegible"/>
                <a:cs typeface="Atkinson Hyperlegible"/>
              </a:rPr>
              <a:t>Conclusions and the next engineering step</a:t>
            </a:r>
          </a:p>
        </p:txBody>
      </p:sp>
      <p:sp>
        <p:nvSpPr>
          <p:cNvPr id="3" name="shape-171">
            <a:extLst xmlns:a="http://schemas.openxmlformats.org/drawingml/2006/main">
              <a:ext uri="{FF2B5EF4-FFF2-40B4-BE49-F238E27FC236}">
                <a16:creationId xmlns:a16="http://schemas.microsoft.com/office/drawing/2014/main" id="{20D77D1F-E788-420F-A115-E9AEA5032F67}"/>
              </a:ext>
            </a:extLst>
          </p:cNvPr>
          <p:cNvSpPr>
            <a:spLocks xmlns:a="http://schemas.openxmlformats.org/drawingml/2006/main" noGrp="1"/>
          </p:cNvSpPr>
          <p:nvPr/>
        </p:nvSpPr>
        <p:spPr>
          <a:xfrm xmlns:a="http://schemas.openxmlformats.org/drawingml/2006/main">
            <a:off x="609600" y="6448425"/>
            <a:ext cx="10972800" cy="9525"/>
          </a:xfrm>
          <a:prstGeom xmlns:a="http://schemas.openxmlformats.org/drawingml/2006/main" prst="rect">
            <a:avLst/>
          </a:prstGeom>
          <a:solidFill xmlns:a="http://schemas.openxmlformats.org/drawingml/2006/main">
            <a:srgbClr val="D8E5DF"/>
          </a:solidFill>
          <a:ln xmlns:a="http://schemas.openxmlformats.org/drawingml/2006/main" w="0">
            <a:noFill/>
          </a:ln>
        </p:spPr>
      </p:sp>
      <p:sp>
        <p:nvSpPr>
          <p:cNvPr id="4" name="shape-172">
            <a:extLst xmlns:a="http://schemas.openxmlformats.org/drawingml/2006/main">
              <a:ext uri="{FF2B5EF4-FFF2-40B4-BE49-F238E27FC236}">
                <a16:creationId xmlns:a16="http://schemas.microsoft.com/office/drawing/2014/main" id="{54A715EC-8E94-4BB7-89AC-AD640471B94A}"/>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8787A"/>
                </a:solidFill>
                <a:latin typeface="Atkinson Hyperlegible"/>
                <a:ea typeface="Atkinson Hyperlegible"/>
                <a:cs typeface="Atkinson Hyperlegible"/>
              </a:defRPr>
            </a:defPPr>
            <a:lvl1pPr algn="l">
              <a:defRPr sz="1050" b="0">
                <a:solidFill>
                  <a:srgbClr val="58787A"/>
                </a:solidFill>
                <a:latin typeface="Atkinson Hyperlegible"/>
                <a:ea typeface="Atkinson Hyperlegible"/>
                <a:cs typeface="Atkinson Hyperlegible"/>
              </a:defRPr>
            </a:lvl1pPr>
            <a:lvl2pPr algn="l">
              <a:defRPr sz="1050" b="0">
                <a:solidFill>
                  <a:srgbClr val="58787A"/>
                </a:solidFill>
                <a:latin typeface="Atkinson Hyperlegible"/>
                <a:ea typeface="Atkinson Hyperlegible"/>
                <a:cs typeface="Atkinson Hyperlegible"/>
              </a:defRPr>
            </a:lvl2pPr>
            <a:lvl3pPr algn="l">
              <a:defRPr sz="1050" b="0">
                <a:solidFill>
                  <a:srgbClr val="58787A"/>
                </a:solidFill>
                <a:latin typeface="Atkinson Hyperlegible"/>
                <a:ea typeface="Atkinson Hyperlegible"/>
                <a:cs typeface="Atkinson Hyperlegible"/>
              </a:defRPr>
            </a:lvl3pPr>
            <a:lvl4pPr algn="l">
              <a:defRPr sz="1050" b="0">
                <a:solidFill>
                  <a:srgbClr val="58787A"/>
                </a:solidFill>
                <a:latin typeface="Atkinson Hyperlegible"/>
                <a:ea typeface="Atkinson Hyperlegible"/>
                <a:cs typeface="Atkinson Hyperlegible"/>
              </a:defRPr>
            </a:lvl4pPr>
            <a:lvl5pPr algn="l">
              <a:defRPr sz="1050" b="0">
                <a:solidFill>
                  <a:srgbClr val="58787A"/>
                </a:solidFill>
                <a:latin typeface="Atkinson Hyperlegible"/>
                <a:ea typeface="Atkinson Hyperlegible"/>
                <a:cs typeface="Atkinson Hyperlegible"/>
              </a:defRPr>
            </a:lvl5pPr>
            <a:lvl6pPr algn="l">
              <a:defRPr sz="1050" b="0">
                <a:solidFill>
                  <a:srgbClr val="58787A"/>
                </a:solidFill>
                <a:latin typeface="Atkinson Hyperlegible"/>
                <a:ea typeface="Atkinson Hyperlegible"/>
                <a:cs typeface="Atkinson Hyperlegible"/>
              </a:defRPr>
            </a:lvl6pPr>
            <a:lvl7pPr algn="l">
              <a:defRPr sz="1050" b="0">
                <a:solidFill>
                  <a:srgbClr val="58787A"/>
                </a:solidFill>
                <a:latin typeface="Atkinson Hyperlegible"/>
                <a:ea typeface="Atkinson Hyperlegible"/>
                <a:cs typeface="Atkinson Hyperlegible"/>
              </a:defRPr>
            </a:lvl7pPr>
            <a:lvl8pPr algn="l">
              <a:defRPr sz="1050" b="0">
                <a:solidFill>
                  <a:srgbClr val="58787A"/>
                </a:solidFill>
                <a:latin typeface="Atkinson Hyperlegible"/>
                <a:ea typeface="Atkinson Hyperlegible"/>
                <a:cs typeface="Atkinson Hyperlegible"/>
              </a:defRPr>
            </a:lvl8pPr>
            <a:lvl9pPr algn="l">
              <a:defRPr sz="1050" b="0">
                <a:solidFill>
                  <a:srgbClr val="58787A"/>
                </a:solidFill>
                <a:latin typeface="Atkinson Hyperlegible"/>
                <a:ea typeface="Atkinson Hyperlegible"/>
                <a:cs typeface="Atkinson Hyperlegible"/>
              </a:defRPr>
            </a:lvl9pPr>
          </a:lstStyle>
          <a:p xmlns:a="http://schemas.openxmlformats.org/drawingml/2006/main">
            <a:pPr algn="l">
              <a:defRPr sz="1050" b="0">
                <a:solidFill>
                  <a:srgbClr val="58787A"/>
                </a:solidFill>
                <a:latin typeface="Atkinson Hyperlegible"/>
                <a:ea typeface="Atkinson Hyperlegible"/>
                <a:cs typeface="Atkinson Hyperlegible"/>
              </a:defRPr>
            </a:pPr>
            <a:r>
              <a:rPr sz="1050" b="0">
                <a:solidFill>
                  <a:srgbClr val="58787A"/>
                </a:solidFill>
                <a:latin typeface="Atkinson Hyperlegible"/>
                <a:ea typeface="Atkinson Hyperlegible"/>
                <a:cs typeface="Atkinson Hyperlegible"/>
              </a:rPr>
              <a:t>Synthetic scenarios. Decision support only.</a:t>
            </a:r>
          </a:p>
        </p:txBody>
      </p:sp>
      <p:sp>
        <p:nvSpPr>
          <p:cNvPr id="5" name="shape-173">
            <a:extLst xmlns:a="http://schemas.openxmlformats.org/drawingml/2006/main">
              <a:ext uri="{FF2B5EF4-FFF2-40B4-BE49-F238E27FC236}">
                <a16:creationId xmlns:a16="http://schemas.microsoft.com/office/drawing/2014/main" id="{F9BD217B-D119-400C-BCE1-158AC8A09EF1}"/>
              </a:ext>
            </a:extLst>
          </p:cNvPr>
          <p:cNvSpPr>
            <a:spLocks xmlns:a="http://schemas.openxmlformats.org/drawingml/2006/main" noGrp="1"/>
          </p:cNvSpPr>
          <p:nvPr/>
        </p:nvSpPr>
        <p:spPr>
          <a:xfrm xmlns:a="http://schemas.openxmlformats.org/drawingml/2006/main">
            <a:off x="11001375" y="6515100"/>
            <a:ext cx="581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137B73"/>
                </a:solidFill>
                <a:latin typeface="Atkinson Hyperlegible"/>
                <a:ea typeface="Atkinson Hyperlegible"/>
                <a:cs typeface="Atkinson Hyperlegible"/>
              </a:defRPr>
            </a:defPPr>
            <a:lvl1pPr algn="r">
              <a:defRPr sz="1275" b="0">
                <a:solidFill>
                  <a:srgbClr val="137B73"/>
                </a:solidFill>
                <a:latin typeface="Atkinson Hyperlegible"/>
                <a:ea typeface="Atkinson Hyperlegible"/>
                <a:cs typeface="Atkinson Hyperlegible"/>
              </a:defRPr>
            </a:lvl1pPr>
            <a:lvl2pPr algn="r">
              <a:defRPr sz="1275" b="0">
                <a:solidFill>
                  <a:srgbClr val="137B73"/>
                </a:solidFill>
                <a:latin typeface="Atkinson Hyperlegible"/>
                <a:ea typeface="Atkinson Hyperlegible"/>
                <a:cs typeface="Atkinson Hyperlegible"/>
              </a:defRPr>
            </a:lvl2pPr>
            <a:lvl3pPr algn="r">
              <a:defRPr sz="1275" b="0">
                <a:solidFill>
                  <a:srgbClr val="137B73"/>
                </a:solidFill>
                <a:latin typeface="Atkinson Hyperlegible"/>
                <a:ea typeface="Atkinson Hyperlegible"/>
                <a:cs typeface="Atkinson Hyperlegible"/>
              </a:defRPr>
            </a:lvl3pPr>
            <a:lvl4pPr algn="r">
              <a:defRPr sz="1275" b="0">
                <a:solidFill>
                  <a:srgbClr val="137B73"/>
                </a:solidFill>
                <a:latin typeface="Atkinson Hyperlegible"/>
                <a:ea typeface="Atkinson Hyperlegible"/>
                <a:cs typeface="Atkinson Hyperlegible"/>
              </a:defRPr>
            </a:lvl4pPr>
            <a:lvl5pPr algn="r">
              <a:defRPr sz="1275" b="0">
                <a:solidFill>
                  <a:srgbClr val="137B73"/>
                </a:solidFill>
                <a:latin typeface="Atkinson Hyperlegible"/>
                <a:ea typeface="Atkinson Hyperlegible"/>
                <a:cs typeface="Atkinson Hyperlegible"/>
              </a:defRPr>
            </a:lvl5pPr>
            <a:lvl6pPr algn="r">
              <a:defRPr sz="1275" b="0">
                <a:solidFill>
                  <a:srgbClr val="137B73"/>
                </a:solidFill>
                <a:latin typeface="Atkinson Hyperlegible"/>
                <a:ea typeface="Atkinson Hyperlegible"/>
                <a:cs typeface="Atkinson Hyperlegible"/>
              </a:defRPr>
            </a:lvl6pPr>
            <a:lvl7pPr algn="r">
              <a:defRPr sz="1275" b="0">
                <a:solidFill>
                  <a:srgbClr val="137B73"/>
                </a:solidFill>
                <a:latin typeface="Atkinson Hyperlegible"/>
                <a:ea typeface="Atkinson Hyperlegible"/>
                <a:cs typeface="Atkinson Hyperlegible"/>
              </a:defRPr>
            </a:lvl7pPr>
            <a:lvl8pPr algn="r">
              <a:defRPr sz="1275" b="0">
                <a:solidFill>
                  <a:srgbClr val="137B73"/>
                </a:solidFill>
                <a:latin typeface="Atkinson Hyperlegible"/>
                <a:ea typeface="Atkinson Hyperlegible"/>
                <a:cs typeface="Atkinson Hyperlegible"/>
              </a:defRPr>
            </a:lvl8pPr>
            <a:lvl9pPr algn="r">
              <a:defRPr sz="1275" b="0">
                <a:solidFill>
                  <a:srgbClr val="137B73"/>
                </a:solidFill>
                <a:latin typeface="Atkinson Hyperlegible"/>
                <a:ea typeface="Atkinson Hyperlegible"/>
                <a:cs typeface="Atkinson Hyperlegible"/>
              </a:defRPr>
            </a:lvl9pPr>
          </a:lstStyle>
          <a:p xmlns:a="http://schemas.openxmlformats.org/drawingml/2006/main">
            <a:pPr algn="r">
              <a:defRPr sz="1275" b="0">
                <a:solidFill>
                  <a:srgbClr val="137B73"/>
                </a:solidFill>
                <a:latin typeface="Atkinson Hyperlegible"/>
                <a:ea typeface="Atkinson Hyperlegible"/>
                <a:cs typeface="Atkinson Hyperlegible"/>
              </a:defRPr>
            </a:pPr>
            <a:r>
              <a:rPr sz="1275" b="0">
                <a:solidFill>
                  <a:srgbClr val="137B73"/>
                </a:solidFill>
                <a:latin typeface="Atkinson Hyperlegible"/>
                <a:ea typeface="Atkinson Hyperlegible"/>
                <a:cs typeface="Atkinson Hyperlegible"/>
              </a:rPr>
              <a:t>22</a:t>
            </a:r>
          </a:p>
        </p:txBody>
      </p:sp>
      <p:sp>
        <p:nvSpPr>
          <p:cNvPr id="6" name="shape-174">
            <a:extLst xmlns:a="http://schemas.openxmlformats.org/drawingml/2006/main">
              <a:ext uri="{FF2B5EF4-FFF2-40B4-BE49-F238E27FC236}">
                <a16:creationId xmlns:a16="http://schemas.microsoft.com/office/drawing/2014/main" id="{19D5DD15-C678-468D-B1AE-C429D5C7B887}"/>
              </a:ext>
            </a:extLst>
          </p:cNvPr>
          <p:cNvSpPr>
            <a:spLocks xmlns:a="http://schemas.openxmlformats.org/drawingml/2006/main" noGrp="1"/>
          </p:cNvSpPr>
          <p:nvPr/>
        </p:nvSpPr>
        <p:spPr>
          <a:xfrm xmlns:a="http://schemas.openxmlformats.org/drawingml/2006/main">
            <a:off x="609600" y="18859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37B73"/>
                </a:solidFill>
                <a:latin typeface="Atkinson Hyperlegible"/>
                <a:ea typeface="Atkinson Hyperlegible"/>
                <a:cs typeface="Atkinson Hyperlegible"/>
              </a:defRPr>
            </a:defPPr>
            <a:lvl1pPr algn="l">
              <a:defRPr sz="2250" b="1">
                <a:solidFill>
                  <a:srgbClr val="137B73"/>
                </a:solidFill>
                <a:latin typeface="Atkinson Hyperlegible"/>
                <a:ea typeface="Atkinson Hyperlegible"/>
                <a:cs typeface="Atkinson Hyperlegible"/>
              </a:defRPr>
            </a:lvl1pPr>
            <a:lvl2pPr algn="l">
              <a:defRPr sz="2250" b="1">
                <a:solidFill>
                  <a:srgbClr val="137B73"/>
                </a:solidFill>
                <a:latin typeface="Atkinson Hyperlegible"/>
                <a:ea typeface="Atkinson Hyperlegible"/>
                <a:cs typeface="Atkinson Hyperlegible"/>
              </a:defRPr>
            </a:lvl2pPr>
            <a:lvl3pPr algn="l">
              <a:defRPr sz="2250" b="1">
                <a:solidFill>
                  <a:srgbClr val="137B73"/>
                </a:solidFill>
                <a:latin typeface="Atkinson Hyperlegible"/>
                <a:ea typeface="Atkinson Hyperlegible"/>
                <a:cs typeface="Atkinson Hyperlegible"/>
              </a:defRPr>
            </a:lvl3pPr>
            <a:lvl4pPr algn="l">
              <a:defRPr sz="2250" b="1">
                <a:solidFill>
                  <a:srgbClr val="137B73"/>
                </a:solidFill>
                <a:latin typeface="Atkinson Hyperlegible"/>
                <a:ea typeface="Atkinson Hyperlegible"/>
                <a:cs typeface="Atkinson Hyperlegible"/>
              </a:defRPr>
            </a:lvl4pPr>
            <a:lvl5pPr algn="l">
              <a:defRPr sz="2250" b="1">
                <a:solidFill>
                  <a:srgbClr val="137B73"/>
                </a:solidFill>
                <a:latin typeface="Atkinson Hyperlegible"/>
                <a:ea typeface="Atkinson Hyperlegible"/>
                <a:cs typeface="Atkinson Hyperlegible"/>
              </a:defRPr>
            </a:lvl5pPr>
            <a:lvl6pPr algn="l">
              <a:defRPr sz="2250" b="1">
                <a:solidFill>
                  <a:srgbClr val="137B73"/>
                </a:solidFill>
                <a:latin typeface="Atkinson Hyperlegible"/>
                <a:ea typeface="Atkinson Hyperlegible"/>
                <a:cs typeface="Atkinson Hyperlegible"/>
              </a:defRPr>
            </a:lvl6pPr>
            <a:lvl7pPr algn="l">
              <a:defRPr sz="2250" b="1">
                <a:solidFill>
                  <a:srgbClr val="137B73"/>
                </a:solidFill>
                <a:latin typeface="Atkinson Hyperlegible"/>
                <a:ea typeface="Atkinson Hyperlegible"/>
                <a:cs typeface="Atkinson Hyperlegible"/>
              </a:defRPr>
            </a:lvl7pPr>
            <a:lvl8pPr algn="l">
              <a:defRPr sz="2250" b="1">
                <a:solidFill>
                  <a:srgbClr val="137B73"/>
                </a:solidFill>
                <a:latin typeface="Atkinson Hyperlegible"/>
                <a:ea typeface="Atkinson Hyperlegible"/>
                <a:cs typeface="Atkinson Hyperlegible"/>
              </a:defRPr>
            </a:lvl8pPr>
            <a:lvl9pPr algn="l">
              <a:defRPr sz="2250" b="1">
                <a:solidFill>
                  <a:srgbClr val="137B73"/>
                </a:solidFill>
                <a:latin typeface="Atkinson Hyperlegible"/>
                <a:ea typeface="Atkinson Hyperlegible"/>
                <a:cs typeface="Atkinson Hyperlegible"/>
              </a:defRPr>
            </a:lvl9pPr>
          </a:lstStyle>
          <a:p xmlns:a="http://schemas.openxmlformats.org/drawingml/2006/main">
            <a:pPr algn="l">
              <a:defRPr sz="2250" b="1">
                <a:solidFill>
                  <a:srgbClr val="137B73"/>
                </a:solidFill>
                <a:latin typeface="Atkinson Hyperlegible"/>
                <a:ea typeface="Atkinson Hyperlegible"/>
                <a:cs typeface="Atkinson Hyperlegible"/>
              </a:defRPr>
            </a:pPr>
            <a:r>
              <a:rPr sz="2250" b="1">
                <a:solidFill>
                  <a:srgbClr val="137B73"/>
                </a:solidFill>
                <a:latin typeface="Atkinson Hyperlegible"/>
                <a:ea typeface="Atkinson Hyperlegible"/>
                <a:cs typeface="Atkinson Hyperlegible"/>
              </a:rPr>
              <a:t>Against Fixed Rotation</a:t>
            </a:r>
          </a:p>
        </p:txBody>
      </p:sp>
      <p:sp>
        <p:nvSpPr>
          <p:cNvPr id="7" name="shape-175">
            <a:extLst xmlns:a="http://schemas.openxmlformats.org/drawingml/2006/main">
              <a:ext uri="{FF2B5EF4-FFF2-40B4-BE49-F238E27FC236}">
                <a16:creationId xmlns:a16="http://schemas.microsoft.com/office/drawing/2014/main" id="{0D962D49-3026-4334-A383-8F44629E9A7E}"/>
              </a:ext>
            </a:extLst>
          </p:cNvPr>
          <p:cNvSpPr>
            <a:spLocks xmlns:a="http://schemas.openxmlformats.org/drawingml/2006/main" noGrp="1"/>
          </p:cNvSpPr>
          <p:nvPr/>
        </p:nvSpPr>
        <p:spPr>
          <a:xfrm xmlns:a="http://schemas.openxmlformats.org/drawingml/2006/main">
            <a:off x="609600" y="2409825"/>
            <a:ext cx="5238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3F43"/>
                </a:solidFill>
                <a:latin typeface="Atkinson Hyperlegible"/>
                <a:ea typeface="Atkinson Hyperlegible"/>
                <a:cs typeface="Atkinson Hyperlegible"/>
              </a:defRPr>
            </a:defPPr>
            <a:lvl1pPr algn="l">
              <a:defRPr sz="2250" b="0">
                <a:solidFill>
                  <a:srgbClr val="173F43"/>
                </a:solidFill>
                <a:latin typeface="Atkinson Hyperlegible"/>
                <a:ea typeface="Atkinson Hyperlegible"/>
                <a:cs typeface="Atkinson Hyperlegible"/>
              </a:defRPr>
            </a:lvl1pPr>
            <a:lvl2pPr algn="l">
              <a:defRPr sz="2250" b="0">
                <a:solidFill>
                  <a:srgbClr val="173F43"/>
                </a:solidFill>
                <a:latin typeface="Atkinson Hyperlegible"/>
                <a:ea typeface="Atkinson Hyperlegible"/>
                <a:cs typeface="Atkinson Hyperlegible"/>
              </a:defRPr>
            </a:lvl2pPr>
            <a:lvl3pPr algn="l">
              <a:defRPr sz="2250" b="0">
                <a:solidFill>
                  <a:srgbClr val="173F43"/>
                </a:solidFill>
                <a:latin typeface="Atkinson Hyperlegible"/>
                <a:ea typeface="Atkinson Hyperlegible"/>
                <a:cs typeface="Atkinson Hyperlegible"/>
              </a:defRPr>
            </a:lvl3pPr>
            <a:lvl4pPr algn="l">
              <a:defRPr sz="2250" b="0">
                <a:solidFill>
                  <a:srgbClr val="173F43"/>
                </a:solidFill>
                <a:latin typeface="Atkinson Hyperlegible"/>
                <a:ea typeface="Atkinson Hyperlegible"/>
                <a:cs typeface="Atkinson Hyperlegible"/>
              </a:defRPr>
            </a:lvl4pPr>
            <a:lvl5pPr algn="l">
              <a:defRPr sz="2250" b="0">
                <a:solidFill>
                  <a:srgbClr val="173F43"/>
                </a:solidFill>
                <a:latin typeface="Atkinson Hyperlegible"/>
                <a:ea typeface="Atkinson Hyperlegible"/>
                <a:cs typeface="Atkinson Hyperlegible"/>
              </a:defRPr>
            </a:lvl5pPr>
            <a:lvl6pPr algn="l">
              <a:defRPr sz="2250" b="0">
                <a:solidFill>
                  <a:srgbClr val="173F43"/>
                </a:solidFill>
                <a:latin typeface="Atkinson Hyperlegible"/>
                <a:ea typeface="Atkinson Hyperlegible"/>
                <a:cs typeface="Atkinson Hyperlegible"/>
              </a:defRPr>
            </a:lvl6pPr>
            <a:lvl7pPr algn="l">
              <a:defRPr sz="2250" b="0">
                <a:solidFill>
                  <a:srgbClr val="173F43"/>
                </a:solidFill>
                <a:latin typeface="Atkinson Hyperlegible"/>
                <a:ea typeface="Atkinson Hyperlegible"/>
                <a:cs typeface="Atkinson Hyperlegible"/>
              </a:defRPr>
            </a:lvl7pPr>
            <a:lvl8pPr algn="l">
              <a:defRPr sz="2250" b="0">
                <a:solidFill>
                  <a:srgbClr val="173F43"/>
                </a:solidFill>
                <a:latin typeface="Atkinson Hyperlegible"/>
                <a:ea typeface="Atkinson Hyperlegible"/>
                <a:cs typeface="Atkinson Hyperlegible"/>
              </a:defRPr>
            </a:lvl8pPr>
            <a:lvl9pPr algn="l">
              <a:defRPr sz="2250" b="0">
                <a:solidFill>
                  <a:srgbClr val="173F43"/>
                </a:solidFill>
                <a:latin typeface="Atkinson Hyperlegible"/>
                <a:ea typeface="Atkinson Hyperlegible"/>
                <a:cs typeface="Atkinson Hyperlegible"/>
              </a:defRPr>
            </a:lvl9pPr>
          </a:lstStyle>
          <a:p xmlns:a="http://schemas.openxmlformats.org/drawingml/2006/main">
            <a:pPr algn="l">
              <a:defRPr sz="2250" b="0">
                <a:solidFill>
                  <a:srgbClr val="173F43"/>
                </a:solidFill>
                <a:latin typeface="Atkinson Hyperlegible"/>
                <a:ea typeface="Atkinson Hyperlegible"/>
                <a:cs typeface="Atkinson Hyperlegible"/>
              </a:defRPr>
            </a:pPr>
            <a:r>
              <a:rPr sz="2250" b="0">
                <a:solidFill>
                  <a:srgbClr val="173F43"/>
                </a:solidFill>
                <a:latin typeface="Atkinson Hyperlegible"/>
                <a:ea typeface="Atkinson Hyperlegible"/>
                <a:cs typeface="Atkinson Hyperlegible"/>
              </a:rPr>
              <a:t>The constrained PPO system improves critical service, fairness and utilization on fresh matched synthetic scenarios.</a:t>
            </a:r>
          </a:p>
        </p:txBody>
      </p:sp>
      <p:sp>
        <p:nvSpPr>
          <p:cNvPr id="8" name="shape-176">
            <a:extLst xmlns:a="http://schemas.openxmlformats.org/drawingml/2006/main">
              <a:ext uri="{FF2B5EF4-FFF2-40B4-BE49-F238E27FC236}">
                <a16:creationId xmlns:a16="http://schemas.microsoft.com/office/drawing/2014/main" id="{4990E4E2-4630-4B3B-BF66-79BDE9A396DC}"/>
              </a:ext>
            </a:extLst>
          </p:cNvPr>
          <p:cNvSpPr>
            <a:spLocks xmlns:a="http://schemas.openxmlformats.org/drawingml/2006/main" noGrp="1"/>
          </p:cNvSpPr>
          <p:nvPr/>
        </p:nvSpPr>
        <p:spPr>
          <a:xfrm xmlns:a="http://schemas.openxmlformats.org/drawingml/2006/main">
            <a:off x="6334125" y="18859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E77D60"/>
                </a:solidFill>
                <a:latin typeface="Atkinson Hyperlegible"/>
                <a:ea typeface="Atkinson Hyperlegible"/>
                <a:cs typeface="Atkinson Hyperlegible"/>
              </a:defRPr>
            </a:defPPr>
            <a:lvl1pPr algn="l">
              <a:defRPr sz="2250" b="1">
                <a:solidFill>
                  <a:srgbClr val="E77D60"/>
                </a:solidFill>
                <a:latin typeface="Atkinson Hyperlegible"/>
                <a:ea typeface="Atkinson Hyperlegible"/>
                <a:cs typeface="Atkinson Hyperlegible"/>
              </a:defRPr>
            </a:lvl1pPr>
            <a:lvl2pPr algn="l">
              <a:defRPr sz="2250" b="1">
                <a:solidFill>
                  <a:srgbClr val="E77D60"/>
                </a:solidFill>
                <a:latin typeface="Atkinson Hyperlegible"/>
                <a:ea typeface="Atkinson Hyperlegible"/>
                <a:cs typeface="Atkinson Hyperlegible"/>
              </a:defRPr>
            </a:lvl2pPr>
            <a:lvl3pPr algn="l">
              <a:defRPr sz="2250" b="1">
                <a:solidFill>
                  <a:srgbClr val="E77D60"/>
                </a:solidFill>
                <a:latin typeface="Atkinson Hyperlegible"/>
                <a:ea typeface="Atkinson Hyperlegible"/>
                <a:cs typeface="Atkinson Hyperlegible"/>
              </a:defRPr>
            </a:lvl3pPr>
            <a:lvl4pPr algn="l">
              <a:defRPr sz="2250" b="1">
                <a:solidFill>
                  <a:srgbClr val="E77D60"/>
                </a:solidFill>
                <a:latin typeface="Atkinson Hyperlegible"/>
                <a:ea typeface="Atkinson Hyperlegible"/>
                <a:cs typeface="Atkinson Hyperlegible"/>
              </a:defRPr>
            </a:lvl4pPr>
            <a:lvl5pPr algn="l">
              <a:defRPr sz="2250" b="1">
                <a:solidFill>
                  <a:srgbClr val="E77D60"/>
                </a:solidFill>
                <a:latin typeface="Atkinson Hyperlegible"/>
                <a:ea typeface="Atkinson Hyperlegible"/>
                <a:cs typeface="Atkinson Hyperlegible"/>
              </a:defRPr>
            </a:lvl5pPr>
            <a:lvl6pPr algn="l">
              <a:defRPr sz="2250" b="1">
                <a:solidFill>
                  <a:srgbClr val="E77D60"/>
                </a:solidFill>
                <a:latin typeface="Atkinson Hyperlegible"/>
                <a:ea typeface="Atkinson Hyperlegible"/>
                <a:cs typeface="Atkinson Hyperlegible"/>
              </a:defRPr>
            </a:lvl6pPr>
            <a:lvl7pPr algn="l">
              <a:defRPr sz="2250" b="1">
                <a:solidFill>
                  <a:srgbClr val="E77D60"/>
                </a:solidFill>
                <a:latin typeface="Atkinson Hyperlegible"/>
                <a:ea typeface="Atkinson Hyperlegible"/>
                <a:cs typeface="Atkinson Hyperlegible"/>
              </a:defRPr>
            </a:lvl7pPr>
            <a:lvl8pPr algn="l">
              <a:defRPr sz="2250" b="1">
                <a:solidFill>
                  <a:srgbClr val="E77D60"/>
                </a:solidFill>
                <a:latin typeface="Atkinson Hyperlegible"/>
                <a:ea typeface="Atkinson Hyperlegible"/>
                <a:cs typeface="Atkinson Hyperlegible"/>
              </a:defRPr>
            </a:lvl8pPr>
            <a:lvl9pPr algn="l">
              <a:defRPr sz="2250" b="1">
                <a:solidFill>
                  <a:srgbClr val="E77D60"/>
                </a:solidFill>
                <a:latin typeface="Atkinson Hyperlegible"/>
                <a:ea typeface="Atkinson Hyperlegible"/>
                <a:cs typeface="Atkinson Hyperlegible"/>
              </a:defRPr>
            </a:lvl9pPr>
          </a:lstStyle>
          <a:p xmlns:a="http://schemas.openxmlformats.org/drawingml/2006/main">
            <a:pPr algn="l">
              <a:defRPr sz="2250" b="1">
                <a:solidFill>
                  <a:srgbClr val="E77D60"/>
                </a:solidFill>
                <a:latin typeface="Atkinson Hyperlegible"/>
                <a:ea typeface="Atkinson Hyperlegible"/>
                <a:cs typeface="Atkinson Hyperlegible"/>
              </a:defRPr>
            </a:pPr>
            <a:r>
              <a:rPr sz="2250" b="1">
                <a:solidFill>
                  <a:srgbClr val="E77D60"/>
                </a:solidFill>
                <a:latin typeface="Atkinson Hyperlegible"/>
                <a:ea typeface="Atkinson Hyperlegible"/>
                <a:cs typeface="Atkinson Hyperlegible"/>
              </a:rPr>
              <a:t>Against the optimizer</a:t>
            </a:r>
          </a:p>
        </p:txBody>
      </p:sp>
      <p:sp>
        <p:nvSpPr>
          <p:cNvPr id="9" name="shape-177">
            <a:extLst xmlns:a="http://schemas.openxmlformats.org/drawingml/2006/main">
              <a:ext uri="{FF2B5EF4-FFF2-40B4-BE49-F238E27FC236}">
                <a16:creationId xmlns:a16="http://schemas.microsoft.com/office/drawing/2014/main" id="{89E1D277-34C3-4350-B8D2-8123EC8FEFC0}"/>
              </a:ext>
            </a:extLst>
          </p:cNvPr>
          <p:cNvSpPr>
            <a:spLocks xmlns:a="http://schemas.openxmlformats.org/drawingml/2006/main" noGrp="1"/>
          </p:cNvSpPr>
          <p:nvPr/>
        </p:nvSpPr>
        <p:spPr>
          <a:xfrm xmlns:a="http://schemas.openxmlformats.org/drawingml/2006/main">
            <a:off x="6334125" y="2409825"/>
            <a:ext cx="5238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3F43"/>
                </a:solidFill>
                <a:latin typeface="Atkinson Hyperlegible"/>
                <a:ea typeface="Atkinson Hyperlegible"/>
                <a:cs typeface="Atkinson Hyperlegible"/>
              </a:defRPr>
            </a:defPPr>
            <a:lvl1pPr algn="l">
              <a:defRPr sz="2250" b="0">
                <a:solidFill>
                  <a:srgbClr val="173F43"/>
                </a:solidFill>
                <a:latin typeface="Atkinson Hyperlegible"/>
                <a:ea typeface="Atkinson Hyperlegible"/>
                <a:cs typeface="Atkinson Hyperlegible"/>
              </a:defRPr>
            </a:lvl1pPr>
            <a:lvl2pPr algn="l">
              <a:defRPr sz="2250" b="0">
                <a:solidFill>
                  <a:srgbClr val="173F43"/>
                </a:solidFill>
                <a:latin typeface="Atkinson Hyperlegible"/>
                <a:ea typeface="Atkinson Hyperlegible"/>
                <a:cs typeface="Atkinson Hyperlegible"/>
              </a:defRPr>
            </a:lvl2pPr>
            <a:lvl3pPr algn="l">
              <a:defRPr sz="2250" b="0">
                <a:solidFill>
                  <a:srgbClr val="173F43"/>
                </a:solidFill>
                <a:latin typeface="Atkinson Hyperlegible"/>
                <a:ea typeface="Atkinson Hyperlegible"/>
                <a:cs typeface="Atkinson Hyperlegible"/>
              </a:defRPr>
            </a:lvl3pPr>
            <a:lvl4pPr algn="l">
              <a:defRPr sz="2250" b="0">
                <a:solidFill>
                  <a:srgbClr val="173F43"/>
                </a:solidFill>
                <a:latin typeface="Atkinson Hyperlegible"/>
                <a:ea typeface="Atkinson Hyperlegible"/>
                <a:cs typeface="Atkinson Hyperlegible"/>
              </a:defRPr>
            </a:lvl4pPr>
            <a:lvl5pPr algn="l">
              <a:defRPr sz="2250" b="0">
                <a:solidFill>
                  <a:srgbClr val="173F43"/>
                </a:solidFill>
                <a:latin typeface="Atkinson Hyperlegible"/>
                <a:ea typeface="Atkinson Hyperlegible"/>
                <a:cs typeface="Atkinson Hyperlegible"/>
              </a:defRPr>
            </a:lvl5pPr>
            <a:lvl6pPr algn="l">
              <a:defRPr sz="2250" b="0">
                <a:solidFill>
                  <a:srgbClr val="173F43"/>
                </a:solidFill>
                <a:latin typeface="Atkinson Hyperlegible"/>
                <a:ea typeface="Atkinson Hyperlegible"/>
                <a:cs typeface="Atkinson Hyperlegible"/>
              </a:defRPr>
            </a:lvl6pPr>
            <a:lvl7pPr algn="l">
              <a:defRPr sz="2250" b="0">
                <a:solidFill>
                  <a:srgbClr val="173F43"/>
                </a:solidFill>
                <a:latin typeface="Atkinson Hyperlegible"/>
                <a:ea typeface="Atkinson Hyperlegible"/>
                <a:cs typeface="Atkinson Hyperlegible"/>
              </a:defRPr>
            </a:lvl7pPr>
            <a:lvl8pPr algn="l">
              <a:defRPr sz="2250" b="0">
                <a:solidFill>
                  <a:srgbClr val="173F43"/>
                </a:solidFill>
                <a:latin typeface="Atkinson Hyperlegible"/>
                <a:ea typeface="Atkinson Hyperlegible"/>
                <a:cs typeface="Atkinson Hyperlegible"/>
              </a:defRPr>
            </a:lvl8pPr>
            <a:lvl9pPr algn="l">
              <a:defRPr sz="2250" b="0">
                <a:solidFill>
                  <a:srgbClr val="173F43"/>
                </a:solidFill>
                <a:latin typeface="Atkinson Hyperlegible"/>
                <a:ea typeface="Atkinson Hyperlegible"/>
                <a:cs typeface="Atkinson Hyperlegible"/>
              </a:defRPr>
            </a:lvl9pPr>
          </a:lstStyle>
          <a:p xmlns:a="http://schemas.openxmlformats.org/drawingml/2006/main">
            <a:pPr algn="l">
              <a:defRPr sz="2250" b="0">
                <a:solidFill>
                  <a:srgbClr val="173F43"/>
                </a:solidFill>
                <a:latin typeface="Atkinson Hyperlegible"/>
                <a:ea typeface="Atkinson Hyperlegible"/>
                <a:cs typeface="Atkinson Hyperlegible"/>
              </a:defRPr>
            </a:pPr>
            <a:r>
              <a:rPr sz="2250" b="0">
                <a:solidFill>
                  <a:srgbClr val="173F43"/>
                </a:solidFill>
                <a:latin typeface="Atkinson Hyperlegible"/>
                <a:ea typeface="Atkinson Hyperlegible"/>
                <a:cs typeface="Atkinson Hyperlegible"/>
              </a:rPr>
              <a:t>PPO improves fairness and daily reward but uses less supply and switches more often. The full criterion fails.</a:t>
            </a:r>
          </a:p>
        </p:txBody>
      </p:sp>
      <p:sp>
        <p:nvSpPr>
          <p:cNvPr id="10" name="shape-178">
            <a:extLst xmlns:a="http://schemas.openxmlformats.org/drawingml/2006/main">
              <a:ext uri="{FF2B5EF4-FFF2-40B4-BE49-F238E27FC236}">
                <a16:creationId xmlns:a16="http://schemas.microsoft.com/office/drawing/2014/main" id="{F8F23C49-0206-45D4-942B-FAD20CFF105C}"/>
              </a:ext>
            </a:extLst>
          </p:cNvPr>
          <p:cNvSpPr>
            <a:spLocks xmlns:a="http://schemas.openxmlformats.org/drawingml/2006/main" noGrp="1"/>
          </p:cNvSpPr>
          <p:nvPr/>
        </p:nvSpPr>
        <p:spPr>
          <a:xfrm xmlns:a="http://schemas.openxmlformats.org/drawingml/2006/main">
            <a:off x="609600" y="3914775"/>
            <a:ext cx="10972800" cy="9525"/>
          </a:xfrm>
          <a:prstGeom xmlns:a="http://schemas.openxmlformats.org/drawingml/2006/main" prst="rect">
            <a:avLst/>
          </a:prstGeom>
          <a:solidFill xmlns:a="http://schemas.openxmlformats.org/drawingml/2006/main">
            <a:srgbClr val="D8E5DF"/>
          </a:solidFill>
          <a:ln xmlns:a="http://schemas.openxmlformats.org/drawingml/2006/main" w="0">
            <a:noFill/>
          </a:ln>
        </p:spPr>
      </p:sp>
      <p:sp>
        <p:nvSpPr>
          <p:cNvPr id="11" name="shape-179">
            <a:extLst xmlns:a="http://schemas.openxmlformats.org/drawingml/2006/main">
              <a:ext uri="{FF2B5EF4-FFF2-40B4-BE49-F238E27FC236}">
                <a16:creationId xmlns:a16="http://schemas.microsoft.com/office/drawing/2014/main" id="{6C21382D-E178-4669-8169-B2B3012981D5}"/>
              </a:ext>
            </a:extLst>
          </p:cNvPr>
          <p:cNvSpPr>
            <a:spLocks xmlns:a="http://schemas.openxmlformats.org/drawingml/2006/main" noGrp="1"/>
          </p:cNvSpPr>
          <p:nvPr/>
        </p:nvSpPr>
        <p:spPr>
          <a:xfrm xmlns:a="http://schemas.openxmlformats.org/drawingml/2006/main">
            <a:off x="609600" y="4391025"/>
            <a:ext cx="57150" cy="257175"/>
          </a:xfrm>
          <a:prstGeom xmlns:a="http://schemas.openxmlformats.org/drawingml/2006/main" prst="rect">
            <a:avLst/>
          </a:prstGeom>
          <a:solidFill xmlns:a="http://schemas.openxmlformats.org/drawingml/2006/main">
            <a:srgbClr val="E77D60"/>
          </a:solidFill>
          <a:ln xmlns:a="http://schemas.openxmlformats.org/drawingml/2006/main" w="0">
            <a:noFill/>
          </a:ln>
        </p:spPr>
      </p:sp>
      <p:sp>
        <p:nvSpPr>
          <p:cNvPr id="12" name="shape-180">
            <a:extLst xmlns:a="http://schemas.openxmlformats.org/drawingml/2006/main">
              <a:ext uri="{FF2B5EF4-FFF2-40B4-BE49-F238E27FC236}">
                <a16:creationId xmlns:a16="http://schemas.microsoft.com/office/drawing/2014/main" id="{9E1296CE-A03A-4668-9441-16F3545150EC}"/>
              </a:ext>
            </a:extLst>
          </p:cNvPr>
          <p:cNvSpPr>
            <a:spLocks xmlns:a="http://schemas.openxmlformats.org/drawingml/2006/main" noGrp="1"/>
          </p:cNvSpPr>
          <p:nvPr/>
        </p:nvSpPr>
        <p:spPr>
          <a:xfrm xmlns:a="http://schemas.openxmlformats.org/drawingml/2006/main">
            <a:off x="828675" y="4276725"/>
            <a:ext cx="107537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3F43"/>
                </a:solidFill>
                <a:latin typeface="Atkinson Hyperlegible"/>
                <a:ea typeface="Atkinson Hyperlegible"/>
                <a:cs typeface="Atkinson Hyperlegible"/>
              </a:defRPr>
            </a:defPPr>
            <a:lvl1pPr algn="l">
              <a:defRPr sz="1875" b="0">
                <a:solidFill>
                  <a:srgbClr val="173F43"/>
                </a:solidFill>
                <a:latin typeface="Atkinson Hyperlegible"/>
                <a:ea typeface="Atkinson Hyperlegible"/>
                <a:cs typeface="Atkinson Hyperlegible"/>
              </a:defRPr>
            </a:lvl1pPr>
            <a:lvl2pPr algn="l">
              <a:defRPr sz="1875" b="0">
                <a:solidFill>
                  <a:srgbClr val="173F43"/>
                </a:solidFill>
                <a:latin typeface="Atkinson Hyperlegible"/>
                <a:ea typeface="Atkinson Hyperlegible"/>
                <a:cs typeface="Atkinson Hyperlegible"/>
              </a:defRPr>
            </a:lvl2pPr>
            <a:lvl3pPr algn="l">
              <a:defRPr sz="1875" b="0">
                <a:solidFill>
                  <a:srgbClr val="173F43"/>
                </a:solidFill>
                <a:latin typeface="Atkinson Hyperlegible"/>
                <a:ea typeface="Atkinson Hyperlegible"/>
                <a:cs typeface="Atkinson Hyperlegible"/>
              </a:defRPr>
            </a:lvl3pPr>
            <a:lvl4pPr algn="l">
              <a:defRPr sz="1875" b="0">
                <a:solidFill>
                  <a:srgbClr val="173F43"/>
                </a:solidFill>
                <a:latin typeface="Atkinson Hyperlegible"/>
                <a:ea typeface="Atkinson Hyperlegible"/>
                <a:cs typeface="Atkinson Hyperlegible"/>
              </a:defRPr>
            </a:lvl4pPr>
            <a:lvl5pPr algn="l">
              <a:defRPr sz="1875" b="0">
                <a:solidFill>
                  <a:srgbClr val="173F43"/>
                </a:solidFill>
                <a:latin typeface="Atkinson Hyperlegible"/>
                <a:ea typeface="Atkinson Hyperlegible"/>
                <a:cs typeface="Atkinson Hyperlegible"/>
              </a:defRPr>
            </a:lvl5pPr>
            <a:lvl6pPr algn="l">
              <a:defRPr sz="1875" b="0">
                <a:solidFill>
                  <a:srgbClr val="173F43"/>
                </a:solidFill>
                <a:latin typeface="Atkinson Hyperlegible"/>
                <a:ea typeface="Atkinson Hyperlegible"/>
                <a:cs typeface="Atkinson Hyperlegible"/>
              </a:defRPr>
            </a:lvl6pPr>
            <a:lvl7pPr algn="l">
              <a:defRPr sz="1875" b="0">
                <a:solidFill>
                  <a:srgbClr val="173F43"/>
                </a:solidFill>
                <a:latin typeface="Atkinson Hyperlegible"/>
                <a:ea typeface="Atkinson Hyperlegible"/>
                <a:cs typeface="Atkinson Hyperlegible"/>
              </a:defRPr>
            </a:lvl7pPr>
            <a:lvl8pPr algn="l">
              <a:defRPr sz="1875" b="0">
                <a:solidFill>
                  <a:srgbClr val="173F43"/>
                </a:solidFill>
                <a:latin typeface="Atkinson Hyperlegible"/>
                <a:ea typeface="Atkinson Hyperlegible"/>
                <a:cs typeface="Atkinson Hyperlegible"/>
              </a:defRPr>
            </a:lvl8pPr>
            <a:lvl9pPr algn="l">
              <a:defRPr sz="1875" b="0">
                <a:solidFill>
                  <a:srgbClr val="173F43"/>
                </a:solidFill>
                <a:latin typeface="Atkinson Hyperlegible"/>
                <a:ea typeface="Atkinson Hyperlegible"/>
                <a:cs typeface="Atkinson Hyperlegible"/>
              </a:defRPr>
            </a:lvl9pPr>
          </a:lstStyle>
          <a:p xmlns:a="http://schemas.openxmlformats.org/drawingml/2006/main">
            <a:pPr algn="l">
              <a:defRPr sz="1875" b="0">
                <a:solidFill>
                  <a:srgbClr val="173F43"/>
                </a:solidFill>
                <a:latin typeface="Atkinson Hyperlegible"/>
                <a:ea typeface="Atkinson Hyperlegible"/>
                <a:cs typeface="Atkinson Hyperlegible"/>
              </a:defRPr>
            </a:pPr>
            <a:r>
              <a:rPr sz="1875" b="0">
                <a:solidFill>
                  <a:srgbClr val="173F43"/>
                </a:solidFill>
                <a:latin typeface="Atkinson Hyperlegible"/>
                <a:ea typeface="Atkinson Hyperlegible"/>
                <a:cs typeface="Atkinson Hyperlegible"/>
              </a:rPr>
              <a:t>Ridge AR(3) improves prediction over the two simple baselines.</a:t>
            </a:r>
          </a:p>
        </p:txBody>
      </p:sp>
      <p:sp>
        <p:nvSpPr>
          <p:cNvPr id="13" name="shape-181">
            <a:extLst xmlns:a="http://schemas.openxmlformats.org/drawingml/2006/main">
              <a:ext uri="{FF2B5EF4-FFF2-40B4-BE49-F238E27FC236}">
                <a16:creationId xmlns:a16="http://schemas.microsoft.com/office/drawing/2014/main" id="{741D3396-6428-4988-9331-1958ED42BD0A}"/>
              </a:ext>
            </a:extLst>
          </p:cNvPr>
          <p:cNvSpPr>
            <a:spLocks xmlns:a="http://schemas.openxmlformats.org/drawingml/2006/main" noGrp="1"/>
          </p:cNvSpPr>
          <p:nvPr/>
        </p:nvSpPr>
        <p:spPr>
          <a:xfrm xmlns:a="http://schemas.openxmlformats.org/drawingml/2006/main">
            <a:off x="609600" y="5000625"/>
            <a:ext cx="57150" cy="257175"/>
          </a:xfrm>
          <a:prstGeom xmlns:a="http://schemas.openxmlformats.org/drawingml/2006/main" prst="rect">
            <a:avLst/>
          </a:prstGeom>
          <a:solidFill xmlns:a="http://schemas.openxmlformats.org/drawingml/2006/main">
            <a:srgbClr val="E77D60"/>
          </a:solidFill>
          <a:ln xmlns:a="http://schemas.openxmlformats.org/drawingml/2006/main" w="0">
            <a:noFill/>
          </a:ln>
        </p:spPr>
      </p:sp>
      <p:sp>
        <p:nvSpPr>
          <p:cNvPr id="14" name="shape-182">
            <a:extLst xmlns:a="http://schemas.openxmlformats.org/drawingml/2006/main">
              <a:ext uri="{FF2B5EF4-FFF2-40B4-BE49-F238E27FC236}">
                <a16:creationId xmlns:a16="http://schemas.microsoft.com/office/drawing/2014/main" id="{B8892B02-ED01-4E0A-9E18-5B2CC94D0689}"/>
              </a:ext>
            </a:extLst>
          </p:cNvPr>
          <p:cNvSpPr>
            <a:spLocks xmlns:a="http://schemas.openxmlformats.org/drawingml/2006/main" noGrp="1"/>
          </p:cNvSpPr>
          <p:nvPr/>
        </p:nvSpPr>
        <p:spPr>
          <a:xfrm xmlns:a="http://schemas.openxmlformats.org/drawingml/2006/main">
            <a:off x="828675" y="4886325"/>
            <a:ext cx="107537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3F43"/>
                </a:solidFill>
                <a:latin typeface="Atkinson Hyperlegible"/>
                <a:ea typeface="Atkinson Hyperlegible"/>
                <a:cs typeface="Atkinson Hyperlegible"/>
              </a:defRPr>
            </a:defPPr>
            <a:lvl1pPr algn="l">
              <a:defRPr sz="1875" b="0">
                <a:solidFill>
                  <a:srgbClr val="173F43"/>
                </a:solidFill>
                <a:latin typeface="Atkinson Hyperlegible"/>
                <a:ea typeface="Atkinson Hyperlegible"/>
                <a:cs typeface="Atkinson Hyperlegible"/>
              </a:defRPr>
            </a:lvl1pPr>
            <a:lvl2pPr algn="l">
              <a:defRPr sz="1875" b="0">
                <a:solidFill>
                  <a:srgbClr val="173F43"/>
                </a:solidFill>
                <a:latin typeface="Atkinson Hyperlegible"/>
                <a:ea typeface="Atkinson Hyperlegible"/>
                <a:cs typeface="Atkinson Hyperlegible"/>
              </a:defRPr>
            </a:lvl2pPr>
            <a:lvl3pPr algn="l">
              <a:defRPr sz="1875" b="0">
                <a:solidFill>
                  <a:srgbClr val="173F43"/>
                </a:solidFill>
                <a:latin typeface="Atkinson Hyperlegible"/>
                <a:ea typeface="Atkinson Hyperlegible"/>
                <a:cs typeface="Atkinson Hyperlegible"/>
              </a:defRPr>
            </a:lvl3pPr>
            <a:lvl4pPr algn="l">
              <a:defRPr sz="1875" b="0">
                <a:solidFill>
                  <a:srgbClr val="173F43"/>
                </a:solidFill>
                <a:latin typeface="Atkinson Hyperlegible"/>
                <a:ea typeface="Atkinson Hyperlegible"/>
                <a:cs typeface="Atkinson Hyperlegible"/>
              </a:defRPr>
            </a:lvl4pPr>
            <a:lvl5pPr algn="l">
              <a:defRPr sz="1875" b="0">
                <a:solidFill>
                  <a:srgbClr val="173F43"/>
                </a:solidFill>
                <a:latin typeface="Atkinson Hyperlegible"/>
                <a:ea typeface="Atkinson Hyperlegible"/>
                <a:cs typeface="Atkinson Hyperlegible"/>
              </a:defRPr>
            </a:lvl5pPr>
            <a:lvl6pPr algn="l">
              <a:defRPr sz="1875" b="0">
                <a:solidFill>
                  <a:srgbClr val="173F43"/>
                </a:solidFill>
                <a:latin typeface="Atkinson Hyperlegible"/>
                <a:ea typeface="Atkinson Hyperlegible"/>
                <a:cs typeface="Atkinson Hyperlegible"/>
              </a:defRPr>
            </a:lvl6pPr>
            <a:lvl7pPr algn="l">
              <a:defRPr sz="1875" b="0">
                <a:solidFill>
                  <a:srgbClr val="173F43"/>
                </a:solidFill>
                <a:latin typeface="Atkinson Hyperlegible"/>
                <a:ea typeface="Atkinson Hyperlegible"/>
                <a:cs typeface="Atkinson Hyperlegible"/>
              </a:defRPr>
            </a:lvl7pPr>
            <a:lvl8pPr algn="l">
              <a:defRPr sz="1875" b="0">
                <a:solidFill>
                  <a:srgbClr val="173F43"/>
                </a:solidFill>
                <a:latin typeface="Atkinson Hyperlegible"/>
                <a:ea typeface="Atkinson Hyperlegible"/>
                <a:cs typeface="Atkinson Hyperlegible"/>
              </a:defRPr>
            </a:lvl8pPr>
            <a:lvl9pPr algn="l">
              <a:defRPr sz="1875" b="0">
                <a:solidFill>
                  <a:srgbClr val="173F43"/>
                </a:solidFill>
                <a:latin typeface="Atkinson Hyperlegible"/>
                <a:ea typeface="Atkinson Hyperlegible"/>
                <a:cs typeface="Atkinson Hyperlegible"/>
              </a:defRPr>
            </a:lvl9pPr>
          </a:lstStyle>
          <a:p xmlns:a="http://schemas.openxmlformats.org/drawingml/2006/main">
            <a:pPr algn="l">
              <a:defRPr sz="1875" b="0">
                <a:solidFill>
                  <a:srgbClr val="173F43"/>
                </a:solidFill>
                <a:latin typeface="Atkinson Hyperlegible"/>
                <a:ea typeface="Atkinson Hyperlegible"/>
                <a:cs typeface="Atkinson Hyperlegible"/>
              </a:defRPr>
            </a:pPr>
            <a:r>
              <a:rPr sz="1875" b="0">
                <a:solidFill>
                  <a:srgbClr val="173F43"/>
                </a:solidFill>
                <a:latin typeface="Atkinson Hyperlegible"/>
                <a:ea typeface="Atkinson Hyperlegible"/>
                <a:cs typeface="Atkinson Hyperlegible"/>
              </a:rPr>
              <a:t>Earlier Fairness Rule comparisons remain unfavorable for PPO.</a:t>
            </a:r>
          </a:p>
        </p:txBody>
      </p:sp>
      <p:sp>
        <p:nvSpPr>
          <p:cNvPr id="15" name="shape-183">
            <a:extLst xmlns:a="http://schemas.openxmlformats.org/drawingml/2006/main">
              <a:ext uri="{FF2B5EF4-FFF2-40B4-BE49-F238E27FC236}">
                <a16:creationId xmlns:a16="http://schemas.microsoft.com/office/drawing/2014/main" id="{F7BF0BB3-E458-4399-9179-D3CBDD5BA1E3}"/>
              </a:ext>
            </a:extLst>
          </p:cNvPr>
          <p:cNvSpPr>
            <a:spLocks xmlns:a="http://schemas.openxmlformats.org/drawingml/2006/main" noGrp="1"/>
          </p:cNvSpPr>
          <p:nvPr/>
        </p:nvSpPr>
        <p:spPr>
          <a:xfrm xmlns:a="http://schemas.openxmlformats.org/drawingml/2006/main">
            <a:off x="609600" y="5610225"/>
            <a:ext cx="57150" cy="257175"/>
          </a:xfrm>
          <a:prstGeom xmlns:a="http://schemas.openxmlformats.org/drawingml/2006/main" prst="rect">
            <a:avLst/>
          </a:prstGeom>
          <a:solidFill xmlns:a="http://schemas.openxmlformats.org/drawingml/2006/main">
            <a:srgbClr val="E77D60"/>
          </a:solidFill>
          <a:ln xmlns:a="http://schemas.openxmlformats.org/drawingml/2006/main" w="0">
            <a:noFill/>
          </a:ln>
        </p:spPr>
      </p:sp>
      <p:sp>
        <p:nvSpPr>
          <p:cNvPr id="16" name="shape-184">
            <a:extLst xmlns:a="http://schemas.openxmlformats.org/drawingml/2006/main">
              <a:ext uri="{FF2B5EF4-FFF2-40B4-BE49-F238E27FC236}">
                <a16:creationId xmlns:a16="http://schemas.microsoft.com/office/drawing/2014/main" id="{17F406B6-9D7A-4F6F-AF47-B7C2166C8B9A}"/>
              </a:ext>
            </a:extLst>
          </p:cNvPr>
          <p:cNvSpPr>
            <a:spLocks xmlns:a="http://schemas.openxmlformats.org/drawingml/2006/main" noGrp="1"/>
          </p:cNvSpPr>
          <p:nvPr/>
        </p:nvSpPr>
        <p:spPr>
          <a:xfrm xmlns:a="http://schemas.openxmlformats.org/drawingml/2006/main">
            <a:off x="828675" y="5495925"/>
            <a:ext cx="107537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3F43"/>
                </a:solidFill>
                <a:latin typeface="Atkinson Hyperlegible"/>
                <a:ea typeface="Atkinson Hyperlegible"/>
                <a:cs typeface="Atkinson Hyperlegible"/>
              </a:defRPr>
            </a:defPPr>
            <a:lvl1pPr algn="l">
              <a:defRPr sz="1875" b="0">
                <a:solidFill>
                  <a:srgbClr val="173F43"/>
                </a:solidFill>
                <a:latin typeface="Atkinson Hyperlegible"/>
                <a:ea typeface="Atkinson Hyperlegible"/>
                <a:cs typeface="Atkinson Hyperlegible"/>
              </a:defRPr>
            </a:lvl1pPr>
            <a:lvl2pPr algn="l">
              <a:defRPr sz="1875" b="0">
                <a:solidFill>
                  <a:srgbClr val="173F43"/>
                </a:solidFill>
                <a:latin typeface="Atkinson Hyperlegible"/>
                <a:ea typeface="Atkinson Hyperlegible"/>
                <a:cs typeface="Atkinson Hyperlegible"/>
              </a:defRPr>
            </a:lvl2pPr>
            <a:lvl3pPr algn="l">
              <a:defRPr sz="1875" b="0">
                <a:solidFill>
                  <a:srgbClr val="173F43"/>
                </a:solidFill>
                <a:latin typeface="Atkinson Hyperlegible"/>
                <a:ea typeface="Atkinson Hyperlegible"/>
                <a:cs typeface="Atkinson Hyperlegible"/>
              </a:defRPr>
            </a:lvl3pPr>
            <a:lvl4pPr algn="l">
              <a:defRPr sz="1875" b="0">
                <a:solidFill>
                  <a:srgbClr val="173F43"/>
                </a:solidFill>
                <a:latin typeface="Atkinson Hyperlegible"/>
                <a:ea typeface="Atkinson Hyperlegible"/>
                <a:cs typeface="Atkinson Hyperlegible"/>
              </a:defRPr>
            </a:lvl4pPr>
            <a:lvl5pPr algn="l">
              <a:defRPr sz="1875" b="0">
                <a:solidFill>
                  <a:srgbClr val="173F43"/>
                </a:solidFill>
                <a:latin typeface="Atkinson Hyperlegible"/>
                <a:ea typeface="Atkinson Hyperlegible"/>
                <a:cs typeface="Atkinson Hyperlegible"/>
              </a:defRPr>
            </a:lvl5pPr>
            <a:lvl6pPr algn="l">
              <a:defRPr sz="1875" b="0">
                <a:solidFill>
                  <a:srgbClr val="173F43"/>
                </a:solidFill>
                <a:latin typeface="Atkinson Hyperlegible"/>
                <a:ea typeface="Atkinson Hyperlegible"/>
                <a:cs typeface="Atkinson Hyperlegible"/>
              </a:defRPr>
            </a:lvl6pPr>
            <a:lvl7pPr algn="l">
              <a:defRPr sz="1875" b="0">
                <a:solidFill>
                  <a:srgbClr val="173F43"/>
                </a:solidFill>
                <a:latin typeface="Atkinson Hyperlegible"/>
                <a:ea typeface="Atkinson Hyperlegible"/>
                <a:cs typeface="Atkinson Hyperlegible"/>
              </a:defRPr>
            </a:lvl7pPr>
            <a:lvl8pPr algn="l">
              <a:defRPr sz="1875" b="0">
                <a:solidFill>
                  <a:srgbClr val="173F43"/>
                </a:solidFill>
                <a:latin typeface="Atkinson Hyperlegible"/>
                <a:ea typeface="Atkinson Hyperlegible"/>
                <a:cs typeface="Atkinson Hyperlegible"/>
              </a:defRPr>
            </a:lvl8pPr>
            <a:lvl9pPr algn="l">
              <a:defRPr sz="1875" b="0">
                <a:solidFill>
                  <a:srgbClr val="173F43"/>
                </a:solidFill>
                <a:latin typeface="Atkinson Hyperlegible"/>
                <a:ea typeface="Atkinson Hyperlegible"/>
                <a:cs typeface="Atkinson Hyperlegible"/>
              </a:defRPr>
            </a:lvl9pPr>
          </a:lstStyle>
          <a:p xmlns:a="http://schemas.openxmlformats.org/drawingml/2006/main">
            <a:pPr algn="l">
              <a:defRPr sz="1875" b="0">
                <a:solidFill>
                  <a:srgbClr val="173F43"/>
                </a:solidFill>
                <a:latin typeface="Atkinson Hyperlegible"/>
                <a:ea typeface="Atkinson Hyperlegible"/>
                <a:cs typeface="Atkinson Hyperlegible"/>
              </a:defRPr>
            </a:pPr>
            <a:r>
              <a:rPr sz="1875" b="0">
                <a:solidFill>
                  <a:srgbClr val="173F43"/>
                </a:solidFill>
                <a:latin typeface="Atkinson Hyperlegible"/>
                <a:ea typeface="Atkinson Hyperlegible"/>
                <a:cs typeface="Atkinson Hyperlegible"/>
              </a:rPr>
              <a:t>Measured demand and feasible feeder actions are needed before operational evaluation.</a:t>
            </a:r>
          </a:p>
        </p:txBody>
      </p:sp>
    </p:spTree>
    <p:extLst>
      <p:ext uri="{BB962C8B-B14F-4D97-AF65-F5344CB8AC3E}">
        <p14:creationId xmlns:p14="http://schemas.microsoft.com/office/powerpoint/2010/main" val="1762059410"/>
      </p:ext>
    </p:extLst>
  </p:cSld>
</p:sld>
</file>

<file path=ppt/slides/slide23.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11" name="shape-185">
            <a:extLst xmlns:a="http://schemas.openxmlformats.org/drawingml/2006/main">
              <a:ext uri="{FF2B5EF4-FFF2-40B4-BE49-F238E27FC236}">
                <a16:creationId xmlns:a16="http://schemas.microsoft.com/office/drawing/2014/main" id="{B831D7BB-F3C8-45EB-AD0F-56C8E4481DF0}"/>
              </a:ext>
            </a:extLst>
          </p:cNvPr>
          <p:cNvSpPr>
            <a:spLocks xmlns:a="http://schemas.openxmlformats.org/drawingml/2006/main" noGrp="1"/>
          </p:cNvSpPr>
          <p:nvPr/>
        </p:nvSpPr>
        <p:spPr>
          <a:xfrm xmlns:a="http://schemas.openxmlformats.org/drawingml/2006/main">
            <a:off x="609600" y="266700"/>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37B73"/>
                </a:solidFill>
                <a:latin typeface="Atkinson Hyperlegible"/>
                <a:ea typeface="Atkinson Hyperlegible"/>
                <a:cs typeface="Atkinson Hyperlegible"/>
              </a:defRPr>
            </a:defPPr>
            <a:lvl1pPr algn="l">
              <a:defRPr sz="1350" b="1">
                <a:solidFill>
                  <a:srgbClr val="137B73"/>
                </a:solidFill>
                <a:latin typeface="Atkinson Hyperlegible"/>
                <a:ea typeface="Atkinson Hyperlegible"/>
                <a:cs typeface="Atkinson Hyperlegible"/>
              </a:defRPr>
            </a:lvl1pPr>
            <a:lvl2pPr algn="l">
              <a:defRPr sz="1350" b="1">
                <a:solidFill>
                  <a:srgbClr val="137B73"/>
                </a:solidFill>
                <a:latin typeface="Atkinson Hyperlegible"/>
                <a:ea typeface="Atkinson Hyperlegible"/>
                <a:cs typeface="Atkinson Hyperlegible"/>
              </a:defRPr>
            </a:lvl2pPr>
            <a:lvl3pPr algn="l">
              <a:defRPr sz="1350" b="1">
                <a:solidFill>
                  <a:srgbClr val="137B73"/>
                </a:solidFill>
                <a:latin typeface="Atkinson Hyperlegible"/>
                <a:ea typeface="Atkinson Hyperlegible"/>
                <a:cs typeface="Atkinson Hyperlegible"/>
              </a:defRPr>
            </a:lvl3pPr>
            <a:lvl4pPr algn="l">
              <a:defRPr sz="1350" b="1">
                <a:solidFill>
                  <a:srgbClr val="137B73"/>
                </a:solidFill>
                <a:latin typeface="Atkinson Hyperlegible"/>
                <a:ea typeface="Atkinson Hyperlegible"/>
                <a:cs typeface="Atkinson Hyperlegible"/>
              </a:defRPr>
            </a:lvl4pPr>
            <a:lvl5pPr algn="l">
              <a:defRPr sz="1350" b="1">
                <a:solidFill>
                  <a:srgbClr val="137B73"/>
                </a:solidFill>
                <a:latin typeface="Atkinson Hyperlegible"/>
                <a:ea typeface="Atkinson Hyperlegible"/>
                <a:cs typeface="Atkinson Hyperlegible"/>
              </a:defRPr>
            </a:lvl5pPr>
            <a:lvl6pPr algn="l">
              <a:defRPr sz="1350" b="1">
                <a:solidFill>
                  <a:srgbClr val="137B73"/>
                </a:solidFill>
                <a:latin typeface="Atkinson Hyperlegible"/>
                <a:ea typeface="Atkinson Hyperlegible"/>
                <a:cs typeface="Atkinson Hyperlegible"/>
              </a:defRPr>
            </a:lvl6pPr>
            <a:lvl7pPr algn="l">
              <a:defRPr sz="1350" b="1">
                <a:solidFill>
                  <a:srgbClr val="137B73"/>
                </a:solidFill>
                <a:latin typeface="Atkinson Hyperlegible"/>
                <a:ea typeface="Atkinson Hyperlegible"/>
                <a:cs typeface="Atkinson Hyperlegible"/>
              </a:defRPr>
            </a:lvl7pPr>
            <a:lvl8pPr algn="l">
              <a:defRPr sz="1350" b="1">
                <a:solidFill>
                  <a:srgbClr val="137B73"/>
                </a:solidFill>
                <a:latin typeface="Atkinson Hyperlegible"/>
                <a:ea typeface="Atkinson Hyperlegible"/>
                <a:cs typeface="Atkinson Hyperlegible"/>
              </a:defRPr>
            </a:lvl8pPr>
            <a:lvl9pPr algn="l">
              <a:defRPr sz="1350" b="1">
                <a:solidFill>
                  <a:srgbClr val="137B73"/>
                </a:solidFill>
                <a:latin typeface="Atkinson Hyperlegible"/>
                <a:ea typeface="Atkinson Hyperlegible"/>
                <a:cs typeface="Atkinson Hyperlegible"/>
              </a:defRPr>
            </a:lvl9pPr>
          </a:lstStyle>
          <a:p xmlns:a="http://schemas.openxmlformats.org/drawingml/2006/main">
            <a:pPr algn="l">
              <a:defRPr sz="1350" b="1">
                <a:solidFill>
                  <a:srgbClr val="137B73"/>
                </a:solidFill>
                <a:latin typeface="Atkinson Hyperlegible"/>
                <a:ea typeface="Atkinson Hyperlegible"/>
                <a:cs typeface="Atkinson Hyperlegible"/>
              </a:defRPr>
            </a:pPr>
            <a:r>
              <a:rPr sz="1350" b="1">
                <a:solidFill>
                  <a:srgbClr val="137B73"/>
                </a:solidFill>
                <a:latin typeface="Atkinson Hyperlegible"/>
                <a:ea typeface="Atkinson Hyperlegible"/>
                <a:cs typeface="Atkinson Hyperlegible"/>
              </a:rPr>
              <a:t>GridGuard Khartoum</a:t>
            </a:r>
          </a:p>
        </p:txBody>
      </p:sp>
      <p:sp>
        <p:nvSpPr>
          <p:cNvPr id="2" name="shape-186">
            <a:extLst xmlns:a="http://schemas.openxmlformats.org/drawingml/2006/main">
              <a:ext uri="{FF2B5EF4-FFF2-40B4-BE49-F238E27FC236}">
                <a16:creationId xmlns:a16="http://schemas.microsoft.com/office/drawing/2014/main" id="{2E58274D-F9EE-41E7-A50C-2F3EB7F83BAD}"/>
              </a:ext>
            </a:extLst>
          </p:cNvPr>
          <p:cNvSpPr>
            <a:spLocks xmlns:a="http://schemas.openxmlformats.org/drawingml/2006/main" noGrp="1"/>
          </p:cNvSpPr>
          <p:nvPr/>
        </p:nvSpPr>
        <p:spPr>
          <a:xfrm xmlns:a="http://schemas.openxmlformats.org/drawingml/2006/main">
            <a:off x="609600" y="7334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F43"/>
                </a:solidFill>
                <a:latin typeface="Atkinson Hyperlegible"/>
                <a:ea typeface="Atkinson Hyperlegible"/>
                <a:cs typeface="Atkinson Hyperlegible"/>
              </a:defRPr>
            </a:defPPr>
            <a:lvl1pPr algn="l">
              <a:defRPr sz="3150" b="1">
                <a:solidFill>
                  <a:srgbClr val="173F43"/>
                </a:solidFill>
                <a:latin typeface="Atkinson Hyperlegible"/>
                <a:ea typeface="Atkinson Hyperlegible"/>
                <a:cs typeface="Atkinson Hyperlegible"/>
              </a:defRPr>
            </a:lvl1pPr>
            <a:lvl2pPr algn="l">
              <a:defRPr sz="3150" b="1">
                <a:solidFill>
                  <a:srgbClr val="173F43"/>
                </a:solidFill>
                <a:latin typeface="Atkinson Hyperlegible"/>
                <a:ea typeface="Atkinson Hyperlegible"/>
                <a:cs typeface="Atkinson Hyperlegible"/>
              </a:defRPr>
            </a:lvl2pPr>
            <a:lvl3pPr algn="l">
              <a:defRPr sz="3150" b="1">
                <a:solidFill>
                  <a:srgbClr val="173F43"/>
                </a:solidFill>
                <a:latin typeface="Atkinson Hyperlegible"/>
                <a:ea typeface="Atkinson Hyperlegible"/>
                <a:cs typeface="Atkinson Hyperlegible"/>
              </a:defRPr>
            </a:lvl3pPr>
            <a:lvl4pPr algn="l">
              <a:defRPr sz="3150" b="1">
                <a:solidFill>
                  <a:srgbClr val="173F43"/>
                </a:solidFill>
                <a:latin typeface="Atkinson Hyperlegible"/>
                <a:ea typeface="Atkinson Hyperlegible"/>
                <a:cs typeface="Atkinson Hyperlegible"/>
              </a:defRPr>
            </a:lvl4pPr>
            <a:lvl5pPr algn="l">
              <a:defRPr sz="3150" b="1">
                <a:solidFill>
                  <a:srgbClr val="173F43"/>
                </a:solidFill>
                <a:latin typeface="Atkinson Hyperlegible"/>
                <a:ea typeface="Atkinson Hyperlegible"/>
                <a:cs typeface="Atkinson Hyperlegible"/>
              </a:defRPr>
            </a:lvl5pPr>
            <a:lvl6pPr algn="l">
              <a:defRPr sz="3150" b="1">
                <a:solidFill>
                  <a:srgbClr val="173F43"/>
                </a:solidFill>
                <a:latin typeface="Atkinson Hyperlegible"/>
                <a:ea typeface="Atkinson Hyperlegible"/>
                <a:cs typeface="Atkinson Hyperlegible"/>
              </a:defRPr>
            </a:lvl6pPr>
            <a:lvl7pPr algn="l">
              <a:defRPr sz="3150" b="1">
                <a:solidFill>
                  <a:srgbClr val="173F43"/>
                </a:solidFill>
                <a:latin typeface="Atkinson Hyperlegible"/>
                <a:ea typeface="Atkinson Hyperlegible"/>
                <a:cs typeface="Atkinson Hyperlegible"/>
              </a:defRPr>
            </a:lvl7pPr>
            <a:lvl8pPr algn="l">
              <a:defRPr sz="3150" b="1">
                <a:solidFill>
                  <a:srgbClr val="173F43"/>
                </a:solidFill>
                <a:latin typeface="Atkinson Hyperlegible"/>
                <a:ea typeface="Atkinson Hyperlegible"/>
                <a:cs typeface="Atkinson Hyperlegible"/>
              </a:defRPr>
            </a:lvl8pPr>
            <a:lvl9pPr algn="l">
              <a:defRPr sz="3150" b="1">
                <a:solidFill>
                  <a:srgbClr val="173F43"/>
                </a:solidFill>
                <a:latin typeface="Atkinson Hyperlegible"/>
                <a:ea typeface="Atkinson Hyperlegible"/>
                <a:cs typeface="Atkinson Hyperlegible"/>
              </a:defRPr>
            </a:lvl9pPr>
          </a:lstStyle>
          <a:p xmlns:a="http://schemas.openxmlformats.org/drawingml/2006/main">
            <a:pPr algn="l">
              <a:defRPr sz="3150" b="1">
                <a:solidFill>
                  <a:srgbClr val="173F43"/>
                </a:solidFill>
                <a:latin typeface="Atkinson Hyperlegible"/>
                <a:ea typeface="Atkinson Hyperlegible"/>
                <a:cs typeface="Atkinson Hyperlegible"/>
              </a:defRPr>
            </a:pPr>
            <a:r>
              <a:rPr sz="3150" b="1">
                <a:solidFill>
                  <a:srgbClr val="173F43"/>
                </a:solidFill>
                <a:latin typeface="Atkinson Hyperlegible"/>
                <a:ea typeface="Atkinson Hyperlegible"/>
                <a:cs typeface="Atkinson Hyperlegible"/>
              </a:rPr>
              <a:t>References 1 of 2</a:t>
            </a:r>
          </a:p>
        </p:txBody>
      </p:sp>
      <p:sp>
        <p:nvSpPr>
          <p:cNvPr id="3" name="shape-187">
            <a:extLst xmlns:a="http://schemas.openxmlformats.org/drawingml/2006/main">
              <a:ext uri="{FF2B5EF4-FFF2-40B4-BE49-F238E27FC236}">
                <a16:creationId xmlns:a16="http://schemas.microsoft.com/office/drawing/2014/main" id="{639C58EB-484D-44C0-A3C1-EF9FCE325309}"/>
              </a:ext>
            </a:extLst>
          </p:cNvPr>
          <p:cNvSpPr>
            <a:spLocks xmlns:a="http://schemas.openxmlformats.org/drawingml/2006/main" noGrp="1"/>
          </p:cNvSpPr>
          <p:nvPr/>
        </p:nvSpPr>
        <p:spPr>
          <a:xfrm xmlns:a="http://schemas.openxmlformats.org/drawingml/2006/main">
            <a:off x="609600" y="136207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787A"/>
                </a:solidFill>
                <a:latin typeface="Atkinson Hyperlegible"/>
                <a:ea typeface="Atkinson Hyperlegible"/>
                <a:cs typeface="Atkinson Hyperlegible"/>
              </a:defRPr>
            </a:defPPr>
            <a:lvl1pPr algn="l">
              <a:defRPr sz="1725" b="0">
                <a:solidFill>
                  <a:srgbClr val="58787A"/>
                </a:solidFill>
                <a:latin typeface="Atkinson Hyperlegible"/>
                <a:ea typeface="Atkinson Hyperlegible"/>
                <a:cs typeface="Atkinson Hyperlegible"/>
              </a:defRPr>
            </a:lvl1pPr>
            <a:lvl2pPr algn="l">
              <a:defRPr sz="1725" b="0">
                <a:solidFill>
                  <a:srgbClr val="58787A"/>
                </a:solidFill>
                <a:latin typeface="Atkinson Hyperlegible"/>
                <a:ea typeface="Atkinson Hyperlegible"/>
                <a:cs typeface="Atkinson Hyperlegible"/>
              </a:defRPr>
            </a:lvl2pPr>
            <a:lvl3pPr algn="l">
              <a:defRPr sz="1725" b="0">
                <a:solidFill>
                  <a:srgbClr val="58787A"/>
                </a:solidFill>
                <a:latin typeface="Atkinson Hyperlegible"/>
                <a:ea typeface="Atkinson Hyperlegible"/>
                <a:cs typeface="Atkinson Hyperlegible"/>
              </a:defRPr>
            </a:lvl3pPr>
            <a:lvl4pPr algn="l">
              <a:defRPr sz="1725" b="0">
                <a:solidFill>
                  <a:srgbClr val="58787A"/>
                </a:solidFill>
                <a:latin typeface="Atkinson Hyperlegible"/>
                <a:ea typeface="Atkinson Hyperlegible"/>
                <a:cs typeface="Atkinson Hyperlegible"/>
              </a:defRPr>
            </a:lvl4pPr>
            <a:lvl5pPr algn="l">
              <a:defRPr sz="1725" b="0">
                <a:solidFill>
                  <a:srgbClr val="58787A"/>
                </a:solidFill>
                <a:latin typeface="Atkinson Hyperlegible"/>
                <a:ea typeface="Atkinson Hyperlegible"/>
                <a:cs typeface="Atkinson Hyperlegible"/>
              </a:defRPr>
            </a:lvl5pPr>
            <a:lvl6pPr algn="l">
              <a:defRPr sz="1725" b="0">
                <a:solidFill>
                  <a:srgbClr val="58787A"/>
                </a:solidFill>
                <a:latin typeface="Atkinson Hyperlegible"/>
                <a:ea typeface="Atkinson Hyperlegible"/>
                <a:cs typeface="Atkinson Hyperlegible"/>
              </a:defRPr>
            </a:lvl6pPr>
            <a:lvl7pPr algn="l">
              <a:defRPr sz="1725" b="0">
                <a:solidFill>
                  <a:srgbClr val="58787A"/>
                </a:solidFill>
                <a:latin typeface="Atkinson Hyperlegible"/>
                <a:ea typeface="Atkinson Hyperlegible"/>
                <a:cs typeface="Atkinson Hyperlegible"/>
              </a:defRPr>
            </a:lvl7pPr>
            <a:lvl8pPr algn="l">
              <a:defRPr sz="1725" b="0">
                <a:solidFill>
                  <a:srgbClr val="58787A"/>
                </a:solidFill>
                <a:latin typeface="Atkinson Hyperlegible"/>
                <a:ea typeface="Atkinson Hyperlegible"/>
                <a:cs typeface="Atkinson Hyperlegible"/>
              </a:defRPr>
            </a:lvl8pPr>
            <a:lvl9pPr algn="l">
              <a:defRPr sz="1725" b="0">
                <a:solidFill>
                  <a:srgbClr val="58787A"/>
                </a:solidFill>
                <a:latin typeface="Atkinson Hyperlegible"/>
                <a:ea typeface="Atkinson Hyperlegible"/>
                <a:cs typeface="Atkinson Hyperlegible"/>
              </a:defRPr>
            </a:lvl9pPr>
          </a:lstStyle>
          <a:p xmlns:a="http://schemas.openxmlformats.org/drawingml/2006/main">
            <a:pPr algn="l">
              <a:defRPr sz="1725" b="0">
                <a:solidFill>
                  <a:srgbClr val="58787A"/>
                </a:solidFill>
                <a:latin typeface="Atkinson Hyperlegible"/>
                <a:ea typeface="Atkinson Hyperlegible"/>
                <a:cs typeface="Atkinson Hyperlegible"/>
              </a:defRPr>
            </a:pPr>
            <a:r>
              <a:rPr sz="1725" b="0">
                <a:solidFill>
                  <a:srgbClr val="58787A"/>
                </a:solidFill>
                <a:latin typeface="Atkinson Hyperlegible"/>
                <a:ea typeface="Atkinson Hyperlegible"/>
                <a:cs typeface="Atkinson Hyperlegible"/>
              </a:rPr>
              <a:t>Alphabetized author-date references</a:t>
            </a:r>
          </a:p>
        </p:txBody>
      </p:sp>
      <p:sp>
        <p:nvSpPr>
          <p:cNvPr id="4" name="shape-188">
            <a:extLst xmlns:a="http://schemas.openxmlformats.org/drawingml/2006/main">
              <a:ext uri="{FF2B5EF4-FFF2-40B4-BE49-F238E27FC236}">
                <a16:creationId xmlns:a16="http://schemas.microsoft.com/office/drawing/2014/main" id="{18ED4B57-B4D4-4E41-842F-F77D11EEF3F3}"/>
              </a:ext>
            </a:extLst>
          </p:cNvPr>
          <p:cNvSpPr>
            <a:spLocks xmlns:a="http://schemas.openxmlformats.org/drawingml/2006/main" noGrp="1"/>
          </p:cNvSpPr>
          <p:nvPr/>
        </p:nvSpPr>
        <p:spPr>
          <a:xfrm xmlns:a="http://schemas.openxmlformats.org/drawingml/2006/main">
            <a:off x="609600" y="6448425"/>
            <a:ext cx="10972800" cy="9525"/>
          </a:xfrm>
          <a:prstGeom xmlns:a="http://schemas.openxmlformats.org/drawingml/2006/main" prst="rect">
            <a:avLst/>
          </a:prstGeom>
          <a:solidFill xmlns:a="http://schemas.openxmlformats.org/drawingml/2006/main">
            <a:srgbClr val="D8E5DF"/>
          </a:solidFill>
          <a:ln xmlns:a="http://schemas.openxmlformats.org/drawingml/2006/main" w="0">
            <a:noFill/>
          </a:ln>
        </p:spPr>
      </p:sp>
      <p:sp>
        <p:nvSpPr>
          <p:cNvPr id="5" name="shape-189">
            <a:extLst xmlns:a="http://schemas.openxmlformats.org/drawingml/2006/main">
              <a:ext uri="{FF2B5EF4-FFF2-40B4-BE49-F238E27FC236}">
                <a16:creationId xmlns:a16="http://schemas.microsoft.com/office/drawing/2014/main" id="{84480638-6B35-4E1D-854D-91CA139CC610}"/>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8787A"/>
                </a:solidFill>
                <a:latin typeface="Atkinson Hyperlegible"/>
                <a:ea typeface="Atkinson Hyperlegible"/>
                <a:cs typeface="Atkinson Hyperlegible"/>
              </a:defRPr>
            </a:defPPr>
            <a:lvl1pPr algn="l">
              <a:defRPr sz="1050" b="0">
                <a:solidFill>
                  <a:srgbClr val="58787A"/>
                </a:solidFill>
                <a:latin typeface="Atkinson Hyperlegible"/>
                <a:ea typeface="Atkinson Hyperlegible"/>
                <a:cs typeface="Atkinson Hyperlegible"/>
              </a:defRPr>
            </a:lvl1pPr>
            <a:lvl2pPr algn="l">
              <a:defRPr sz="1050" b="0">
                <a:solidFill>
                  <a:srgbClr val="58787A"/>
                </a:solidFill>
                <a:latin typeface="Atkinson Hyperlegible"/>
                <a:ea typeface="Atkinson Hyperlegible"/>
                <a:cs typeface="Atkinson Hyperlegible"/>
              </a:defRPr>
            </a:lvl2pPr>
            <a:lvl3pPr algn="l">
              <a:defRPr sz="1050" b="0">
                <a:solidFill>
                  <a:srgbClr val="58787A"/>
                </a:solidFill>
                <a:latin typeface="Atkinson Hyperlegible"/>
                <a:ea typeface="Atkinson Hyperlegible"/>
                <a:cs typeface="Atkinson Hyperlegible"/>
              </a:defRPr>
            </a:lvl3pPr>
            <a:lvl4pPr algn="l">
              <a:defRPr sz="1050" b="0">
                <a:solidFill>
                  <a:srgbClr val="58787A"/>
                </a:solidFill>
                <a:latin typeface="Atkinson Hyperlegible"/>
                <a:ea typeface="Atkinson Hyperlegible"/>
                <a:cs typeface="Atkinson Hyperlegible"/>
              </a:defRPr>
            </a:lvl4pPr>
            <a:lvl5pPr algn="l">
              <a:defRPr sz="1050" b="0">
                <a:solidFill>
                  <a:srgbClr val="58787A"/>
                </a:solidFill>
                <a:latin typeface="Atkinson Hyperlegible"/>
                <a:ea typeface="Atkinson Hyperlegible"/>
                <a:cs typeface="Atkinson Hyperlegible"/>
              </a:defRPr>
            </a:lvl5pPr>
            <a:lvl6pPr algn="l">
              <a:defRPr sz="1050" b="0">
                <a:solidFill>
                  <a:srgbClr val="58787A"/>
                </a:solidFill>
                <a:latin typeface="Atkinson Hyperlegible"/>
                <a:ea typeface="Atkinson Hyperlegible"/>
                <a:cs typeface="Atkinson Hyperlegible"/>
              </a:defRPr>
            </a:lvl6pPr>
            <a:lvl7pPr algn="l">
              <a:defRPr sz="1050" b="0">
                <a:solidFill>
                  <a:srgbClr val="58787A"/>
                </a:solidFill>
                <a:latin typeface="Atkinson Hyperlegible"/>
                <a:ea typeface="Atkinson Hyperlegible"/>
                <a:cs typeface="Atkinson Hyperlegible"/>
              </a:defRPr>
            </a:lvl7pPr>
            <a:lvl8pPr algn="l">
              <a:defRPr sz="1050" b="0">
                <a:solidFill>
                  <a:srgbClr val="58787A"/>
                </a:solidFill>
                <a:latin typeface="Atkinson Hyperlegible"/>
                <a:ea typeface="Atkinson Hyperlegible"/>
                <a:cs typeface="Atkinson Hyperlegible"/>
              </a:defRPr>
            </a:lvl8pPr>
            <a:lvl9pPr algn="l">
              <a:defRPr sz="1050" b="0">
                <a:solidFill>
                  <a:srgbClr val="58787A"/>
                </a:solidFill>
                <a:latin typeface="Atkinson Hyperlegible"/>
                <a:ea typeface="Atkinson Hyperlegible"/>
                <a:cs typeface="Atkinson Hyperlegible"/>
              </a:defRPr>
            </a:lvl9pPr>
          </a:lstStyle>
          <a:p xmlns:a="http://schemas.openxmlformats.org/drawingml/2006/main">
            <a:pPr algn="l">
              <a:defRPr sz="1050" b="0">
                <a:solidFill>
                  <a:srgbClr val="58787A"/>
                </a:solidFill>
                <a:latin typeface="Atkinson Hyperlegible"/>
                <a:ea typeface="Atkinson Hyperlegible"/>
                <a:cs typeface="Atkinson Hyperlegible"/>
              </a:defRPr>
            </a:pPr>
            <a:r>
              <a:rPr sz="1050" b="0">
                <a:solidFill>
                  <a:srgbClr val="58787A"/>
                </a:solidFill>
                <a:latin typeface="Atkinson Hyperlegible"/>
                <a:ea typeface="Atkinson Hyperlegible"/>
                <a:cs typeface="Atkinson Hyperlegible"/>
              </a:rPr>
              <a:t>Synthetic scenarios. Decision support only.</a:t>
            </a:r>
          </a:p>
        </p:txBody>
      </p:sp>
      <p:sp>
        <p:nvSpPr>
          <p:cNvPr id="6" name="shape-190">
            <a:extLst xmlns:a="http://schemas.openxmlformats.org/drawingml/2006/main">
              <a:ext uri="{FF2B5EF4-FFF2-40B4-BE49-F238E27FC236}">
                <a16:creationId xmlns:a16="http://schemas.microsoft.com/office/drawing/2014/main" id="{20999AA5-0EA5-4473-A2CE-1D3BD6D3D24D}"/>
              </a:ext>
            </a:extLst>
          </p:cNvPr>
          <p:cNvSpPr>
            <a:spLocks xmlns:a="http://schemas.openxmlformats.org/drawingml/2006/main" noGrp="1"/>
          </p:cNvSpPr>
          <p:nvPr/>
        </p:nvSpPr>
        <p:spPr>
          <a:xfrm xmlns:a="http://schemas.openxmlformats.org/drawingml/2006/main">
            <a:off x="11001375" y="6515100"/>
            <a:ext cx="581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137B73"/>
                </a:solidFill>
                <a:latin typeface="Atkinson Hyperlegible"/>
                <a:ea typeface="Atkinson Hyperlegible"/>
                <a:cs typeface="Atkinson Hyperlegible"/>
              </a:defRPr>
            </a:defPPr>
            <a:lvl1pPr algn="r">
              <a:defRPr sz="1275" b="0">
                <a:solidFill>
                  <a:srgbClr val="137B73"/>
                </a:solidFill>
                <a:latin typeface="Atkinson Hyperlegible"/>
                <a:ea typeface="Atkinson Hyperlegible"/>
                <a:cs typeface="Atkinson Hyperlegible"/>
              </a:defRPr>
            </a:lvl1pPr>
            <a:lvl2pPr algn="r">
              <a:defRPr sz="1275" b="0">
                <a:solidFill>
                  <a:srgbClr val="137B73"/>
                </a:solidFill>
                <a:latin typeface="Atkinson Hyperlegible"/>
                <a:ea typeface="Atkinson Hyperlegible"/>
                <a:cs typeface="Atkinson Hyperlegible"/>
              </a:defRPr>
            </a:lvl2pPr>
            <a:lvl3pPr algn="r">
              <a:defRPr sz="1275" b="0">
                <a:solidFill>
                  <a:srgbClr val="137B73"/>
                </a:solidFill>
                <a:latin typeface="Atkinson Hyperlegible"/>
                <a:ea typeface="Atkinson Hyperlegible"/>
                <a:cs typeface="Atkinson Hyperlegible"/>
              </a:defRPr>
            </a:lvl3pPr>
            <a:lvl4pPr algn="r">
              <a:defRPr sz="1275" b="0">
                <a:solidFill>
                  <a:srgbClr val="137B73"/>
                </a:solidFill>
                <a:latin typeface="Atkinson Hyperlegible"/>
                <a:ea typeface="Atkinson Hyperlegible"/>
                <a:cs typeface="Atkinson Hyperlegible"/>
              </a:defRPr>
            </a:lvl4pPr>
            <a:lvl5pPr algn="r">
              <a:defRPr sz="1275" b="0">
                <a:solidFill>
                  <a:srgbClr val="137B73"/>
                </a:solidFill>
                <a:latin typeface="Atkinson Hyperlegible"/>
                <a:ea typeface="Atkinson Hyperlegible"/>
                <a:cs typeface="Atkinson Hyperlegible"/>
              </a:defRPr>
            </a:lvl5pPr>
            <a:lvl6pPr algn="r">
              <a:defRPr sz="1275" b="0">
                <a:solidFill>
                  <a:srgbClr val="137B73"/>
                </a:solidFill>
                <a:latin typeface="Atkinson Hyperlegible"/>
                <a:ea typeface="Atkinson Hyperlegible"/>
                <a:cs typeface="Atkinson Hyperlegible"/>
              </a:defRPr>
            </a:lvl6pPr>
            <a:lvl7pPr algn="r">
              <a:defRPr sz="1275" b="0">
                <a:solidFill>
                  <a:srgbClr val="137B73"/>
                </a:solidFill>
                <a:latin typeface="Atkinson Hyperlegible"/>
                <a:ea typeface="Atkinson Hyperlegible"/>
                <a:cs typeface="Atkinson Hyperlegible"/>
              </a:defRPr>
            </a:lvl7pPr>
            <a:lvl8pPr algn="r">
              <a:defRPr sz="1275" b="0">
                <a:solidFill>
                  <a:srgbClr val="137B73"/>
                </a:solidFill>
                <a:latin typeface="Atkinson Hyperlegible"/>
                <a:ea typeface="Atkinson Hyperlegible"/>
                <a:cs typeface="Atkinson Hyperlegible"/>
              </a:defRPr>
            </a:lvl8pPr>
            <a:lvl9pPr algn="r">
              <a:defRPr sz="1275" b="0">
                <a:solidFill>
                  <a:srgbClr val="137B73"/>
                </a:solidFill>
                <a:latin typeface="Atkinson Hyperlegible"/>
                <a:ea typeface="Atkinson Hyperlegible"/>
                <a:cs typeface="Atkinson Hyperlegible"/>
              </a:defRPr>
            </a:lvl9pPr>
          </a:lstStyle>
          <a:p xmlns:a="http://schemas.openxmlformats.org/drawingml/2006/main">
            <a:pPr algn="r">
              <a:defRPr sz="1275" b="0">
                <a:solidFill>
                  <a:srgbClr val="137B73"/>
                </a:solidFill>
                <a:latin typeface="Atkinson Hyperlegible"/>
                <a:ea typeface="Atkinson Hyperlegible"/>
                <a:cs typeface="Atkinson Hyperlegible"/>
              </a:defRPr>
            </a:pPr>
            <a:r>
              <a:rPr sz="1275" b="0">
                <a:solidFill>
                  <a:srgbClr val="137B73"/>
                </a:solidFill>
                <a:latin typeface="Atkinson Hyperlegible"/>
                <a:ea typeface="Atkinson Hyperlegible"/>
                <a:cs typeface="Atkinson Hyperlegible"/>
              </a:rPr>
              <a:t>23</a:t>
            </a:r>
          </a:p>
        </p:txBody>
      </p:sp>
      <p:sp>
        <p:nvSpPr>
          <p:cNvPr id="7" name="shape-191">
            <a:extLst xmlns:a="http://schemas.openxmlformats.org/drawingml/2006/main">
              <a:ext uri="{FF2B5EF4-FFF2-40B4-BE49-F238E27FC236}">
                <a16:creationId xmlns:a16="http://schemas.microsoft.com/office/drawing/2014/main" id="{92150FBF-DF48-40D4-BF85-445E4BDD57F1}"/>
              </a:ext>
            </a:extLst>
          </p:cNvPr>
          <p:cNvSpPr>
            <a:spLocks xmlns:a="http://schemas.openxmlformats.org/drawingml/2006/main" noGrp="1"/>
          </p:cNvSpPr>
          <p:nvPr/>
        </p:nvSpPr>
        <p:spPr>
          <a:xfrm xmlns:a="http://schemas.openxmlformats.org/drawingml/2006/main">
            <a:off x="609600" y="204787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73F43"/>
                </a:solidFill>
                <a:latin typeface="Atkinson Hyperlegible"/>
                <a:ea typeface="Atkinson Hyperlegible"/>
                <a:cs typeface="Atkinson Hyperlegible"/>
              </a:defRPr>
            </a:defPPr>
            <a:lvl1pPr algn="l">
              <a:defRPr sz="1725" b="0">
                <a:solidFill>
                  <a:srgbClr val="173F43"/>
                </a:solidFill>
                <a:latin typeface="Atkinson Hyperlegible"/>
                <a:ea typeface="Atkinson Hyperlegible"/>
                <a:cs typeface="Atkinson Hyperlegible"/>
              </a:defRPr>
            </a:lvl1pPr>
            <a:lvl2pPr algn="l">
              <a:defRPr sz="1725" b="0">
                <a:solidFill>
                  <a:srgbClr val="173F43"/>
                </a:solidFill>
                <a:latin typeface="Atkinson Hyperlegible"/>
                <a:ea typeface="Atkinson Hyperlegible"/>
                <a:cs typeface="Atkinson Hyperlegible"/>
              </a:defRPr>
            </a:lvl2pPr>
            <a:lvl3pPr algn="l">
              <a:defRPr sz="1725" b="0">
                <a:solidFill>
                  <a:srgbClr val="173F43"/>
                </a:solidFill>
                <a:latin typeface="Atkinson Hyperlegible"/>
                <a:ea typeface="Atkinson Hyperlegible"/>
                <a:cs typeface="Atkinson Hyperlegible"/>
              </a:defRPr>
            </a:lvl3pPr>
            <a:lvl4pPr algn="l">
              <a:defRPr sz="1725" b="0">
                <a:solidFill>
                  <a:srgbClr val="173F43"/>
                </a:solidFill>
                <a:latin typeface="Atkinson Hyperlegible"/>
                <a:ea typeface="Atkinson Hyperlegible"/>
                <a:cs typeface="Atkinson Hyperlegible"/>
              </a:defRPr>
            </a:lvl4pPr>
            <a:lvl5pPr algn="l">
              <a:defRPr sz="1725" b="0">
                <a:solidFill>
                  <a:srgbClr val="173F43"/>
                </a:solidFill>
                <a:latin typeface="Atkinson Hyperlegible"/>
                <a:ea typeface="Atkinson Hyperlegible"/>
                <a:cs typeface="Atkinson Hyperlegible"/>
              </a:defRPr>
            </a:lvl5pPr>
            <a:lvl6pPr algn="l">
              <a:defRPr sz="1725" b="0">
                <a:solidFill>
                  <a:srgbClr val="173F43"/>
                </a:solidFill>
                <a:latin typeface="Atkinson Hyperlegible"/>
                <a:ea typeface="Atkinson Hyperlegible"/>
                <a:cs typeface="Atkinson Hyperlegible"/>
              </a:defRPr>
            </a:lvl6pPr>
            <a:lvl7pPr algn="l">
              <a:defRPr sz="1725" b="0">
                <a:solidFill>
                  <a:srgbClr val="173F43"/>
                </a:solidFill>
                <a:latin typeface="Atkinson Hyperlegible"/>
                <a:ea typeface="Atkinson Hyperlegible"/>
                <a:cs typeface="Atkinson Hyperlegible"/>
              </a:defRPr>
            </a:lvl7pPr>
            <a:lvl8pPr algn="l">
              <a:defRPr sz="1725" b="0">
                <a:solidFill>
                  <a:srgbClr val="173F43"/>
                </a:solidFill>
                <a:latin typeface="Atkinson Hyperlegible"/>
                <a:ea typeface="Atkinson Hyperlegible"/>
                <a:cs typeface="Atkinson Hyperlegible"/>
              </a:defRPr>
            </a:lvl8pPr>
            <a:lvl9pPr algn="l">
              <a:defRPr sz="1725" b="0">
                <a:solidFill>
                  <a:srgbClr val="173F43"/>
                </a:solidFill>
                <a:latin typeface="Atkinson Hyperlegible"/>
                <a:ea typeface="Atkinson Hyperlegible"/>
                <a:cs typeface="Atkinson Hyperlegible"/>
              </a:defRPr>
            </a:lvl9pPr>
          </a:lstStyle>
          <a:p xmlns:a="http://schemas.openxmlformats.org/drawingml/2006/main">
            <a:pPr algn="l">
              <a:defRPr sz="1725" b="0">
                <a:solidFill>
                  <a:srgbClr val="173F43"/>
                </a:solidFill>
                <a:latin typeface="Atkinson Hyperlegible"/>
                <a:ea typeface="Atkinson Hyperlegible"/>
                <a:cs typeface="Atkinson Hyperlegible"/>
              </a:defRPr>
            </a:pPr>
            <a:r>
              <a:rPr sz="1725" b="0">
                <a:solidFill>
                  <a:srgbClr val="173F43"/>
                </a:solidFill>
                <a:latin typeface="Atkinson Hyperlegible"/>
                <a:ea typeface="Atkinson Hyperlegible"/>
                <a:cs typeface="Atkinson Hyperlegible"/>
              </a:rPr>
              <a:t>Agarwal, R., Schwarzer, M., Castro, P.S., Courville, A. and Bellemare, M.G. (2021) “Deep reinforcement learning at the edge of the statistical precipice”, </a:t>
            </a:r>
            <a:r>
              <a:rPr sz="1725" b="0" i="1">
                <a:solidFill>
                  <a:srgbClr val="173F43"/>
                </a:solidFill>
                <a:latin typeface="Atkinson Hyperlegible"/>
                <a:ea typeface="Atkinson Hyperlegible"/>
                <a:cs typeface="Atkinson Hyperlegible"/>
              </a:rPr>
              <a:t>NeurIPS 34</a:t>
            </a:r>
            <a:r>
              <a:rPr sz="1725" b="0">
                <a:solidFill>
                  <a:srgbClr val="173F43"/>
                </a:solidFill>
                <a:latin typeface="Atkinson Hyperlegible"/>
                <a:ea typeface="Atkinson Hyperlegible"/>
                <a:cs typeface="Atkinson Hyperlegible"/>
              </a:rPr>
              <a:t>. https://arxiv.org/abs/2108.13264</a:t>
            </a:r>
          </a:p>
        </p:txBody>
      </p:sp>
      <p:sp>
        <p:nvSpPr>
          <p:cNvPr id="8" name="shape-192">
            <a:extLst xmlns:a="http://schemas.openxmlformats.org/drawingml/2006/main">
              <a:ext uri="{FF2B5EF4-FFF2-40B4-BE49-F238E27FC236}">
                <a16:creationId xmlns:a16="http://schemas.microsoft.com/office/drawing/2014/main" id="{F63973B7-298D-4118-81FB-C7EE0E7B6802}"/>
              </a:ext>
            </a:extLst>
          </p:cNvPr>
          <p:cNvSpPr>
            <a:spLocks xmlns:a="http://schemas.openxmlformats.org/drawingml/2006/main" noGrp="1"/>
          </p:cNvSpPr>
          <p:nvPr/>
        </p:nvSpPr>
        <p:spPr>
          <a:xfrm xmlns:a="http://schemas.openxmlformats.org/drawingml/2006/main">
            <a:off x="609600" y="307657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73F43"/>
                </a:solidFill>
                <a:latin typeface="Atkinson Hyperlegible"/>
                <a:ea typeface="Atkinson Hyperlegible"/>
                <a:cs typeface="Atkinson Hyperlegible"/>
              </a:defRPr>
            </a:defPPr>
            <a:lvl1pPr algn="l">
              <a:defRPr sz="1725" b="0">
                <a:solidFill>
                  <a:srgbClr val="173F43"/>
                </a:solidFill>
                <a:latin typeface="Atkinson Hyperlegible"/>
                <a:ea typeface="Atkinson Hyperlegible"/>
                <a:cs typeface="Atkinson Hyperlegible"/>
              </a:defRPr>
            </a:lvl1pPr>
            <a:lvl2pPr algn="l">
              <a:defRPr sz="1725" b="0">
                <a:solidFill>
                  <a:srgbClr val="173F43"/>
                </a:solidFill>
                <a:latin typeface="Atkinson Hyperlegible"/>
                <a:ea typeface="Atkinson Hyperlegible"/>
                <a:cs typeface="Atkinson Hyperlegible"/>
              </a:defRPr>
            </a:lvl2pPr>
            <a:lvl3pPr algn="l">
              <a:defRPr sz="1725" b="0">
                <a:solidFill>
                  <a:srgbClr val="173F43"/>
                </a:solidFill>
                <a:latin typeface="Atkinson Hyperlegible"/>
                <a:ea typeface="Atkinson Hyperlegible"/>
                <a:cs typeface="Atkinson Hyperlegible"/>
              </a:defRPr>
            </a:lvl3pPr>
            <a:lvl4pPr algn="l">
              <a:defRPr sz="1725" b="0">
                <a:solidFill>
                  <a:srgbClr val="173F43"/>
                </a:solidFill>
                <a:latin typeface="Atkinson Hyperlegible"/>
                <a:ea typeface="Atkinson Hyperlegible"/>
                <a:cs typeface="Atkinson Hyperlegible"/>
              </a:defRPr>
            </a:lvl4pPr>
            <a:lvl5pPr algn="l">
              <a:defRPr sz="1725" b="0">
                <a:solidFill>
                  <a:srgbClr val="173F43"/>
                </a:solidFill>
                <a:latin typeface="Atkinson Hyperlegible"/>
                <a:ea typeface="Atkinson Hyperlegible"/>
                <a:cs typeface="Atkinson Hyperlegible"/>
              </a:defRPr>
            </a:lvl5pPr>
            <a:lvl6pPr algn="l">
              <a:defRPr sz="1725" b="0">
                <a:solidFill>
                  <a:srgbClr val="173F43"/>
                </a:solidFill>
                <a:latin typeface="Atkinson Hyperlegible"/>
                <a:ea typeface="Atkinson Hyperlegible"/>
                <a:cs typeface="Atkinson Hyperlegible"/>
              </a:defRPr>
            </a:lvl6pPr>
            <a:lvl7pPr algn="l">
              <a:defRPr sz="1725" b="0">
                <a:solidFill>
                  <a:srgbClr val="173F43"/>
                </a:solidFill>
                <a:latin typeface="Atkinson Hyperlegible"/>
                <a:ea typeface="Atkinson Hyperlegible"/>
                <a:cs typeface="Atkinson Hyperlegible"/>
              </a:defRPr>
            </a:lvl7pPr>
            <a:lvl8pPr algn="l">
              <a:defRPr sz="1725" b="0">
                <a:solidFill>
                  <a:srgbClr val="173F43"/>
                </a:solidFill>
                <a:latin typeface="Atkinson Hyperlegible"/>
                <a:ea typeface="Atkinson Hyperlegible"/>
                <a:cs typeface="Atkinson Hyperlegible"/>
              </a:defRPr>
            </a:lvl8pPr>
            <a:lvl9pPr algn="l">
              <a:defRPr sz="1725" b="0">
                <a:solidFill>
                  <a:srgbClr val="173F43"/>
                </a:solidFill>
                <a:latin typeface="Atkinson Hyperlegible"/>
                <a:ea typeface="Atkinson Hyperlegible"/>
                <a:cs typeface="Atkinson Hyperlegible"/>
              </a:defRPr>
            </a:lvl9pPr>
          </a:lstStyle>
          <a:p xmlns:a="http://schemas.openxmlformats.org/drawingml/2006/main">
            <a:pPr algn="l">
              <a:defRPr sz="1725" b="0">
                <a:solidFill>
                  <a:srgbClr val="173F43"/>
                </a:solidFill>
                <a:latin typeface="Atkinson Hyperlegible"/>
                <a:ea typeface="Atkinson Hyperlegible"/>
                <a:cs typeface="Atkinson Hyperlegible"/>
              </a:defRPr>
            </a:pPr>
            <a:r>
              <a:rPr sz="1725" b="0">
                <a:solidFill>
                  <a:srgbClr val="173F43"/>
                </a:solidFill>
                <a:latin typeface="Atkinson Hyperlegible"/>
                <a:ea typeface="Atkinson Hyperlegible"/>
                <a:cs typeface="Atkinson Hyperlegible"/>
              </a:rPr>
              <a:t>Chen, H., Zhuang, J., Zhou, G., Wang, Y., Sun, Z. and Levron, Y. (2023) “Emergency load shedding strategy for high renewable energy penetrated power systems based on deep reinforcement learning”, </a:t>
            </a:r>
            <a:r>
              <a:rPr sz="1725" b="0" i="1">
                <a:solidFill>
                  <a:srgbClr val="173F43"/>
                </a:solidFill>
                <a:latin typeface="Atkinson Hyperlegible"/>
                <a:ea typeface="Atkinson Hyperlegible"/>
                <a:cs typeface="Atkinson Hyperlegible"/>
              </a:rPr>
              <a:t>Energy Reports</a:t>
            </a:r>
            <a:r>
              <a:rPr sz="1725" b="0">
                <a:solidFill>
                  <a:srgbClr val="173F43"/>
                </a:solidFill>
                <a:latin typeface="Atkinson Hyperlegible"/>
                <a:ea typeface="Atkinson Hyperlegible"/>
                <a:cs typeface="Atkinson Hyperlegible"/>
              </a:rPr>
              <a:t>, 9, pp. 434–443. https://doi.org/10.1016/j.egyr.2023.03.027</a:t>
            </a:r>
          </a:p>
        </p:txBody>
      </p:sp>
      <p:sp>
        <p:nvSpPr>
          <p:cNvPr id="9" name="shape-193">
            <a:extLst xmlns:a="http://schemas.openxmlformats.org/drawingml/2006/main">
              <a:ext uri="{FF2B5EF4-FFF2-40B4-BE49-F238E27FC236}">
                <a16:creationId xmlns:a16="http://schemas.microsoft.com/office/drawing/2014/main" id="{C4D24083-AF42-48AD-963A-41BD926D69BD}"/>
              </a:ext>
            </a:extLst>
          </p:cNvPr>
          <p:cNvSpPr>
            <a:spLocks xmlns:a="http://schemas.openxmlformats.org/drawingml/2006/main" noGrp="1"/>
          </p:cNvSpPr>
          <p:nvPr/>
        </p:nvSpPr>
        <p:spPr>
          <a:xfrm xmlns:a="http://schemas.openxmlformats.org/drawingml/2006/main">
            <a:off x="609600" y="410527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73F43"/>
                </a:solidFill>
                <a:latin typeface="Atkinson Hyperlegible"/>
                <a:ea typeface="Atkinson Hyperlegible"/>
                <a:cs typeface="Atkinson Hyperlegible"/>
              </a:defRPr>
            </a:defPPr>
            <a:lvl1pPr algn="l">
              <a:defRPr sz="1725" b="0">
                <a:solidFill>
                  <a:srgbClr val="173F43"/>
                </a:solidFill>
                <a:latin typeface="Atkinson Hyperlegible"/>
                <a:ea typeface="Atkinson Hyperlegible"/>
                <a:cs typeface="Atkinson Hyperlegible"/>
              </a:defRPr>
            </a:lvl1pPr>
            <a:lvl2pPr algn="l">
              <a:defRPr sz="1725" b="0">
                <a:solidFill>
                  <a:srgbClr val="173F43"/>
                </a:solidFill>
                <a:latin typeface="Atkinson Hyperlegible"/>
                <a:ea typeface="Atkinson Hyperlegible"/>
                <a:cs typeface="Atkinson Hyperlegible"/>
              </a:defRPr>
            </a:lvl2pPr>
            <a:lvl3pPr algn="l">
              <a:defRPr sz="1725" b="0">
                <a:solidFill>
                  <a:srgbClr val="173F43"/>
                </a:solidFill>
                <a:latin typeface="Atkinson Hyperlegible"/>
                <a:ea typeface="Atkinson Hyperlegible"/>
                <a:cs typeface="Atkinson Hyperlegible"/>
              </a:defRPr>
            </a:lvl3pPr>
            <a:lvl4pPr algn="l">
              <a:defRPr sz="1725" b="0">
                <a:solidFill>
                  <a:srgbClr val="173F43"/>
                </a:solidFill>
                <a:latin typeface="Atkinson Hyperlegible"/>
                <a:ea typeface="Atkinson Hyperlegible"/>
                <a:cs typeface="Atkinson Hyperlegible"/>
              </a:defRPr>
            </a:lvl4pPr>
            <a:lvl5pPr algn="l">
              <a:defRPr sz="1725" b="0">
                <a:solidFill>
                  <a:srgbClr val="173F43"/>
                </a:solidFill>
                <a:latin typeface="Atkinson Hyperlegible"/>
                <a:ea typeface="Atkinson Hyperlegible"/>
                <a:cs typeface="Atkinson Hyperlegible"/>
              </a:defRPr>
            </a:lvl5pPr>
            <a:lvl6pPr algn="l">
              <a:defRPr sz="1725" b="0">
                <a:solidFill>
                  <a:srgbClr val="173F43"/>
                </a:solidFill>
                <a:latin typeface="Atkinson Hyperlegible"/>
                <a:ea typeface="Atkinson Hyperlegible"/>
                <a:cs typeface="Atkinson Hyperlegible"/>
              </a:defRPr>
            </a:lvl6pPr>
            <a:lvl7pPr algn="l">
              <a:defRPr sz="1725" b="0">
                <a:solidFill>
                  <a:srgbClr val="173F43"/>
                </a:solidFill>
                <a:latin typeface="Atkinson Hyperlegible"/>
                <a:ea typeface="Atkinson Hyperlegible"/>
                <a:cs typeface="Atkinson Hyperlegible"/>
              </a:defRPr>
            </a:lvl7pPr>
            <a:lvl8pPr algn="l">
              <a:defRPr sz="1725" b="0">
                <a:solidFill>
                  <a:srgbClr val="173F43"/>
                </a:solidFill>
                <a:latin typeface="Atkinson Hyperlegible"/>
                <a:ea typeface="Atkinson Hyperlegible"/>
                <a:cs typeface="Atkinson Hyperlegible"/>
              </a:defRPr>
            </a:lvl8pPr>
            <a:lvl9pPr algn="l">
              <a:defRPr sz="1725" b="0">
                <a:solidFill>
                  <a:srgbClr val="173F43"/>
                </a:solidFill>
                <a:latin typeface="Atkinson Hyperlegible"/>
                <a:ea typeface="Atkinson Hyperlegible"/>
                <a:cs typeface="Atkinson Hyperlegible"/>
              </a:defRPr>
            </a:lvl9pPr>
          </a:lstStyle>
          <a:p xmlns:a="http://schemas.openxmlformats.org/drawingml/2006/main">
            <a:pPr algn="l">
              <a:defRPr sz="1725" b="0">
                <a:solidFill>
                  <a:srgbClr val="173F43"/>
                </a:solidFill>
                <a:latin typeface="Atkinson Hyperlegible"/>
                <a:ea typeface="Atkinson Hyperlegible"/>
                <a:cs typeface="Atkinson Hyperlegible"/>
              </a:defRPr>
            </a:pPr>
            <a:r>
              <a:rPr sz="1725" b="0">
                <a:solidFill>
                  <a:srgbClr val="173F43"/>
                </a:solidFill>
                <a:latin typeface="Atkinson Hyperlegible"/>
                <a:ea typeface="Atkinson Hyperlegible"/>
                <a:cs typeface="Atkinson Hyperlegible"/>
              </a:rPr>
              <a:t>García, J. and Fernández, F. (2015) “A comprehensive survey on safe reinforcement learning”, </a:t>
            </a:r>
            <a:r>
              <a:rPr sz="1725" b="0" i="1">
                <a:solidFill>
                  <a:srgbClr val="173F43"/>
                </a:solidFill>
                <a:latin typeface="Atkinson Hyperlegible"/>
                <a:ea typeface="Atkinson Hyperlegible"/>
                <a:cs typeface="Atkinson Hyperlegible"/>
              </a:rPr>
              <a:t>JMLR</a:t>
            </a:r>
            <a:r>
              <a:rPr sz="1725" b="0">
                <a:solidFill>
                  <a:srgbClr val="173F43"/>
                </a:solidFill>
                <a:latin typeface="Atkinson Hyperlegible"/>
                <a:ea typeface="Atkinson Hyperlegible"/>
                <a:cs typeface="Atkinson Hyperlegible"/>
              </a:rPr>
              <a:t>, 16(42), pp. 1437–1480. https://jmlr.org/papers/v16/garcia15a.html</a:t>
            </a:r>
          </a:p>
        </p:txBody>
      </p:sp>
      <p:sp>
        <p:nvSpPr>
          <p:cNvPr id="10" name="shape-194">
            <a:extLst xmlns:a="http://schemas.openxmlformats.org/drawingml/2006/main">
              <a:ext uri="{FF2B5EF4-FFF2-40B4-BE49-F238E27FC236}">
                <a16:creationId xmlns:a16="http://schemas.microsoft.com/office/drawing/2014/main" id="{7EB84C01-472E-49A1-A464-193063221138}"/>
              </a:ext>
            </a:extLst>
          </p:cNvPr>
          <p:cNvSpPr>
            <a:spLocks xmlns:a="http://schemas.openxmlformats.org/drawingml/2006/main" noGrp="1"/>
          </p:cNvSpPr>
          <p:nvPr/>
        </p:nvSpPr>
        <p:spPr>
          <a:xfrm xmlns:a="http://schemas.openxmlformats.org/drawingml/2006/main">
            <a:off x="609600" y="513397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73F43"/>
                </a:solidFill>
                <a:latin typeface="Atkinson Hyperlegible"/>
                <a:ea typeface="Atkinson Hyperlegible"/>
                <a:cs typeface="Atkinson Hyperlegible"/>
              </a:defRPr>
            </a:defPPr>
            <a:lvl1pPr algn="l">
              <a:defRPr sz="1725" b="0">
                <a:solidFill>
                  <a:srgbClr val="173F43"/>
                </a:solidFill>
                <a:latin typeface="Atkinson Hyperlegible"/>
                <a:ea typeface="Atkinson Hyperlegible"/>
                <a:cs typeface="Atkinson Hyperlegible"/>
              </a:defRPr>
            </a:lvl1pPr>
            <a:lvl2pPr algn="l">
              <a:defRPr sz="1725" b="0">
                <a:solidFill>
                  <a:srgbClr val="173F43"/>
                </a:solidFill>
                <a:latin typeface="Atkinson Hyperlegible"/>
                <a:ea typeface="Atkinson Hyperlegible"/>
                <a:cs typeface="Atkinson Hyperlegible"/>
              </a:defRPr>
            </a:lvl2pPr>
            <a:lvl3pPr algn="l">
              <a:defRPr sz="1725" b="0">
                <a:solidFill>
                  <a:srgbClr val="173F43"/>
                </a:solidFill>
                <a:latin typeface="Atkinson Hyperlegible"/>
                <a:ea typeface="Atkinson Hyperlegible"/>
                <a:cs typeface="Atkinson Hyperlegible"/>
              </a:defRPr>
            </a:lvl3pPr>
            <a:lvl4pPr algn="l">
              <a:defRPr sz="1725" b="0">
                <a:solidFill>
                  <a:srgbClr val="173F43"/>
                </a:solidFill>
                <a:latin typeface="Atkinson Hyperlegible"/>
                <a:ea typeface="Atkinson Hyperlegible"/>
                <a:cs typeface="Atkinson Hyperlegible"/>
              </a:defRPr>
            </a:lvl4pPr>
            <a:lvl5pPr algn="l">
              <a:defRPr sz="1725" b="0">
                <a:solidFill>
                  <a:srgbClr val="173F43"/>
                </a:solidFill>
                <a:latin typeface="Atkinson Hyperlegible"/>
                <a:ea typeface="Atkinson Hyperlegible"/>
                <a:cs typeface="Atkinson Hyperlegible"/>
              </a:defRPr>
            </a:lvl5pPr>
            <a:lvl6pPr algn="l">
              <a:defRPr sz="1725" b="0">
                <a:solidFill>
                  <a:srgbClr val="173F43"/>
                </a:solidFill>
                <a:latin typeface="Atkinson Hyperlegible"/>
                <a:ea typeface="Atkinson Hyperlegible"/>
                <a:cs typeface="Atkinson Hyperlegible"/>
              </a:defRPr>
            </a:lvl6pPr>
            <a:lvl7pPr algn="l">
              <a:defRPr sz="1725" b="0">
                <a:solidFill>
                  <a:srgbClr val="173F43"/>
                </a:solidFill>
                <a:latin typeface="Atkinson Hyperlegible"/>
                <a:ea typeface="Atkinson Hyperlegible"/>
                <a:cs typeface="Atkinson Hyperlegible"/>
              </a:defRPr>
            </a:lvl7pPr>
            <a:lvl8pPr algn="l">
              <a:defRPr sz="1725" b="0">
                <a:solidFill>
                  <a:srgbClr val="173F43"/>
                </a:solidFill>
                <a:latin typeface="Atkinson Hyperlegible"/>
                <a:ea typeface="Atkinson Hyperlegible"/>
                <a:cs typeface="Atkinson Hyperlegible"/>
              </a:defRPr>
            </a:lvl8pPr>
            <a:lvl9pPr algn="l">
              <a:defRPr sz="1725" b="0">
                <a:solidFill>
                  <a:srgbClr val="173F43"/>
                </a:solidFill>
                <a:latin typeface="Atkinson Hyperlegible"/>
                <a:ea typeface="Atkinson Hyperlegible"/>
                <a:cs typeface="Atkinson Hyperlegible"/>
              </a:defRPr>
            </a:lvl9pPr>
          </a:lstStyle>
          <a:p xmlns:a="http://schemas.openxmlformats.org/drawingml/2006/main">
            <a:pPr algn="l">
              <a:defRPr sz="1725" b="0">
                <a:solidFill>
                  <a:srgbClr val="173F43"/>
                </a:solidFill>
                <a:latin typeface="Atkinson Hyperlegible"/>
                <a:ea typeface="Atkinson Hyperlegible"/>
                <a:cs typeface="Atkinson Hyperlegible"/>
              </a:defRPr>
            </a:pPr>
            <a:r>
              <a:rPr sz="1725" b="0">
                <a:solidFill>
                  <a:srgbClr val="173F43"/>
                </a:solidFill>
                <a:latin typeface="Atkinson Hyperlegible"/>
                <a:ea typeface="Atkinson Hyperlegible"/>
                <a:cs typeface="Atkinson Hyperlegible"/>
              </a:rPr>
              <a:t>Huang, S. and Ontañón, S. (2022) “A closer look at invalid action masking in policy gradient algorithms”, </a:t>
            </a:r>
            <a:r>
              <a:rPr sz="1725" b="0" i="1">
                <a:solidFill>
                  <a:srgbClr val="173F43"/>
                </a:solidFill>
                <a:latin typeface="Atkinson Hyperlegible"/>
                <a:ea typeface="Atkinson Hyperlegible"/>
                <a:cs typeface="Atkinson Hyperlegible"/>
              </a:rPr>
              <a:t>FLAIRS Conference Proceedings</a:t>
            </a:r>
            <a:r>
              <a:rPr sz="1725" b="0">
                <a:solidFill>
                  <a:srgbClr val="173F43"/>
                </a:solidFill>
                <a:latin typeface="Atkinson Hyperlegible"/>
                <a:ea typeface="Atkinson Hyperlegible"/>
                <a:cs typeface="Atkinson Hyperlegible"/>
              </a:rPr>
              <a:t>, 35. https://doi.org/10.32473/flairs.v35i.130584</a:t>
            </a:r>
          </a:p>
        </p:txBody>
      </p:sp>
    </p:spTree>
    <p:extLst>
      <p:ext uri="{BB962C8B-B14F-4D97-AF65-F5344CB8AC3E}">
        <p14:creationId xmlns:p14="http://schemas.microsoft.com/office/powerpoint/2010/main" val="1059315342"/>
      </p:ext>
    </p:extLst>
  </p:cSld>
</p:sld>
</file>

<file path=ppt/slides/slide24.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10" name="shape-195">
            <a:extLst xmlns:a="http://schemas.openxmlformats.org/drawingml/2006/main">
              <a:ext uri="{FF2B5EF4-FFF2-40B4-BE49-F238E27FC236}">
                <a16:creationId xmlns:a16="http://schemas.microsoft.com/office/drawing/2014/main" id="{4D3269D8-88B9-452B-AAAC-41529E884D50}"/>
              </a:ext>
            </a:extLst>
          </p:cNvPr>
          <p:cNvSpPr>
            <a:spLocks xmlns:a="http://schemas.openxmlformats.org/drawingml/2006/main" noGrp="1"/>
          </p:cNvSpPr>
          <p:nvPr/>
        </p:nvSpPr>
        <p:spPr>
          <a:xfrm xmlns:a="http://schemas.openxmlformats.org/drawingml/2006/main">
            <a:off x="609600" y="266700"/>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37B73"/>
                </a:solidFill>
                <a:latin typeface="Atkinson Hyperlegible"/>
                <a:ea typeface="Atkinson Hyperlegible"/>
                <a:cs typeface="Atkinson Hyperlegible"/>
              </a:defRPr>
            </a:defPPr>
            <a:lvl1pPr algn="l">
              <a:defRPr sz="1350" b="1">
                <a:solidFill>
                  <a:srgbClr val="137B73"/>
                </a:solidFill>
                <a:latin typeface="Atkinson Hyperlegible"/>
                <a:ea typeface="Atkinson Hyperlegible"/>
                <a:cs typeface="Atkinson Hyperlegible"/>
              </a:defRPr>
            </a:lvl1pPr>
            <a:lvl2pPr algn="l">
              <a:defRPr sz="1350" b="1">
                <a:solidFill>
                  <a:srgbClr val="137B73"/>
                </a:solidFill>
                <a:latin typeface="Atkinson Hyperlegible"/>
                <a:ea typeface="Atkinson Hyperlegible"/>
                <a:cs typeface="Atkinson Hyperlegible"/>
              </a:defRPr>
            </a:lvl2pPr>
            <a:lvl3pPr algn="l">
              <a:defRPr sz="1350" b="1">
                <a:solidFill>
                  <a:srgbClr val="137B73"/>
                </a:solidFill>
                <a:latin typeface="Atkinson Hyperlegible"/>
                <a:ea typeface="Atkinson Hyperlegible"/>
                <a:cs typeface="Atkinson Hyperlegible"/>
              </a:defRPr>
            </a:lvl3pPr>
            <a:lvl4pPr algn="l">
              <a:defRPr sz="1350" b="1">
                <a:solidFill>
                  <a:srgbClr val="137B73"/>
                </a:solidFill>
                <a:latin typeface="Atkinson Hyperlegible"/>
                <a:ea typeface="Atkinson Hyperlegible"/>
                <a:cs typeface="Atkinson Hyperlegible"/>
              </a:defRPr>
            </a:lvl4pPr>
            <a:lvl5pPr algn="l">
              <a:defRPr sz="1350" b="1">
                <a:solidFill>
                  <a:srgbClr val="137B73"/>
                </a:solidFill>
                <a:latin typeface="Atkinson Hyperlegible"/>
                <a:ea typeface="Atkinson Hyperlegible"/>
                <a:cs typeface="Atkinson Hyperlegible"/>
              </a:defRPr>
            </a:lvl5pPr>
            <a:lvl6pPr algn="l">
              <a:defRPr sz="1350" b="1">
                <a:solidFill>
                  <a:srgbClr val="137B73"/>
                </a:solidFill>
                <a:latin typeface="Atkinson Hyperlegible"/>
                <a:ea typeface="Atkinson Hyperlegible"/>
                <a:cs typeface="Atkinson Hyperlegible"/>
              </a:defRPr>
            </a:lvl6pPr>
            <a:lvl7pPr algn="l">
              <a:defRPr sz="1350" b="1">
                <a:solidFill>
                  <a:srgbClr val="137B73"/>
                </a:solidFill>
                <a:latin typeface="Atkinson Hyperlegible"/>
                <a:ea typeface="Atkinson Hyperlegible"/>
                <a:cs typeface="Atkinson Hyperlegible"/>
              </a:defRPr>
            </a:lvl7pPr>
            <a:lvl8pPr algn="l">
              <a:defRPr sz="1350" b="1">
                <a:solidFill>
                  <a:srgbClr val="137B73"/>
                </a:solidFill>
                <a:latin typeface="Atkinson Hyperlegible"/>
                <a:ea typeface="Atkinson Hyperlegible"/>
                <a:cs typeface="Atkinson Hyperlegible"/>
              </a:defRPr>
            </a:lvl8pPr>
            <a:lvl9pPr algn="l">
              <a:defRPr sz="1350" b="1">
                <a:solidFill>
                  <a:srgbClr val="137B73"/>
                </a:solidFill>
                <a:latin typeface="Atkinson Hyperlegible"/>
                <a:ea typeface="Atkinson Hyperlegible"/>
                <a:cs typeface="Atkinson Hyperlegible"/>
              </a:defRPr>
            </a:lvl9pPr>
          </a:lstStyle>
          <a:p xmlns:a="http://schemas.openxmlformats.org/drawingml/2006/main">
            <a:pPr algn="l">
              <a:defRPr sz="1350" b="1">
                <a:solidFill>
                  <a:srgbClr val="137B73"/>
                </a:solidFill>
                <a:latin typeface="Atkinson Hyperlegible"/>
                <a:ea typeface="Atkinson Hyperlegible"/>
                <a:cs typeface="Atkinson Hyperlegible"/>
              </a:defRPr>
            </a:pPr>
            <a:r>
              <a:rPr sz="1350" b="1">
                <a:solidFill>
                  <a:srgbClr val="137B73"/>
                </a:solidFill>
                <a:latin typeface="Atkinson Hyperlegible"/>
                <a:ea typeface="Atkinson Hyperlegible"/>
                <a:cs typeface="Atkinson Hyperlegible"/>
              </a:rPr>
              <a:t>GridGuard Khartoum</a:t>
            </a:r>
          </a:p>
        </p:txBody>
      </p:sp>
      <p:sp>
        <p:nvSpPr>
          <p:cNvPr id="2" name="shape-196">
            <a:extLst xmlns:a="http://schemas.openxmlformats.org/drawingml/2006/main">
              <a:ext uri="{FF2B5EF4-FFF2-40B4-BE49-F238E27FC236}">
                <a16:creationId xmlns:a16="http://schemas.microsoft.com/office/drawing/2014/main" id="{8DAFA125-E3AC-4BE4-AF34-425790BDBCE4}"/>
              </a:ext>
            </a:extLst>
          </p:cNvPr>
          <p:cNvSpPr>
            <a:spLocks xmlns:a="http://schemas.openxmlformats.org/drawingml/2006/main" noGrp="1"/>
          </p:cNvSpPr>
          <p:nvPr/>
        </p:nvSpPr>
        <p:spPr>
          <a:xfrm xmlns:a="http://schemas.openxmlformats.org/drawingml/2006/main">
            <a:off x="609600" y="7334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3F43"/>
                </a:solidFill>
                <a:latin typeface="Atkinson Hyperlegible"/>
                <a:ea typeface="Atkinson Hyperlegible"/>
                <a:cs typeface="Atkinson Hyperlegible"/>
              </a:defRPr>
            </a:defPPr>
            <a:lvl1pPr algn="l">
              <a:defRPr sz="3150" b="1">
                <a:solidFill>
                  <a:srgbClr val="173F43"/>
                </a:solidFill>
                <a:latin typeface="Atkinson Hyperlegible"/>
                <a:ea typeface="Atkinson Hyperlegible"/>
                <a:cs typeface="Atkinson Hyperlegible"/>
              </a:defRPr>
            </a:lvl1pPr>
            <a:lvl2pPr algn="l">
              <a:defRPr sz="3150" b="1">
                <a:solidFill>
                  <a:srgbClr val="173F43"/>
                </a:solidFill>
                <a:latin typeface="Atkinson Hyperlegible"/>
                <a:ea typeface="Atkinson Hyperlegible"/>
                <a:cs typeface="Atkinson Hyperlegible"/>
              </a:defRPr>
            </a:lvl2pPr>
            <a:lvl3pPr algn="l">
              <a:defRPr sz="3150" b="1">
                <a:solidFill>
                  <a:srgbClr val="173F43"/>
                </a:solidFill>
                <a:latin typeface="Atkinson Hyperlegible"/>
                <a:ea typeface="Atkinson Hyperlegible"/>
                <a:cs typeface="Atkinson Hyperlegible"/>
              </a:defRPr>
            </a:lvl3pPr>
            <a:lvl4pPr algn="l">
              <a:defRPr sz="3150" b="1">
                <a:solidFill>
                  <a:srgbClr val="173F43"/>
                </a:solidFill>
                <a:latin typeface="Atkinson Hyperlegible"/>
                <a:ea typeface="Atkinson Hyperlegible"/>
                <a:cs typeface="Atkinson Hyperlegible"/>
              </a:defRPr>
            </a:lvl4pPr>
            <a:lvl5pPr algn="l">
              <a:defRPr sz="3150" b="1">
                <a:solidFill>
                  <a:srgbClr val="173F43"/>
                </a:solidFill>
                <a:latin typeface="Atkinson Hyperlegible"/>
                <a:ea typeface="Atkinson Hyperlegible"/>
                <a:cs typeface="Atkinson Hyperlegible"/>
              </a:defRPr>
            </a:lvl5pPr>
            <a:lvl6pPr algn="l">
              <a:defRPr sz="3150" b="1">
                <a:solidFill>
                  <a:srgbClr val="173F43"/>
                </a:solidFill>
                <a:latin typeface="Atkinson Hyperlegible"/>
                <a:ea typeface="Atkinson Hyperlegible"/>
                <a:cs typeface="Atkinson Hyperlegible"/>
              </a:defRPr>
            </a:lvl6pPr>
            <a:lvl7pPr algn="l">
              <a:defRPr sz="3150" b="1">
                <a:solidFill>
                  <a:srgbClr val="173F43"/>
                </a:solidFill>
                <a:latin typeface="Atkinson Hyperlegible"/>
                <a:ea typeface="Atkinson Hyperlegible"/>
                <a:cs typeface="Atkinson Hyperlegible"/>
              </a:defRPr>
            </a:lvl7pPr>
            <a:lvl8pPr algn="l">
              <a:defRPr sz="3150" b="1">
                <a:solidFill>
                  <a:srgbClr val="173F43"/>
                </a:solidFill>
                <a:latin typeface="Atkinson Hyperlegible"/>
                <a:ea typeface="Atkinson Hyperlegible"/>
                <a:cs typeface="Atkinson Hyperlegible"/>
              </a:defRPr>
            </a:lvl8pPr>
            <a:lvl9pPr algn="l">
              <a:defRPr sz="3150" b="1">
                <a:solidFill>
                  <a:srgbClr val="173F43"/>
                </a:solidFill>
                <a:latin typeface="Atkinson Hyperlegible"/>
                <a:ea typeface="Atkinson Hyperlegible"/>
                <a:cs typeface="Atkinson Hyperlegible"/>
              </a:defRPr>
            </a:lvl9pPr>
          </a:lstStyle>
          <a:p xmlns:a="http://schemas.openxmlformats.org/drawingml/2006/main">
            <a:pPr algn="l">
              <a:defRPr sz="3150" b="1">
                <a:solidFill>
                  <a:srgbClr val="173F43"/>
                </a:solidFill>
                <a:latin typeface="Atkinson Hyperlegible"/>
                <a:ea typeface="Atkinson Hyperlegible"/>
                <a:cs typeface="Atkinson Hyperlegible"/>
              </a:defRPr>
            </a:pPr>
            <a:r>
              <a:rPr sz="3150" b="1">
                <a:solidFill>
                  <a:srgbClr val="173F43"/>
                </a:solidFill>
                <a:latin typeface="Atkinson Hyperlegible"/>
                <a:ea typeface="Atkinson Hyperlegible"/>
                <a:cs typeface="Atkinson Hyperlegible"/>
              </a:rPr>
              <a:t>References 2 of 2</a:t>
            </a:r>
          </a:p>
        </p:txBody>
      </p:sp>
      <p:sp>
        <p:nvSpPr>
          <p:cNvPr id="3" name="shape-197">
            <a:extLst xmlns:a="http://schemas.openxmlformats.org/drawingml/2006/main">
              <a:ext uri="{FF2B5EF4-FFF2-40B4-BE49-F238E27FC236}">
                <a16:creationId xmlns:a16="http://schemas.microsoft.com/office/drawing/2014/main" id="{47AB3C58-3EED-4853-ABE2-737D9A2D066A}"/>
              </a:ext>
            </a:extLst>
          </p:cNvPr>
          <p:cNvSpPr>
            <a:spLocks xmlns:a="http://schemas.openxmlformats.org/drawingml/2006/main" noGrp="1"/>
          </p:cNvSpPr>
          <p:nvPr/>
        </p:nvSpPr>
        <p:spPr>
          <a:xfrm xmlns:a="http://schemas.openxmlformats.org/drawingml/2006/main">
            <a:off x="609600" y="136207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787A"/>
                </a:solidFill>
                <a:latin typeface="Atkinson Hyperlegible"/>
                <a:ea typeface="Atkinson Hyperlegible"/>
                <a:cs typeface="Atkinson Hyperlegible"/>
              </a:defRPr>
            </a:defPPr>
            <a:lvl1pPr algn="l">
              <a:defRPr sz="1725" b="0">
                <a:solidFill>
                  <a:srgbClr val="58787A"/>
                </a:solidFill>
                <a:latin typeface="Atkinson Hyperlegible"/>
                <a:ea typeface="Atkinson Hyperlegible"/>
                <a:cs typeface="Atkinson Hyperlegible"/>
              </a:defRPr>
            </a:lvl1pPr>
            <a:lvl2pPr algn="l">
              <a:defRPr sz="1725" b="0">
                <a:solidFill>
                  <a:srgbClr val="58787A"/>
                </a:solidFill>
                <a:latin typeface="Atkinson Hyperlegible"/>
                <a:ea typeface="Atkinson Hyperlegible"/>
                <a:cs typeface="Atkinson Hyperlegible"/>
              </a:defRPr>
            </a:lvl2pPr>
            <a:lvl3pPr algn="l">
              <a:defRPr sz="1725" b="0">
                <a:solidFill>
                  <a:srgbClr val="58787A"/>
                </a:solidFill>
                <a:latin typeface="Atkinson Hyperlegible"/>
                <a:ea typeface="Atkinson Hyperlegible"/>
                <a:cs typeface="Atkinson Hyperlegible"/>
              </a:defRPr>
            </a:lvl3pPr>
            <a:lvl4pPr algn="l">
              <a:defRPr sz="1725" b="0">
                <a:solidFill>
                  <a:srgbClr val="58787A"/>
                </a:solidFill>
                <a:latin typeface="Atkinson Hyperlegible"/>
                <a:ea typeface="Atkinson Hyperlegible"/>
                <a:cs typeface="Atkinson Hyperlegible"/>
              </a:defRPr>
            </a:lvl4pPr>
            <a:lvl5pPr algn="l">
              <a:defRPr sz="1725" b="0">
                <a:solidFill>
                  <a:srgbClr val="58787A"/>
                </a:solidFill>
                <a:latin typeface="Atkinson Hyperlegible"/>
                <a:ea typeface="Atkinson Hyperlegible"/>
                <a:cs typeface="Atkinson Hyperlegible"/>
              </a:defRPr>
            </a:lvl5pPr>
            <a:lvl6pPr algn="l">
              <a:defRPr sz="1725" b="0">
                <a:solidFill>
                  <a:srgbClr val="58787A"/>
                </a:solidFill>
                <a:latin typeface="Atkinson Hyperlegible"/>
                <a:ea typeface="Atkinson Hyperlegible"/>
                <a:cs typeface="Atkinson Hyperlegible"/>
              </a:defRPr>
            </a:lvl6pPr>
            <a:lvl7pPr algn="l">
              <a:defRPr sz="1725" b="0">
                <a:solidFill>
                  <a:srgbClr val="58787A"/>
                </a:solidFill>
                <a:latin typeface="Atkinson Hyperlegible"/>
                <a:ea typeface="Atkinson Hyperlegible"/>
                <a:cs typeface="Atkinson Hyperlegible"/>
              </a:defRPr>
            </a:lvl7pPr>
            <a:lvl8pPr algn="l">
              <a:defRPr sz="1725" b="0">
                <a:solidFill>
                  <a:srgbClr val="58787A"/>
                </a:solidFill>
                <a:latin typeface="Atkinson Hyperlegible"/>
                <a:ea typeface="Atkinson Hyperlegible"/>
                <a:cs typeface="Atkinson Hyperlegible"/>
              </a:defRPr>
            </a:lvl8pPr>
            <a:lvl9pPr algn="l">
              <a:defRPr sz="1725" b="0">
                <a:solidFill>
                  <a:srgbClr val="58787A"/>
                </a:solidFill>
                <a:latin typeface="Atkinson Hyperlegible"/>
                <a:ea typeface="Atkinson Hyperlegible"/>
                <a:cs typeface="Atkinson Hyperlegible"/>
              </a:defRPr>
            </a:lvl9pPr>
          </a:lstStyle>
          <a:p xmlns:a="http://schemas.openxmlformats.org/drawingml/2006/main">
            <a:pPr algn="l">
              <a:defRPr sz="1725" b="0">
                <a:solidFill>
                  <a:srgbClr val="58787A"/>
                </a:solidFill>
                <a:latin typeface="Atkinson Hyperlegible"/>
                <a:ea typeface="Atkinson Hyperlegible"/>
                <a:cs typeface="Atkinson Hyperlegible"/>
              </a:defRPr>
            </a:pPr>
            <a:r>
              <a:rPr sz="1725" b="0">
                <a:solidFill>
                  <a:srgbClr val="58787A"/>
                </a:solidFill>
                <a:latin typeface="Atkinson Hyperlegible"/>
                <a:ea typeface="Atkinson Hyperlegible"/>
                <a:cs typeface="Atkinson Hyperlegible"/>
              </a:rPr>
              <a:t>Alphabetized author-date references</a:t>
            </a:r>
          </a:p>
        </p:txBody>
      </p:sp>
      <p:sp>
        <p:nvSpPr>
          <p:cNvPr id="4" name="shape-198">
            <a:extLst xmlns:a="http://schemas.openxmlformats.org/drawingml/2006/main">
              <a:ext uri="{FF2B5EF4-FFF2-40B4-BE49-F238E27FC236}">
                <a16:creationId xmlns:a16="http://schemas.microsoft.com/office/drawing/2014/main" id="{C656909A-34E2-44DF-8090-3DC0EC29388D}"/>
              </a:ext>
            </a:extLst>
          </p:cNvPr>
          <p:cNvSpPr>
            <a:spLocks xmlns:a="http://schemas.openxmlformats.org/drawingml/2006/main" noGrp="1"/>
          </p:cNvSpPr>
          <p:nvPr/>
        </p:nvSpPr>
        <p:spPr>
          <a:xfrm xmlns:a="http://schemas.openxmlformats.org/drawingml/2006/main">
            <a:off x="609600" y="6448425"/>
            <a:ext cx="10972800" cy="9525"/>
          </a:xfrm>
          <a:prstGeom xmlns:a="http://schemas.openxmlformats.org/drawingml/2006/main" prst="rect">
            <a:avLst/>
          </a:prstGeom>
          <a:solidFill xmlns:a="http://schemas.openxmlformats.org/drawingml/2006/main">
            <a:srgbClr val="D8E5DF"/>
          </a:solidFill>
          <a:ln xmlns:a="http://schemas.openxmlformats.org/drawingml/2006/main" w="0">
            <a:noFill/>
          </a:ln>
        </p:spPr>
      </p:sp>
      <p:sp>
        <p:nvSpPr>
          <p:cNvPr id="5" name="shape-199">
            <a:extLst xmlns:a="http://schemas.openxmlformats.org/drawingml/2006/main">
              <a:ext uri="{FF2B5EF4-FFF2-40B4-BE49-F238E27FC236}">
                <a16:creationId xmlns:a16="http://schemas.microsoft.com/office/drawing/2014/main" id="{A56F40A5-DCCB-4AEB-AF7A-04CAAAC22C00}"/>
              </a:ext>
            </a:extLst>
          </p:cNvPr>
          <p:cNvSpPr>
            <a:spLocks xmlns:a="http://schemas.openxmlformats.org/drawingml/2006/main" noGrp="1"/>
          </p:cNvSpPr>
          <p:nvPr/>
        </p:nvSpPr>
        <p:spPr>
          <a:xfrm xmlns:a="http://schemas.openxmlformats.org/drawingml/2006/main">
            <a:off x="609600" y="6543675"/>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8787A"/>
                </a:solidFill>
                <a:latin typeface="Atkinson Hyperlegible"/>
                <a:ea typeface="Atkinson Hyperlegible"/>
                <a:cs typeface="Atkinson Hyperlegible"/>
              </a:defRPr>
            </a:defPPr>
            <a:lvl1pPr algn="l">
              <a:defRPr sz="1050" b="0">
                <a:solidFill>
                  <a:srgbClr val="58787A"/>
                </a:solidFill>
                <a:latin typeface="Atkinson Hyperlegible"/>
                <a:ea typeface="Atkinson Hyperlegible"/>
                <a:cs typeface="Atkinson Hyperlegible"/>
              </a:defRPr>
            </a:lvl1pPr>
            <a:lvl2pPr algn="l">
              <a:defRPr sz="1050" b="0">
                <a:solidFill>
                  <a:srgbClr val="58787A"/>
                </a:solidFill>
                <a:latin typeface="Atkinson Hyperlegible"/>
                <a:ea typeface="Atkinson Hyperlegible"/>
                <a:cs typeface="Atkinson Hyperlegible"/>
              </a:defRPr>
            </a:lvl2pPr>
            <a:lvl3pPr algn="l">
              <a:defRPr sz="1050" b="0">
                <a:solidFill>
                  <a:srgbClr val="58787A"/>
                </a:solidFill>
                <a:latin typeface="Atkinson Hyperlegible"/>
                <a:ea typeface="Atkinson Hyperlegible"/>
                <a:cs typeface="Atkinson Hyperlegible"/>
              </a:defRPr>
            </a:lvl3pPr>
            <a:lvl4pPr algn="l">
              <a:defRPr sz="1050" b="0">
                <a:solidFill>
                  <a:srgbClr val="58787A"/>
                </a:solidFill>
                <a:latin typeface="Atkinson Hyperlegible"/>
                <a:ea typeface="Atkinson Hyperlegible"/>
                <a:cs typeface="Atkinson Hyperlegible"/>
              </a:defRPr>
            </a:lvl4pPr>
            <a:lvl5pPr algn="l">
              <a:defRPr sz="1050" b="0">
                <a:solidFill>
                  <a:srgbClr val="58787A"/>
                </a:solidFill>
                <a:latin typeface="Atkinson Hyperlegible"/>
                <a:ea typeface="Atkinson Hyperlegible"/>
                <a:cs typeface="Atkinson Hyperlegible"/>
              </a:defRPr>
            </a:lvl5pPr>
            <a:lvl6pPr algn="l">
              <a:defRPr sz="1050" b="0">
                <a:solidFill>
                  <a:srgbClr val="58787A"/>
                </a:solidFill>
                <a:latin typeface="Atkinson Hyperlegible"/>
                <a:ea typeface="Atkinson Hyperlegible"/>
                <a:cs typeface="Atkinson Hyperlegible"/>
              </a:defRPr>
            </a:lvl6pPr>
            <a:lvl7pPr algn="l">
              <a:defRPr sz="1050" b="0">
                <a:solidFill>
                  <a:srgbClr val="58787A"/>
                </a:solidFill>
                <a:latin typeface="Atkinson Hyperlegible"/>
                <a:ea typeface="Atkinson Hyperlegible"/>
                <a:cs typeface="Atkinson Hyperlegible"/>
              </a:defRPr>
            </a:lvl7pPr>
            <a:lvl8pPr algn="l">
              <a:defRPr sz="1050" b="0">
                <a:solidFill>
                  <a:srgbClr val="58787A"/>
                </a:solidFill>
                <a:latin typeface="Atkinson Hyperlegible"/>
                <a:ea typeface="Atkinson Hyperlegible"/>
                <a:cs typeface="Atkinson Hyperlegible"/>
              </a:defRPr>
            </a:lvl8pPr>
            <a:lvl9pPr algn="l">
              <a:defRPr sz="1050" b="0">
                <a:solidFill>
                  <a:srgbClr val="58787A"/>
                </a:solidFill>
                <a:latin typeface="Atkinson Hyperlegible"/>
                <a:ea typeface="Atkinson Hyperlegible"/>
                <a:cs typeface="Atkinson Hyperlegible"/>
              </a:defRPr>
            </a:lvl9pPr>
          </a:lstStyle>
          <a:p xmlns:a="http://schemas.openxmlformats.org/drawingml/2006/main">
            <a:pPr algn="l">
              <a:defRPr sz="1050" b="0">
                <a:solidFill>
                  <a:srgbClr val="58787A"/>
                </a:solidFill>
                <a:latin typeface="Atkinson Hyperlegible"/>
                <a:ea typeface="Atkinson Hyperlegible"/>
                <a:cs typeface="Atkinson Hyperlegible"/>
              </a:defRPr>
            </a:pPr>
            <a:r>
              <a:rPr sz="1050" b="0">
                <a:solidFill>
                  <a:srgbClr val="58787A"/>
                </a:solidFill>
                <a:latin typeface="Atkinson Hyperlegible"/>
                <a:ea typeface="Atkinson Hyperlegible"/>
                <a:cs typeface="Atkinson Hyperlegible"/>
              </a:rPr>
              <a:t>Synthetic scenarios. Decision support only.</a:t>
            </a:r>
          </a:p>
        </p:txBody>
      </p:sp>
      <p:sp>
        <p:nvSpPr>
          <p:cNvPr id="6" name="shape-200">
            <a:extLst xmlns:a="http://schemas.openxmlformats.org/drawingml/2006/main">
              <a:ext uri="{FF2B5EF4-FFF2-40B4-BE49-F238E27FC236}">
                <a16:creationId xmlns:a16="http://schemas.microsoft.com/office/drawing/2014/main" id="{9A0B4CE9-DDAE-41D5-80E7-8E3C20E02466}"/>
              </a:ext>
            </a:extLst>
          </p:cNvPr>
          <p:cNvSpPr>
            <a:spLocks xmlns:a="http://schemas.openxmlformats.org/drawingml/2006/main" noGrp="1"/>
          </p:cNvSpPr>
          <p:nvPr/>
        </p:nvSpPr>
        <p:spPr>
          <a:xfrm xmlns:a="http://schemas.openxmlformats.org/drawingml/2006/main">
            <a:off x="11001375" y="6515100"/>
            <a:ext cx="581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137B73"/>
                </a:solidFill>
                <a:latin typeface="Atkinson Hyperlegible"/>
                <a:ea typeface="Atkinson Hyperlegible"/>
                <a:cs typeface="Atkinson Hyperlegible"/>
              </a:defRPr>
            </a:defPPr>
            <a:lvl1pPr algn="r">
              <a:defRPr sz="1275" b="0">
                <a:solidFill>
                  <a:srgbClr val="137B73"/>
                </a:solidFill>
                <a:latin typeface="Atkinson Hyperlegible"/>
                <a:ea typeface="Atkinson Hyperlegible"/>
                <a:cs typeface="Atkinson Hyperlegible"/>
              </a:defRPr>
            </a:lvl1pPr>
            <a:lvl2pPr algn="r">
              <a:defRPr sz="1275" b="0">
                <a:solidFill>
                  <a:srgbClr val="137B73"/>
                </a:solidFill>
                <a:latin typeface="Atkinson Hyperlegible"/>
                <a:ea typeface="Atkinson Hyperlegible"/>
                <a:cs typeface="Atkinson Hyperlegible"/>
              </a:defRPr>
            </a:lvl2pPr>
            <a:lvl3pPr algn="r">
              <a:defRPr sz="1275" b="0">
                <a:solidFill>
                  <a:srgbClr val="137B73"/>
                </a:solidFill>
                <a:latin typeface="Atkinson Hyperlegible"/>
                <a:ea typeface="Atkinson Hyperlegible"/>
                <a:cs typeface="Atkinson Hyperlegible"/>
              </a:defRPr>
            </a:lvl3pPr>
            <a:lvl4pPr algn="r">
              <a:defRPr sz="1275" b="0">
                <a:solidFill>
                  <a:srgbClr val="137B73"/>
                </a:solidFill>
                <a:latin typeface="Atkinson Hyperlegible"/>
                <a:ea typeface="Atkinson Hyperlegible"/>
                <a:cs typeface="Atkinson Hyperlegible"/>
              </a:defRPr>
            </a:lvl4pPr>
            <a:lvl5pPr algn="r">
              <a:defRPr sz="1275" b="0">
                <a:solidFill>
                  <a:srgbClr val="137B73"/>
                </a:solidFill>
                <a:latin typeface="Atkinson Hyperlegible"/>
                <a:ea typeface="Atkinson Hyperlegible"/>
                <a:cs typeface="Atkinson Hyperlegible"/>
              </a:defRPr>
            </a:lvl5pPr>
            <a:lvl6pPr algn="r">
              <a:defRPr sz="1275" b="0">
                <a:solidFill>
                  <a:srgbClr val="137B73"/>
                </a:solidFill>
                <a:latin typeface="Atkinson Hyperlegible"/>
                <a:ea typeface="Atkinson Hyperlegible"/>
                <a:cs typeface="Atkinson Hyperlegible"/>
              </a:defRPr>
            </a:lvl6pPr>
            <a:lvl7pPr algn="r">
              <a:defRPr sz="1275" b="0">
                <a:solidFill>
                  <a:srgbClr val="137B73"/>
                </a:solidFill>
                <a:latin typeface="Atkinson Hyperlegible"/>
                <a:ea typeface="Atkinson Hyperlegible"/>
                <a:cs typeface="Atkinson Hyperlegible"/>
              </a:defRPr>
            </a:lvl7pPr>
            <a:lvl8pPr algn="r">
              <a:defRPr sz="1275" b="0">
                <a:solidFill>
                  <a:srgbClr val="137B73"/>
                </a:solidFill>
                <a:latin typeface="Atkinson Hyperlegible"/>
                <a:ea typeface="Atkinson Hyperlegible"/>
                <a:cs typeface="Atkinson Hyperlegible"/>
              </a:defRPr>
            </a:lvl8pPr>
            <a:lvl9pPr algn="r">
              <a:defRPr sz="1275" b="0">
                <a:solidFill>
                  <a:srgbClr val="137B73"/>
                </a:solidFill>
                <a:latin typeface="Atkinson Hyperlegible"/>
                <a:ea typeface="Atkinson Hyperlegible"/>
                <a:cs typeface="Atkinson Hyperlegible"/>
              </a:defRPr>
            </a:lvl9pPr>
          </a:lstStyle>
          <a:p xmlns:a="http://schemas.openxmlformats.org/drawingml/2006/main">
            <a:pPr algn="r">
              <a:defRPr sz="1275" b="0">
                <a:solidFill>
                  <a:srgbClr val="137B73"/>
                </a:solidFill>
                <a:latin typeface="Atkinson Hyperlegible"/>
                <a:ea typeface="Atkinson Hyperlegible"/>
                <a:cs typeface="Atkinson Hyperlegible"/>
              </a:defRPr>
            </a:pPr>
            <a:r>
              <a:rPr sz="1275" b="0">
                <a:solidFill>
                  <a:srgbClr val="137B73"/>
                </a:solidFill>
                <a:latin typeface="Atkinson Hyperlegible"/>
                <a:ea typeface="Atkinson Hyperlegible"/>
                <a:cs typeface="Atkinson Hyperlegible"/>
              </a:rPr>
              <a:t>24</a:t>
            </a:r>
          </a:p>
        </p:txBody>
      </p:sp>
      <p:sp>
        <p:nvSpPr>
          <p:cNvPr id="7" name="shape-201">
            <a:extLst xmlns:a="http://schemas.openxmlformats.org/drawingml/2006/main">
              <a:ext uri="{FF2B5EF4-FFF2-40B4-BE49-F238E27FC236}">
                <a16:creationId xmlns:a16="http://schemas.microsoft.com/office/drawing/2014/main" id="{F93E0D56-9157-4A24-815D-9798CBC8FE06}"/>
              </a:ext>
            </a:extLst>
          </p:cNvPr>
          <p:cNvSpPr>
            <a:spLocks xmlns:a="http://schemas.openxmlformats.org/drawingml/2006/main" noGrp="1"/>
          </p:cNvSpPr>
          <p:nvPr/>
        </p:nvSpPr>
        <p:spPr>
          <a:xfrm xmlns:a="http://schemas.openxmlformats.org/drawingml/2006/main">
            <a:off x="609600" y="204787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73F43"/>
                </a:solidFill>
                <a:latin typeface="Atkinson Hyperlegible"/>
                <a:ea typeface="Atkinson Hyperlegible"/>
                <a:cs typeface="Atkinson Hyperlegible"/>
              </a:defRPr>
            </a:defPPr>
            <a:lvl1pPr algn="l">
              <a:defRPr sz="1725" b="0">
                <a:solidFill>
                  <a:srgbClr val="173F43"/>
                </a:solidFill>
                <a:latin typeface="Atkinson Hyperlegible"/>
                <a:ea typeface="Atkinson Hyperlegible"/>
                <a:cs typeface="Atkinson Hyperlegible"/>
              </a:defRPr>
            </a:lvl1pPr>
            <a:lvl2pPr algn="l">
              <a:defRPr sz="1725" b="0">
                <a:solidFill>
                  <a:srgbClr val="173F43"/>
                </a:solidFill>
                <a:latin typeface="Atkinson Hyperlegible"/>
                <a:ea typeface="Atkinson Hyperlegible"/>
                <a:cs typeface="Atkinson Hyperlegible"/>
              </a:defRPr>
            </a:lvl2pPr>
            <a:lvl3pPr algn="l">
              <a:defRPr sz="1725" b="0">
                <a:solidFill>
                  <a:srgbClr val="173F43"/>
                </a:solidFill>
                <a:latin typeface="Atkinson Hyperlegible"/>
                <a:ea typeface="Atkinson Hyperlegible"/>
                <a:cs typeface="Atkinson Hyperlegible"/>
              </a:defRPr>
            </a:lvl3pPr>
            <a:lvl4pPr algn="l">
              <a:defRPr sz="1725" b="0">
                <a:solidFill>
                  <a:srgbClr val="173F43"/>
                </a:solidFill>
                <a:latin typeface="Atkinson Hyperlegible"/>
                <a:ea typeface="Atkinson Hyperlegible"/>
                <a:cs typeface="Atkinson Hyperlegible"/>
              </a:defRPr>
            </a:lvl4pPr>
            <a:lvl5pPr algn="l">
              <a:defRPr sz="1725" b="0">
                <a:solidFill>
                  <a:srgbClr val="173F43"/>
                </a:solidFill>
                <a:latin typeface="Atkinson Hyperlegible"/>
                <a:ea typeface="Atkinson Hyperlegible"/>
                <a:cs typeface="Atkinson Hyperlegible"/>
              </a:defRPr>
            </a:lvl5pPr>
            <a:lvl6pPr algn="l">
              <a:defRPr sz="1725" b="0">
                <a:solidFill>
                  <a:srgbClr val="173F43"/>
                </a:solidFill>
                <a:latin typeface="Atkinson Hyperlegible"/>
                <a:ea typeface="Atkinson Hyperlegible"/>
                <a:cs typeface="Atkinson Hyperlegible"/>
              </a:defRPr>
            </a:lvl6pPr>
            <a:lvl7pPr algn="l">
              <a:defRPr sz="1725" b="0">
                <a:solidFill>
                  <a:srgbClr val="173F43"/>
                </a:solidFill>
                <a:latin typeface="Atkinson Hyperlegible"/>
                <a:ea typeface="Atkinson Hyperlegible"/>
                <a:cs typeface="Atkinson Hyperlegible"/>
              </a:defRPr>
            </a:lvl7pPr>
            <a:lvl8pPr algn="l">
              <a:defRPr sz="1725" b="0">
                <a:solidFill>
                  <a:srgbClr val="173F43"/>
                </a:solidFill>
                <a:latin typeface="Atkinson Hyperlegible"/>
                <a:ea typeface="Atkinson Hyperlegible"/>
                <a:cs typeface="Atkinson Hyperlegible"/>
              </a:defRPr>
            </a:lvl8pPr>
            <a:lvl9pPr algn="l">
              <a:defRPr sz="1725" b="0">
                <a:solidFill>
                  <a:srgbClr val="173F43"/>
                </a:solidFill>
                <a:latin typeface="Atkinson Hyperlegible"/>
                <a:ea typeface="Atkinson Hyperlegible"/>
                <a:cs typeface="Atkinson Hyperlegible"/>
              </a:defRPr>
            </a:lvl9pPr>
          </a:lstStyle>
          <a:p xmlns:a="http://schemas.openxmlformats.org/drawingml/2006/main">
            <a:pPr algn="l">
              <a:defRPr sz="1725" b="0">
                <a:solidFill>
                  <a:srgbClr val="173F43"/>
                </a:solidFill>
                <a:latin typeface="Atkinson Hyperlegible"/>
                <a:ea typeface="Atkinson Hyperlegible"/>
                <a:cs typeface="Atkinson Hyperlegible"/>
              </a:defRPr>
            </a:pPr>
            <a:r>
              <a:rPr sz="1725" b="0">
                <a:solidFill>
                  <a:srgbClr val="173F43"/>
                </a:solidFill>
                <a:latin typeface="Atkinson Hyperlegible"/>
                <a:ea typeface="Atkinson Hyperlegible"/>
                <a:cs typeface="Atkinson Hyperlegible"/>
              </a:rPr>
              <a:t>Jain, R., Chiu, D.-M. and Hawe, W.R. (1984) </a:t>
            </a:r>
            <a:r>
              <a:rPr sz="1725" b="0" i="1">
                <a:solidFill>
                  <a:srgbClr val="173F43"/>
                </a:solidFill>
                <a:latin typeface="Atkinson Hyperlegible"/>
                <a:ea typeface="Atkinson Hyperlegible"/>
                <a:cs typeface="Atkinson Hyperlegible"/>
              </a:rPr>
              <a:t>A quantitative measure of fairness and discrimination for resource allocation in shared computer systems</a:t>
            </a:r>
            <a:r>
              <a:rPr sz="1725" b="0">
                <a:solidFill>
                  <a:srgbClr val="173F43"/>
                </a:solidFill>
                <a:latin typeface="Atkinson Hyperlegible"/>
                <a:ea typeface="Atkinson Hyperlegible"/>
                <a:cs typeface="Atkinson Hyperlegible"/>
              </a:rPr>
              <a:t>. DEC Research Report TR-301.</a:t>
            </a:r>
          </a:p>
        </p:txBody>
      </p:sp>
      <p:sp>
        <p:nvSpPr>
          <p:cNvPr id="8" name="shape-202">
            <a:extLst xmlns:a="http://schemas.openxmlformats.org/drawingml/2006/main">
              <a:ext uri="{FF2B5EF4-FFF2-40B4-BE49-F238E27FC236}">
                <a16:creationId xmlns:a16="http://schemas.microsoft.com/office/drawing/2014/main" id="{4C741E53-3F18-4E02-B17C-E2D863C020E6}"/>
              </a:ext>
            </a:extLst>
          </p:cNvPr>
          <p:cNvSpPr>
            <a:spLocks xmlns:a="http://schemas.openxmlformats.org/drawingml/2006/main" noGrp="1"/>
          </p:cNvSpPr>
          <p:nvPr/>
        </p:nvSpPr>
        <p:spPr>
          <a:xfrm xmlns:a="http://schemas.openxmlformats.org/drawingml/2006/main">
            <a:off x="609600" y="307657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73F43"/>
                </a:solidFill>
                <a:latin typeface="Atkinson Hyperlegible"/>
                <a:ea typeface="Atkinson Hyperlegible"/>
                <a:cs typeface="Atkinson Hyperlegible"/>
              </a:defRPr>
            </a:defPPr>
            <a:lvl1pPr algn="l">
              <a:defRPr sz="1725" b="0">
                <a:solidFill>
                  <a:srgbClr val="173F43"/>
                </a:solidFill>
                <a:latin typeface="Atkinson Hyperlegible"/>
                <a:ea typeface="Atkinson Hyperlegible"/>
                <a:cs typeface="Atkinson Hyperlegible"/>
              </a:defRPr>
            </a:lvl1pPr>
            <a:lvl2pPr algn="l">
              <a:defRPr sz="1725" b="0">
                <a:solidFill>
                  <a:srgbClr val="173F43"/>
                </a:solidFill>
                <a:latin typeface="Atkinson Hyperlegible"/>
                <a:ea typeface="Atkinson Hyperlegible"/>
                <a:cs typeface="Atkinson Hyperlegible"/>
              </a:defRPr>
            </a:lvl2pPr>
            <a:lvl3pPr algn="l">
              <a:defRPr sz="1725" b="0">
                <a:solidFill>
                  <a:srgbClr val="173F43"/>
                </a:solidFill>
                <a:latin typeface="Atkinson Hyperlegible"/>
                <a:ea typeface="Atkinson Hyperlegible"/>
                <a:cs typeface="Atkinson Hyperlegible"/>
              </a:defRPr>
            </a:lvl3pPr>
            <a:lvl4pPr algn="l">
              <a:defRPr sz="1725" b="0">
                <a:solidFill>
                  <a:srgbClr val="173F43"/>
                </a:solidFill>
                <a:latin typeface="Atkinson Hyperlegible"/>
                <a:ea typeface="Atkinson Hyperlegible"/>
                <a:cs typeface="Atkinson Hyperlegible"/>
              </a:defRPr>
            </a:lvl4pPr>
            <a:lvl5pPr algn="l">
              <a:defRPr sz="1725" b="0">
                <a:solidFill>
                  <a:srgbClr val="173F43"/>
                </a:solidFill>
                <a:latin typeface="Atkinson Hyperlegible"/>
                <a:ea typeface="Atkinson Hyperlegible"/>
                <a:cs typeface="Atkinson Hyperlegible"/>
              </a:defRPr>
            </a:lvl5pPr>
            <a:lvl6pPr algn="l">
              <a:defRPr sz="1725" b="0">
                <a:solidFill>
                  <a:srgbClr val="173F43"/>
                </a:solidFill>
                <a:latin typeface="Atkinson Hyperlegible"/>
                <a:ea typeface="Atkinson Hyperlegible"/>
                <a:cs typeface="Atkinson Hyperlegible"/>
              </a:defRPr>
            </a:lvl6pPr>
            <a:lvl7pPr algn="l">
              <a:defRPr sz="1725" b="0">
                <a:solidFill>
                  <a:srgbClr val="173F43"/>
                </a:solidFill>
                <a:latin typeface="Atkinson Hyperlegible"/>
                <a:ea typeface="Atkinson Hyperlegible"/>
                <a:cs typeface="Atkinson Hyperlegible"/>
              </a:defRPr>
            </a:lvl7pPr>
            <a:lvl8pPr algn="l">
              <a:defRPr sz="1725" b="0">
                <a:solidFill>
                  <a:srgbClr val="173F43"/>
                </a:solidFill>
                <a:latin typeface="Atkinson Hyperlegible"/>
                <a:ea typeface="Atkinson Hyperlegible"/>
                <a:cs typeface="Atkinson Hyperlegible"/>
              </a:defRPr>
            </a:lvl8pPr>
            <a:lvl9pPr algn="l">
              <a:defRPr sz="1725" b="0">
                <a:solidFill>
                  <a:srgbClr val="173F43"/>
                </a:solidFill>
                <a:latin typeface="Atkinson Hyperlegible"/>
                <a:ea typeface="Atkinson Hyperlegible"/>
                <a:cs typeface="Atkinson Hyperlegible"/>
              </a:defRPr>
            </a:lvl9pPr>
          </a:lstStyle>
          <a:p xmlns:a="http://schemas.openxmlformats.org/drawingml/2006/main">
            <a:pPr algn="l">
              <a:defRPr sz="1725" b="0">
                <a:solidFill>
                  <a:srgbClr val="173F43"/>
                </a:solidFill>
                <a:latin typeface="Atkinson Hyperlegible"/>
                <a:ea typeface="Atkinson Hyperlegible"/>
                <a:cs typeface="Atkinson Hyperlegible"/>
              </a:defRPr>
            </a:pPr>
            <a:r>
              <a:rPr sz="1725" b="0">
                <a:solidFill>
                  <a:srgbClr val="173F43"/>
                </a:solidFill>
                <a:latin typeface="Atkinson Hyperlegible"/>
                <a:ea typeface="Atkinson Hyperlegible"/>
                <a:cs typeface="Atkinson Hyperlegible"/>
              </a:rPr>
              <a:t>Schulman, J., Wolski, F., Dhariwal, P., Radford, A. and Klimov, O. (2017) “</a:t>
            </a:r>
            <a:r>
              <a:rPr sz="1725" b="0" i="1">
                <a:solidFill>
                  <a:srgbClr val="173F43"/>
                </a:solidFill>
                <a:latin typeface="Atkinson Hyperlegible"/>
                <a:ea typeface="Atkinson Hyperlegible"/>
                <a:cs typeface="Atkinson Hyperlegible"/>
              </a:rPr>
              <a:t>Proximal policy optimization algorithms</a:t>
            </a:r>
            <a:r>
              <a:rPr sz="1725" b="0">
                <a:solidFill>
                  <a:srgbClr val="173F43"/>
                </a:solidFill>
                <a:latin typeface="Atkinson Hyperlegible"/>
                <a:ea typeface="Atkinson Hyperlegible"/>
                <a:cs typeface="Atkinson Hyperlegible"/>
              </a:rPr>
              <a:t>”. https://doi.org/10.48550/arXiv.1707.06347</a:t>
            </a:r>
          </a:p>
        </p:txBody>
      </p:sp>
      <p:sp>
        <p:nvSpPr>
          <p:cNvPr id="9" name="shape-203">
            <a:extLst xmlns:a="http://schemas.openxmlformats.org/drawingml/2006/main">
              <a:ext uri="{FF2B5EF4-FFF2-40B4-BE49-F238E27FC236}">
                <a16:creationId xmlns:a16="http://schemas.microsoft.com/office/drawing/2014/main" id="{77C3EB83-D9A5-4012-8D4D-9DB45C023174}"/>
              </a:ext>
            </a:extLst>
          </p:cNvPr>
          <p:cNvSpPr>
            <a:spLocks xmlns:a="http://schemas.openxmlformats.org/drawingml/2006/main" noGrp="1"/>
          </p:cNvSpPr>
          <p:nvPr/>
        </p:nvSpPr>
        <p:spPr>
          <a:xfrm xmlns:a="http://schemas.openxmlformats.org/drawingml/2006/main">
            <a:off x="609600" y="410527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73F43"/>
                </a:solidFill>
                <a:latin typeface="Atkinson Hyperlegible"/>
                <a:ea typeface="Atkinson Hyperlegible"/>
                <a:cs typeface="Atkinson Hyperlegible"/>
              </a:defRPr>
            </a:defPPr>
            <a:lvl1pPr algn="l">
              <a:defRPr sz="1725" b="0">
                <a:solidFill>
                  <a:srgbClr val="173F43"/>
                </a:solidFill>
                <a:latin typeface="Atkinson Hyperlegible"/>
                <a:ea typeface="Atkinson Hyperlegible"/>
                <a:cs typeface="Atkinson Hyperlegible"/>
              </a:defRPr>
            </a:lvl1pPr>
            <a:lvl2pPr algn="l">
              <a:defRPr sz="1725" b="0">
                <a:solidFill>
                  <a:srgbClr val="173F43"/>
                </a:solidFill>
                <a:latin typeface="Atkinson Hyperlegible"/>
                <a:ea typeface="Atkinson Hyperlegible"/>
                <a:cs typeface="Atkinson Hyperlegible"/>
              </a:defRPr>
            </a:lvl2pPr>
            <a:lvl3pPr algn="l">
              <a:defRPr sz="1725" b="0">
                <a:solidFill>
                  <a:srgbClr val="173F43"/>
                </a:solidFill>
                <a:latin typeface="Atkinson Hyperlegible"/>
                <a:ea typeface="Atkinson Hyperlegible"/>
                <a:cs typeface="Atkinson Hyperlegible"/>
              </a:defRPr>
            </a:lvl3pPr>
            <a:lvl4pPr algn="l">
              <a:defRPr sz="1725" b="0">
                <a:solidFill>
                  <a:srgbClr val="173F43"/>
                </a:solidFill>
                <a:latin typeface="Atkinson Hyperlegible"/>
                <a:ea typeface="Atkinson Hyperlegible"/>
                <a:cs typeface="Atkinson Hyperlegible"/>
              </a:defRPr>
            </a:lvl4pPr>
            <a:lvl5pPr algn="l">
              <a:defRPr sz="1725" b="0">
                <a:solidFill>
                  <a:srgbClr val="173F43"/>
                </a:solidFill>
                <a:latin typeface="Atkinson Hyperlegible"/>
                <a:ea typeface="Atkinson Hyperlegible"/>
                <a:cs typeface="Atkinson Hyperlegible"/>
              </a:defRPr>
            </a:lvl5pPr>
            <a:lvl6pPr algn="l">
              <a:defRPr sz="1725" b="0">
                <a:solidFill>
                  <a:srgbClr val="173F43"/>
                </a:solidFill>
                <a:latin typeface="Atkinson Hyperlegible"/>
                <a:ea typeface="Atkinson Hyperlegible"/>
                <a:cs typeface="Atkinson Hyperlegible"/>
              </a:defRPr>
            </a:lvl6pPr>
            <a:lvl7pPr algn="l">
              <a:defRPr sz="1725" b="0">
                <a:solidFill>
                  <a:srgbClr val="173F43"/>
                </a:solidFill>
                <a:latin typeface="Atkinson Hyperlegible"/>
                <a:ea typeface="Atkinson Hyperlegible"/>
                <a:cs typeface="Atkinson Hyperlegible"/>
              </a:defRPr>
            </a:lvl7pPr>
            <a:lvl8pPr algn="l">
              <a:defRPr sz="1725" b="0">
                <a:solidFill>
                  <a:srgbClr val="173F43"/>
                </a:solidFill>
                <a:latin typeface="Atkinson Hyperlegible"/>
                <a:ea typeface="Atkinson Hyperlegible"/>
                <a:cs typeface="Atkinson Hyperlegible"/>
              </a:defRPr>
            </a:lvl8pPr>
            <a:lvl9pPr algn="l">
              <a:defRPr sz="1725" b="0">
                <a:solidFill>
                  <a:srgbClr val="173F43"/>
                </a:solidFill>
                <a:latin typeface="Atkinson Hyperlegible"/>
                <a:ea typeface="Atkinson Hyperlegible"/>
                <a:cs typeface="Atkinson Hyperlegible"/>
              </a:defRPr>
            </a:lvl9pPr>
          </a:lstStyle>
          <a:p xmlns:a="http://schemas.openxmlformats.org/drawingml/2006/main">
            <a:pPr algn="l">
              <a:defRPr sz="1725" b="0">
                <a:solidFill>
                  <a:srgbClr val="173F43"/>
                </a:solidFill>
                <a:latin typeface="Atkinson Hyperlegible"/>
                <a:ea typeface="Atkinson Hyperlegible"/>
                <a:cs typeface="Atkinson Hyperlegible"/>
              </a:defRPr>
            </a:pPr>
            <a:r>
              <a:rPr sz="1725" b="0">
                <a:solidFill>
                  <a:srgbClr val="173F43"/>
                </a:solidFill>
                <a:latin typeface="Atkinson Hyperlegible"/>
                <a:ea typeface="Atkinson Hyperlegible"/>
                <a:cs typeface="Atkinson Hyperlegible"/>
              </a:rPr>
              <a:t>World Bank (2025) </a:t>
            </a:r>
            <a:r>
              <a:rPr sz="1725" b="0" i="1">
                <a:solidFill>
                  <a:srgbClr val="173F43"/>
                </a:solidFill>
                <a:latin typeface="Atkinson Hyperlegible"/>
                <a:ea typeface="Atkinson Hyperlegible"/>
                <a:cs typeface="Atkinson Hyperlegible"/>
              </a:rPr>
              <a:t>Accelerating Sustainable and Clean Energy and Digital Access Transformation in Sudan</a:t>
            </a:r>
            <a:r>
              <a:rPr sz="1725" b="0">
                <a:solidFill>
                  <a:srgbClr val="173F43"/>
                </a:solidFill>
                <a:latin typeface="Atkinson Hyperlegible"/>
                <a:ea typeface="Atkinson Hyperlegible"/>
                <a:cs typeface="Atkinson Hyperlegible"/>
              </a:rPr>
              <a:t> (P507788). Project Information Document, appraisal stage, PIDIA01286, 1 May. documents.worldbank.org, project P507788.</a:t>
            </a:r>
          </a:p>
        </p:txBody>
      </p:sp>
    </p:spTree>
    <p:extLst>
      <p:ext uri="{BB962C8B-B14F-4D97-AF65-F5344CB8AC3E}">
        <p14:creationId xmlns:p14="http://schemas.microsoft.com/office/powerpoint/2010/main" val="17049547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2026-10-23T11:30:44.2630000Z</dcterms:created>
  <dcterms:modified xsi:type="dcterms:W3CDTF">2026-10-23T11:30:44.2630000Z</dcterms:modified>
</coreProperties>
</file>