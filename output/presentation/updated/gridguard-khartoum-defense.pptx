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slides/charts/chart11.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slides/charts/chart17.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8.xml" ContentType="application/vnd.openxmlformats-officedocument.drawingml.chart+xml"/>
  <Override PartName="/ppt/slides/charts/chart19.xml" ContentType="application/vnd.openxmlformats-officedocument.drawingml.chart+xml"/>
  <Override PartName="/ppt/slides/charts/chart20.xml" ContentType="application/vnd.openxmlformats-officedocument.drawingml.chart+xml"/>
  <Override PartName="/ppt/slides/charts/chart21.xml" ContentType="application/vnd.openxmlformats-officedocument.drawingml.chart+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aad18486c9245a2" /><Relationship Type="http://schemas.openxmlformats.org/officeDocument/2006/relationships/extended-properties" Target="/docProps/app.xml" Id="R73a9b0b1d7cb4a26" /><Relationship Type="http://schemas.openxmlformats.org/officeDocument/2006/relationships/officeDocument" Target="/ppt/presentation.xml" Id="R852531f741d84227" /></Relationships>
</file>

<file path=ppt/presentation.xml><?xml version="1.0" encoding="utf-8"?>
<p:presentation xmlns:p="http://schemas.openxmlformats.org/presentationml/2006/main">
  <p:sldMasterIdLst>
    <p:sldMasterId xmlns:r="http://schemas.openxmlformats.org/officeDocument/2006/relationships" id="2147483648" r:id="Rea5391e6e5834a2f"/>
  </p:sldMasterIdLst>
  <p:notesMasterIdLst>
    <p:notesMasterId xmlns:r="http://schemas.openxmlformats.org/officeDocument/2006/relationships" r:id="Rc401d6d80c114c2a"/>
  </p:notesMasterIdLst>
  <p:sldIdLst>
    <p:sldId xmlns:r="http://schemas.openxmlformats.org/officeDocument/2006/relationships" id="256" r:id="Rb7dbb88ebf034ee8"/>
    <p:sldId xmlns:r="http://schemas.openxmlformats.org/officeDocument/2006/relationships" id="257" r:id="R424c504625f24c9b"/>
    <p:sldId xmlns:r="http://schemas.openxmlformats.org/officeDocument/2006/relationships" id="258" r:id="Rc9de7815d1fe49e7"/>
    <p:sldId xmlns:r="http://schemas.openxmlformats.org/officeDocument/2006/relationships" id="259" r:id="Rcde159cd4c9e4ef1"/>
    <p:sldId xmlns:r="http://schemas.openxmlformats.org/officeDocument/2006/relationships" id="260" r:id="R90057d4d09f34efa"/>
    <p:sldId xmlns:r="http://schemas.openxmlformats.org/officeDocument/2006/relationships" id="261" r:id="Rf62a55d5418e4268"/>
    <p:sldId xmlns:r="http://schemas.openxmlformats.org/officeDocument/2006/relationships" id="262" r:id="Red491dea5c704333"/>
    <p:sldId xmlns:r="http://schemas.openxmlformats.org/officeDocument/2006/relationships" id="263" r:id="Receeb2edd4c54ce0"/>
    <p:sldId xmlns:r="http://schemas.openxmlformats.org/officeDocument/2006/relationships" id="264" r:id="R7a96e2f1686c4e95"/>
    <p:sldId xmlns:r="http://schemas.openxmlformats.org/officeDocument/2006/relationships" id="265" r:id="Re25dafbba63949cf"/>
    <p:sldId xmlns:r="http://schemas.openxmlformats.org/officeDocument/2006/relationships" id="266" r:id="R95ffeecfaeaa46ce"/>
    <p:sldId xmlns:r="http://schemas.openxmlformats.org/officeDocument/2006/relationships" id="267" r:id="R891073e826c14132"/>
    <p:sldId xmlns:r="http://schemas.openxmlformats.org/officeDocument/2006/relationships" id="268" r:id="R18d7fe8b33a34b9a"/>
    <p:sldId xmlns:r="http://schemas.openxmlformats.org/officeDocument/2006/relationships" id="269" r:id="R3999746c761f4ef4"/>
    <p:sldId xmlns:r="http://schemas.openxmlformats.org/officeDocument/2006/relationships" id="270" r:id="Rb8a5906c863f49dc"/>
    <p:sldId xmlns:r="http://schemas.openxmlformats.org/officeDocument/2006/relationships" id="271" r:id="Rdd6b8b89ef59438c"/>
    <p:sldId xmlns:r="http://schemas.openxmlformats.org/officeDocument/2006/relationships" id="272" r:id="Rc5087ad31ebb4fae"/>
    <p:sldId xmlns:r="http://schemas.openxmlformats.org/officeDocument/2006/relationships" id="273" r:id="Rfd25c9e73a9946d3"/>
    <p:sldId xmlns:r="http://schemas.openxmlformats.org/officeDocument/2006/relationships" id="274" r:id="R3c7be48ffca443a0"/>
    <p:sldId xmlns:r="http://schemas.openxmlformats.org/officeDocument/2006/relationships" id="275" r:id="Rb38036efb8f14f43"/>
    <p:sldId xmlns:r="http://schemas.openxmlformats.org/officeDocument/2006/relationships" id="276" r:id="Rdf2dbccff6344016"/>
    <p:sldId xmlns:r="http://schemas.openxmlformats.org/officeDocument/2006/relationships" id="277" r:id="R98b44b60e92447b7"/>
    <p:sldId xmlns:r="http://schemas.openxmlformats.org/officeDocument/2006/relationships" id="278" r:id="Rc7df6cd251634f11"/>
    <p:sldId xmlns:r="http://schemas.openxmlformats.org/officeDocument/2006/relationships" id="279" r:id="R09fb7a80988a4cfc"/>
    <p:sldId xmlns:r="http://schemas.openxmlformats.org/officeDocument/2006/relationships" id="280" r:id="Rd6bbc32095ff49be"/>
    <p:sldId xmlns:r="http://schemas.openxmlformats.org/officeDocument/2006/relationships" id="281" r:id="Rdb7246680cbb44ab"/>
    <p:sldId xmlns:r="http://schemas.openxmlformats.org/officeDocument/2006/relationships" id="282" r:id="Rf3656e693a9b40d7"/>
    <p:sldId xmlns:r="http://schemas.openxmlformats.org/officeDocument/2006/relationships" id="283" r:id="Rfb3da53f61254558"/>
    <p:sldId xmlns:r="http://schemas.openxmlformats.org/officeDocument/2006/relationships" id="284" r:id="R8fd98c1f8f4f4247"/>
    <p:sldId xmlns:r="http://schemas.openxmlformats.org/officeDocument/2006/relationships" id="285" r:id="R42bb6f16c360402e"/>
    <p:sldId xmlns:r="http://schemas.openxmlformats.org/officeDocument/2006/relationships" id="286" r:id="R7306c23e95954d10"/>
    <p:sldId xmlns:r="http://schemas.openxmlformats.org/officeDocument/2006/relationships" id="287" r:id="R111b117d2b1649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7628cff9d4c4475" /><Relationship Type="http://schemas.openxmlformats.org/officeDocument/2006/relationships/slideMaster" Target="/ppt/slideMasters/slideMaster1.xml" Id="Rea5391e6e5834a2f" /><Relationship Type="http://schemas.openxmlformats.org/officeDocument/2006/relationships/notesMaster" Target="/ppt/notesMasters/notesMaster1.xml" Id="Rc401d6d80c114c2a" /><Relationship Type="http://schemas.openxmlformats.org/officeDocument/2006/relationships/presProps" Target="/ppt/presProps.xml" Id="R5c1e141b10ce4c06" /><Relationship Type="http://schemas.openxmlformats.org/officeDocument/2006/relationships/tableStyles" Target="/ppt/tableStyles.xml" Id="Rbb82b86d3f84481a" /><Relationship Type="http://schemas.openxmlformats.org/officeDocument/2006/relationships/slide" Target="/ppt/slides/slide1.xml" Id="Rb7dbb88ebf034ee8" /><Relationship Type="http://schemas.openxmlformats.org/officeDocument/2006/relationships/slide" Target="/ppt/slides/slide2.xml" Id="R424c504625f24c9b" /><Relationship Type="http://schemas.openxmlformats.org/officeDocument/2006/relationships/slide" Target="/ppt/slides/slide3.xml" Id="Rc9de7815d1fe49e7" /><Relationship Type="http://schemas.openxmlformats.org/officeDocument/2006/relationships/slide" Target="/ppt/slides/slide4.xml" Id="Rcde159cd4c9e4ef1" /><Relationship Type="http://schemas.openxmlformats.org/officeDocument/2006/relationships/slide" Target="/ppt/slides/slide5.xml" Id="R90057d4d09f34efa" /><Relationship Type="http://schemas.openxmlformats.org/officeDocument/2006/relationships/slide" Target="/ppt/slides/slide6.xml" Id="Rf62a55d5418e4268" /><Relationship Type="http://schemas.openxmlformats.org/officeDocument/2006/relationships/slide" Target="/ppt/slides/slide7.xml" Id="Red491dea5c704333" /><Relationship Type="http://schemas.openxmlformats.org/officeDocument/2006/relationships/slide" Target="/ppt/slides/slide8.xml" Id="Receeb2edd4c54ce0" /><Relationship Type="http://schemas.openxmlformats.org/officeDocument/2006/relationships/slide" Target="/ppt/slides/slide9.xml" Id="R7a96e2f1686c4e95" /><Relationship Type="http://schemas.openxmlformats.org/officeDocument/2006/relationships/slide" Target="/ppt/slides/slide10.xml" Id="Re25dafbba63949cf" /><Relationship Type="http://schemas.openxmlformats.org/officeDocument/2006/relationships/slide" Target="/ppt/slides/slide11.xml" Id="R95ffeecfaeaa46ce" /><Relationship Type="http://schemas.openxmlformats.org/officeDocument/2006/relationships/slide" Target="/ppt/slides/slide12.xml" Id="R891073e826c14132" /><Relationship Type="http://schemas.openxmlformats.org/officeDocument/2006/relationships/slide" Target="/ppt/slides/slide13.xml" Id="R18d7fe8b33a34b9a" /><Relationship Type="http://schemas.openxmlformats.org/officeDocument/2006/relationships/slide" Target="/ppt/slides/slide14.xml" Id="R3999746c761f4ef4" /><Relationship Type="http://schemas.openxmlformats.org/officeDocument/2006/relationships/slide" Target="/ppt/slides/slide15.xml" Id="Rb8a5906c863f49dc" /><Relationship Type="http://schemas.openxmlformats.org/officeDocument/2006/relationships/slide" Target="/ppt/slides/slide16.xml" Id="Rdd6b8b89ef59438c" /><Relationship Type="http://schemas.openxmlformats.org/officeDocument/2006/relationships/slide" Target="/ppt/slides/slide17.xml" Id="Rc5087ad31ebb4fae" /><Relationship Type="http://schemas.openxmlformats.org/officeDocument/2006/relationships/slide" Target="/ppt/slides/slide18.xml" Id="Rfd25c9e73a9946d3" /><Relationship Type="http://schemas.openxmlformats.org/officeDocument/2006/relationships/slide" Target="/ppt/slides/slide19.xml" Id="R3c7be48ffca443a0" /><Relationship Type="http://schemas.openxmlformats.org/officeDocument/2006/relationships/slide" Target="/ppt/slides/slide20.xml" Id="Rb38036efb8f14f43" /><Relationship Type="http://schemas.openxmlformats.org/officeDocument/2006/relationships/slide" Target="/ppt/slides/slide21.xml" Id="Rdf2dbccff6344016" /><Relationship Type="http://schemas.openxmlformats.org/officeDocument/2006/relationships/slide" Target="/ppt/slides/slide22.xml" Id="R98b44b60e92447b7" /><Relationship Type="http://schemas.openxmlformats.org/officeDocument/2006/relationships/slide" Target="/ppt/slides/slide23.xml" Id="Rc7df6cd251634f11" /><Relationship Type="http://schemas.openxmlformats.org/officeDocument/2006/relationships/slide" Target="/ppt/slides/slide24.xml" Id="R09fb7a80988a4cfc" /><Relationship Type="http://schemas.openxmlformats.org/officeDocument/2006/relationships/slide" Target="/ppt/slides/slide25.xml" Id="Rd6bbc32095ff49be" /><Relationship Type="http://schemas.openxmlformats.org/officeDocument/2006/relationships/slide" Target="/ppt/slides/slide26.xml" Id="Rdb7246680cbb44ab" /><Relationship Type="http://schemas.openxmlformats.org/officeDocument/2006/relationships/slide" Target="/ppt/slides/slide27.xml" Id="Rf3656e693a9b40d7" /><Relationship Type="http://schemas.openxmlformats.org/officeDocument/2006/relationships/slide" Target="/ppt/slides/slide28.xml" Id="Rfb3da53f61254558" /><Relationship Type="http://schemas.openxmlformats.org/officeDocument/2006/relationships/slide" Target="/ppt/slides/slide29.xml" Id="R8fd98c1f8f4f4247" /><Relationship Type="http://schemas.openxmlformats.org/officeDocument/2006/relationships/slide" Target="/ppt/slides/slide30.xml" Id="R42bb6f16c360402e" /><Relationship Type="http://schemas.openxmlformats.org/officeDocument/2006/relationships/slide" Target="/ppt/slides/slide31.xml" Id="R7306c23e95954d10" /><Relationship Type="http://schemas.openxmlformats.org/officeDocument/2006/relationships/slide" Target="/ppt/slides/slide32.xml" Id="R111b117d2b1649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7ff340914848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7067a97b3e4ec6" /><Relationship Type="http://schemas.openxmlformats.org/officeDocument/2006/relationships/notesMaster" Target="/ppt/notesMasters/notesMaster1.xml" Id="Rf420a8b8718e42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a049ebd1a04bbc" /><Relationship Type="http://schemas.openxmlformats.org/officeDocument/2006/relationships/notesMaster" Target="/ppt/notesMasters/notesMaster1.xml" Id="Rd715d03cb1be40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208071cf794a00" /><Relationship Type="http://schemas.openxmlformats.org/officeDocument/2006/relationships/notesMaster" Target="/ppt/notesMasters/notesMaster1.xml" Id="R5ea01f39087f4a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5ab71c57834812" /><Relationship Type="http://schemas.openxmlformats.org/officeDocument/2006/relationships/notesMaster" Target="/ppt/notesMasters/notesMaster1.xml" Id="Rbe595d78fb914b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f7aaadb42f4630" /><Relationship Type="http://schemas.openxmlformats.org/officeDocument/2006/relationships/notesMaster" Target="/ppt/notesMasters/notesMaster1.xml" Id="Racea79f8e40f46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c7dbd4d1a34717" /><Relationship Type="http://schemas.openxmlformats.org/officeDocument/2006/relationships/notesMaster" Target="/ppt/notesMasters/notesMaster1.xml" Id="Ra7f10f7654cd4c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2ea9574cdc4694" /><Relationship Type="http://schemas.openxmlformats.org/officeDocument/2006/relationships/notesMaster" Target="/ppt/notesMasters/notesMaster1.xml" Id="R8e9ea0fe51fa4a19"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c5e360877f445e" /><Relationship Type="http://schemas.openxmlformats.org/officeDocument/2006/relationships/notesMaster" Target="/ppt/notesMasters/notesMaster1.xml" Id="R192d5d57791744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9715af7c86489b" /><Relationship Type="http://schemas.openxmlformats.org/officeDocument/2006/relationships/notesMaster" Target="/ppt/notesMasters/notesMaster1.xml" Id="Re67f02a14aa142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71bbb576a242d9" /><Relationship Type="http://schemas.openxmlformats.org/officeDocument/2006/relationships/notesMaster" Target="/ppt/notesMasters/notesMaster1.xml" Id="Rcd586500d3804a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ee2e38fdd864897" /><Relationship Type="http://schemas.openxmlformats.org/officeDocument/2006/relationships/notesMaster" Target="/ppt/notesMasters/notesMaster1.xml" Id="Rbf1206b010874e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1ea6d12b64d4f19" /><Relationship Type="http://schemas.openxmlformats.org/officeDocument/2006/relationships/notesMaster" Target="/ppt/notesMasters/notesMaster1.xml" Id="R55ef3713a687488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bf8838f4924c01" /><Relationship Type="http://schemas.openxmlformats.org/officeDocument/2006/relationships/notesMaster" Target="/ppt/notesMasters/notesMaster1.xml" Id="R4c6452c36c844c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c62e4bb70c748e3" /><Relationship Type="http://schemas.openxmlformats.org/officeDocument/2006/relationships/notesMaster" Target="/ppt/notesMasters/notesMaster1.xml" Id="Re91e852f955940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66731dfe7ee43b0" /><Relationship Type="http://schemas.openxmlformats.org/officeDocument/2006/relationships/notesMaster" Target="/ppt/notesMasters/notesMaster1.xml" Id="R2aa78f16ec04447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51b6cd25d8f4cc5" /><Relationship Type="http://schemas.openxmlformats.org/officeDocument/2006/relationships/notesMaster" Target="/ppt/notesMasters/notesMaster1.xml" Id="R12566c0c6945464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6fea901b23940f6" /><Relationship Type="http://schemas.openxmlformats.org/officeDocument/2006/relationships/notesMaster" Target="/ppt/notesMasters/notesMaster1.xml" Id="R49f122b555a94ed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578606cd37c4bc2" /><Relationship Type="http://schemas.openxmlformats.org/officeDocument/2006/relationships/notesMaster" Target="/ppt/notesMasters/notesMaster1.xml" Id="Rd1a959259a8b402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d9d35218864e46" /><Relationship Type="http://schemas.openxmlformats.org/officeDocument/2006/relationships/notesMaster" Target="/ppt/notesMasters/notesMaster1.xml" Id="R5299cb5a6ad54c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d06bf48bb8a46e1" /><Relationship Type="http://schemas.openxmlformats.org/officeDocument/2006/relationships/notesMaster" Target="/ppt/notesMasters/notesMaster1.xml" Id="Rf299a67e1d724b1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22484307955498c" /><Relationship Type="http://schemas.openxmlformats.org/officeDocument/2006/relationships/notesMaster" Target="/ppt/notesMasters/notesMaster1.xml" Id="R074bee5203a147f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c80783d53f4216" /><Relationship Type="http://schemas.openxmlformats.org/officeDocument/2006/relationships/notesMaster" Target="/ppt/notesMasters/notesMaster1.xml" Id="Re5ce3a0d4dd54e3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261f6e79b014f25" /><Relationship Type="http://schemas.openxmlformats.org/officeDocument/2006/relationships/notesMaster" Target="/ppt/notesMasters/notesMaster1.xml" Id="R3f7adb83796143a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d72f6d53614df1" /><Relationship Type="http://schemas.openxmlformats.org/officeDocument/2006/relationships/notesMaster" Target="/ppt/notesMasters/notesMaster1.xml" Id="Rc78e62f07e60462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1315a3e98a942e0" /><Relationship Type="http://schemas.openxmlformats.org/officeDocument/2006/relationships/notesMaster" Target="/ppt/notesMasters/notesMaster1.xml" Id="R11afce76782d4fd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1b63fec450147c1" /><Relationship Type="http://schemas.openxmlformats.org/officeDocument/2006/relationships/notesMaster" Target="/ppt/notesMasters/notesMaster1.xml" Id="Rb08856ca9df8474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8aaa216ee84500" /><Relationship Type="http://schemas.openxmlformats.org/officeDocument/2006/relationships/notesMaster" Target="/ppt/notesMasters/notesMaster1.xml" Id="R0a6b4964e405411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8bfba8e661b449d" /><Relationship Type="http://schemas.openxmlformats.org/officeDocument/2006/relationships/notesMaster" Target="/ppt/notesMasters/notesMaster1.xml" Id="R89b607842c054c1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e58be093a7c4ad9" /><Relationship Type="http://schemas.openxmlformats.org/officeDocument/2006/relationships/notesMaster" Target="/ppt/notesMasters/notesMaster1.xml" Id="R9f0ba921bd014f1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f4a6a1b5631420a" /><Relationship Type="http://schemas.openxmlformats.org/officeDocument/2006/relationships/notesMaster" Target="/ppt/notesMasters/notesMaster1.xml" Id="Rfc47b01bced8465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8d25f280b3b4889" /><Relationship Type="http://schemas.openxmlformats.org/officeDocument/2006/relationships/notesMaster" Target="/ppt/notesMasters/notesMaster1.xml" Id="Rd6eb0fc49cd3484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8856f4936184d0e" /><Relationship Type="http://schemas.openxmlformats.org/officeDocument/2006/relationships/notesMaster" Target="/ppt/notesMasters/notesMaster1.xml" Id="R7d3f6efb440742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AI-Based Smart Load Shedding and Energy Management System for Developing Countries. A graduation project presented to the Faculty of Mathematical Sciences and Informatics, University of Khartoum, in partial fulfilment of the requirements for the degree of Bachelor of Computer Science. Project supervisor: Dr. Abubakr Siraj. October 2026. Original university and faculty logo image supplied in the academic reference. Cover metadata: docs/academic-cover.json.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Context: World Bank (2025). Related control research: Chen et al. (2023). https://documents1.worldbank.org/curated/en/099050125112514628/pdf/P507788-6a843250-44f5-47da-9f07-c6b1269a091f.pdf; https://doi.org/10.1016/j.egyr.2023.03.027. Screenshot: current desktop overview. Live Scenario uses the constrained PPO actor from seed 8111, selected checkpoint 2500. Live scenario values remain separate from the frozen five-run study averages.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Masking: Huang and Ontañón (2022). Safety distinction: García and Fernández (2015).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Fairness definition: Jain, Chiu and Hawe (1984).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PPO: Schulman et al. (2017). Masking: Huang and Ontañón (2022).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Statistical reliability: Agarwal et al. (2021).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Exact original criteria: docs/FOCUSED_PPO_PROTOCOL.md, Final outcomes and decisions. These rules were internally hash-frozen before training; this is not a claim of independently timestamped external preregistration.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Exact original criteria: docs/FOCUSED_PPO_PROTOCOL.md. All five conditions are assessed on equal-run/equal-condition means with paired hierarchical bootstrap; each stated safety condition applies to every trajectory.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Reward is dimensionless and cannot be converted directly to MWh. The energy difference is measured from matched episode trajectories, not inferred by multiplying average utilization by average supply.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Follow-up SHA-256 8029c5a6020388d412ee3263849cfe55c786227d1b16a45f665e83918e7fab6b. Protocol: docs/COMMITTEE_BASELINE_PROTOCOL.md. Original final-test outcomes were already known; this is an explanatory post-hoc audit, not an untouched holdout. Teacher reward tolerance remains 0.005.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Follow-up SHA-256 8029c5a6020388d412ee3263849cfe55c786227d1b16a45f665e83918e7fab6b. 10,000 hierarchical resamples, seed 20261031; five runs and matched base-draw clusters, preserving coupled severities. Descriptive 95% intervals do not replace the original adjusted primary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Follow-up SHA-256 8029c5a6020388d412ee3263849cfe55c786227d1b16a45f665e83918e7fab6b. These deliberately infeasible stress families are reported separately from the nominal 960 conditions. Zero complete outages does not mean adequate critical service. The unchanged Fixed Rotation stress results remain in the full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Synthetic decision support. Live Scenario uses one selected actor. Results show the five-run study. Screenshot: current desktop Results. Live Scenario uses the constrained PPO actor from seed 8111, selected checkpoint 2500, and the study constrained optimizer. The Results page retains the five-run aggregate on 960 matched conditions. This single live policy and an individual replay do not replace those averages. The full optimizer criterion and its utilization limitation remain explicit in this deck. Follow-up results are labelled separately from the original primary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GridGuard Khartoum study. Training SHA-256 e4f8b8f7c73693f713ecef69a06434ce75a3a101d2541654d7009398c4eb5624; study a4d5a849612f06eedef96e0d28e08247e5e3757eba0b4f2e4f1a893e9d4b8247; diagnostics b4c2c76e481e0f30e323ea22f9359212bac1b2018605f833682875d98face500.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Agarwal, R., Schwarzer, M., Castro, P.S., Courville, A. and Bellemare, M.G. (2021) “Deep reinforcement learning at the edge of the statistical precipice”, NeurIPS 34. https://arxiv.org/abs/2108.13264</a:t>
            </a:r>
          </a:p>
          <a:p xmlns:a="http://schemas.openxmlformats.org/drawingml/2006/main">
            <a:r>
              <a:t/>
            </a:r>
          </a:p>
          <a:p xmlns:a="http://schemas.openxmlformats.org/drawingml/2006/main">
            <a:r>
              <a:t>Chen, H., Zhuang, J., Zhou, G., Wang, Y., Sun, Z. and Levron, Y. (2023) “Emergency load shedding strategy for high renewable energy penetrated power systems based on deep reinforcement learning”, Energy Reports, 9, pp. 434–443. https://doi.org/10.1016/j.egyr.2023.03.027</a:t>
            </a:r>
          </a:p>
          <a:p xmlns:a="http://schemas.openxmlformats.org/drawingml/2006/main">
            <a:r>
              <a:t/>
            </a:r>
          </a:p>
          <a:p xmlns:a="http://schemas.openxmlformats.org/drawingml/2006/main">
            <a:r>
              <a:t>García, J. and Fernández, F. (2015) “A comprehensive survey on safe reinforcement learning”, JMLR, 16(42), pp. 1437–1480. https://jmlr.org/papers/v16/garcia15a.html</a:t>
            </a:r>
          </a:p>
          <a:p xmlns:a="http://schemas.openxmlformats.org/drawingml/2006/main">
            <a:r>
              <a:t/>
            </a:r>
          </a:p>
          <a:p xmlns:a="http://schemas.openxmlformats.org/drawingml/2006/main">
            <a:r>
              <a:t>Huang, S. and Ontañón, S. (2022) “A closer look at invalid action masking in policy gradient algorithms”, FLAIRS Conference Proceedings, 35. https://doi.org/10.32473/flairs.v35i.130584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Jain, R., Chiu, D.-M. and Hawe, W.R. (1984) A quantitative measure of fairness and discrimination for resource allocation in shared computer systems. DEC Research Report TR-301.</a:t>
            </a:r>
          </a:p>
          <a:p xmlns:a="http://schemas.openxmlformats.org/drawingml/2006/main">
            <a:r>
              <a:t/>
            </a:r>
          </a:p>
          <a:p xmlns:a="http://schemas.openxmlformats.org/drawingml/2006/main">
            <a:r>
              <a:t>Schulman, J., Wolski, F., Dhariwal, P., Radford, A. and Klimov, O. (2017) “Proximal policy optimization algorithms”. https://doi.org/10.48550/arXiv.1707.06347</a:t>
            </a:r>
          </a:p>
          <a:p xmlns:a="http://schemas.openxmlformats.org/drawingml/2006/main">
            <a:r>
              <a:t/>
            </a:r>
          </a:p>
          <a:p xmlns:a="http://schemas.openxmlformats.org/drawingml/2006/main">
            <a:r>
              <a:t>World Bank (2025) Accelerating Sustainable and Clean Energy and Digital Access Transformation in Sudan (P507788). Project Information Document, appraisal stage, PIDIA01286, 1 May. documents.worldbank.org, project P507788.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ec1051edc244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042317ebe1e44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0bf623f91441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9a5e8d71674490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aceb65c88b4c9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125ba50024c47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785FCC-457F-4C05-931B-B8C83333796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1E16BDF-E3B8-4CD0-8454-4255C9D7E5B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0D74CF-374E-41EC-B816-79B3650C315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E60E5F-008F-4BB8-B82A-0CF3CFD5C9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B9C4E5E-2F36-4952-A060-0439571140D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62F078E-81E6-4EB8-BC81-37BB649571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9BC1C5-D0B7-442A-9512-1CA180EA31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0C9194-10D5-4180-9A25-4F8E2DFF6B5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520E3C-2678-499A-8A87-79C1875238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729412-41AD-4F37-87FB-8C8B938A74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63c2de25a14d22" /><Relationship Type="http://schemas.openxmlformats.org/officeDocument/2006/relationships/slideLayout" Target="/ppt/slideLayouts/slideLayout1.xml" Id="Rf373e3e56c1e45e1" /><Relationship Type="http://schemas.openxmlformats.org/officeDocument/2006/relationships/slideLayout" Target="/ppt/slideLayouts/slideLayout2.xml" Id="Rf6d24157a3464280" /><Relationship Type="http://schemas.openxmlformats.org/officeDocument/2006/relationships/slideLayout" Target="/ppt/slideLayouts/slideLayout3.xml" Id="Rfcd788914ecb4e25" /><Relationship Type="http://schemas.openxmlformats.org/officeDocument/2006/relationships/slideLayout" Target="/ppt/slideLayouts/slideLayout4.xml" Id="Rf468203487b7435e" /><Relationship Type="http://schemas.openxmlformats.org/officeDocument/2006/relationships/slideLayout" Target="/ppt/slideLayouts/slideLayout5.xml" Id="R120f7811b9dc40b9" /><Relationship Type="http://schemas.openxmlformats.org/officeDocument/2006/relationships/slideLayout" Target="/ppt/slideLayouts/slideLayout6.xml" Id="R82ea5d988c874a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73e3e56c1e45e1"/>
    <p:sldLayoutId xmlns:r="http://schemas.openxmlformats.org/officeDocument/2006/relationships" id="2147483650" r:id="Rf6d24157a3464280"/>
    <p:sldLayoutId xmlns:r="http://schemas.openxmlformats.org/officeDocument/2006/relationships" id="2147483651" r:id="Rfcd788914ecb4e25"/>
    <p:sldLayoutId xmlns:r="http://schemas.openxmlformats.org/officeDocument/2006/relationships" id="2147483652" r:id="Rf468203487b7435e"/>
    <p:sldLayoutId xmlns:r="http://schemas.openxmlformats.org/officeDocument/2006/relationships" id="2147483653" r:id="R120f7811b9dc40b9"/>
    <p:sldLayoutId xmlns:r="http://schemas.openxmlformats.org/officeDocument/2006/relationships" id="2147483654" r:id="R82ea5d988c874a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6a0ff37b9e40d7" /><Relationship Type="http://schemas.openxmlformats.org/officeDocument/2006/relationships/image" Target="/ppt/media/image.jpeg" Id="R5b83824112134715" /><Relationship Type="http://schemas.openxmlformats.org/officeDocument/2006/relationships/notesSlide" Target="/ppt/notesSlides/notesSlide1.xml" Id="R7ca03405fe5744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2c51ab3e4174b0b" /><Relationship Type="http://schemas.openxmlformats.org/officeDocument/2006/relationships/image" Target="/ppt/media/image.png" Id="R316c1e908eb142c8" /><Relationship Type="http://schemas.openxmlformats.org/officeDocument/2006/relationships/notesSlide" Target="/ppt/notesSlides/notesSlide2.xml" Id="R2c328205c97d43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86aedc74393467e" /><Relationship Type="http://schemas.openxmlformats.org/officeDocument/2006/relationships/notesSlide" Target="/ppt/notesSlides/notesSlide3.xml" Id="R21eec35dde4c49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d59c2fbc5b4113" /><Relationship Type="http://schemas.openxmlformats.org/officeDocument/2006/relationships/image" Target="/ppt/media/image2.png" Id="Raa0bd91146804f19" /><Relationship Type="http://schemas.openxmlformats.org/officeDocument/2006/relationships/image" Target="/ppt/media/image3.png" Id="Ra97f186c348b49d6" /><Relationship Type="http://schemas.openxmlformats.org/officeDocument/2006/relationships/notesSlide" Target="/ppt/notesSlides/notesSlide4.xml" Id="R5efbe9a35b7541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2c69193bab47ca" /><Relationship Type="http://schemas.openxmlformats.org/officeDocument/2006/relationships/image" Target="/ppt/media/image4.png" Id="Rc4271d1a68ef4a70" /><Relationship Type="http://schemas.openxmlformats.org/officeDocument/2006/relationships/notesSlide" Target="/ppt/notesSlides/notesSlide5.xml" Id="R73ea9c556972417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6304dfc63f4958" /><Relationship Type="http://schemas.openxmlformats.org/officeDocument/2006/relationships/image" Target="/ppt/media/image5.png" Id="Rebd2f7a393e640c3" /><Relationship Type="http://schemas.openxmlformats.org/officeDocument/2006/relationships/image" Target="/ppt/media/image6.png" Id="Ra22254137414497a" /><Relationship Type="http://schemas.openxmlformats.org/officeDocument/2006/relationships/notesSlide" Target="/ppt/notesSlides/notesSlide6.xml" Id="R374c50d3c43349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b978bab9a449ec" /><Relationship Type="http://schemas.openxmlformats.org/officeDocument/2006/relationships/image" Target="/ppt/media/image7.png" Id="Rd5b0b42f1dbe483c" /><Relationship Type="http://schemas.openxmlformats.org/officeDocument/2006/relationships/image" Target="/ppt/media/image8.png" Id="Rd43a48f4eabd45ad" /><Relationship Type="http://schemas.openxmlformats.org/officeDocument/2006/relationships/image" Target="/ppt/media/image9.png" Id="R55f021d8bd764b66" /><Relationship Type="http://schemas.openxmlformats.org/officeDocument/2006/relationships/notesSlide" Target="/ppt/notesSlides/notesSlide7.xml" Id="Rd090b1178e844c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98592bceed74fe2" /><Relationship Type="http://schemas.openxmlformats.org/officeDocument/2006/relationships/image" Target="/ppt/media/image10.png" Id="R76866860466246f0" /><Relationship Type="http://schemas.openxmlformats.org/officeDocument/2006/relationships/image" Target="/ppt/media/image11.png" Id="Rf9ef11ecddbd4baf" /><Relationship Type="http://schemas.openxmlformats.org/officeDocument/2006/relationships/notesSlide" Target="/ppt/notesSlides/notesSlide8.xml" Id="R8583fd79109149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fdcaa6cd96241f5" /><Relationship Type="http://schemas.openxmlformats.org/officeDocument/2006/relationships/image" Target="/ppt/media/image12.png" Id="Rd6123203301f47ac" /><Relationship Type="http://schemas.openxmlformats.org/officeDocument/2006/relationships/image" Target="/ppt/media/image13.png" Id="Rcf9a56558ff74f8b" /><Relationship Type="http://schemas.openxmlformats.org/officeDocument/2006/relationships/notesSlide" Target="/ppt/notesSlides/notesSlide9.xml" Id="R7d2ec142d7404c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021a7515d2e4836" /><Relationship Type="http://schemas.openxmlformats.org/officeDocument/2006/relationships/notesSlide" Target="/ppt/notesSlides/notesSlide10.xml" Id="Rd16ef766e3f846e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5c46005abc24adb" /><Relationship Type="http://schemas.openxmlformats.org/officeDocument/2006/relationships/notesSlide" Target="/ppt/notesSlides/notesSlide11.xml" Id="R9da5e1fc7a3e42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d74420e45b84a0a" /><Relationship Type="http://schemas.openxmlformats.org/officeDocument/2006/relationships/notesSlide" Target="/ppt/notesSlides/notesSlide12.xml" Id="R76b4a80444f6468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957abdb0b7c4803" /><Relationship Type="http://schemas.openxmlformats.org/officeDocument/2006/relationships/notesSlide" Target="/ppt/notesSlides/notesSlide13.xml" Id="R6f72d8c3f797434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bfdcac9af794a69" /><Relationship Type="http://schemas.openxmlformats.org/officeDocument/2006/relationships/chart" Target="/ppt/slides/charts/chart1.xml" Id="R8d50cd49972042a1" /><Relationship Type="http://schemas.openxmlformats.org/officeDocument/2006/relationships/chart" Target="/ppt/slides/charts/chart2.xml" Id="Rc0c405851f224598" /><Relationship Type="http://schemas.openxmlformats.org/officeDocument/2006/relationships/chart" Target="/ppt/slides/charts/chart3.xml" Id="R764ab8078dfa4163" /><Relationship Type="http://schemas.openxmlformats.org/officeDocument/2006/relationships/notesSlide" Target="/ppt/notesSlides/notesSlide14.xml" Id="Rd95b0fa97ef24ca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c1ef224239e4c51" /><Relationship Type="http://schemas.openxmlformats.org/officeDocument/2006/relationships/notesSlide" Target="/ppt/notesSlides/notesSlide15.xml" Id="R8a32437e42cc40b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f14cc0c988d46ed" /><Relationship Type="http://schemas.openxmlformats.org/officeDocument/2006/relationships/notesSlide" Target="/ppt/notesSlides/notesSlide16.xml" Id="R4e22099443af4e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db4c46322944238" /><Relationship Type="http://schemas.openxmlformats.org/officeDocument/2006/relationships/notesSlide" Target="/ppt/notesSlides/notesSlide17.xml" Id="R6d4b4cbfd2b044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56ab27969b94a64" /><Relationship Type="http://schemas.openxmlformats.org/officeDocument/2006/relationships/notesSlide" Target="/ppt/notesSlides/notesSlide18.xml" Id="R1e48ed4e6ea141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f0342f500e54286" /><Relationship Type="http://schemas.openxmlformats.org/officeDocument/2006/relationships/chart" Target="/ppt/slides/charts/chart4.xml" Id="R8e8b8352270540cc" /><Relationship Type="http://schemas.openxmlformats.org/officeDocument/2006/relationships/chart" Target="/ppt/slides/charts/chart5.xml" Id="R7c7ebc010ff34c18" /><Relationship Type="http://schemas.openxmlformats.org/officeDocument/2006/relationships/notesSlide" Target="/ppt/notesSlides/notesSlide19.xml" Id="Rd857b425d24e441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3829c6c90294448" /><Relationship Type="http://schemas.openxmlformats.org/officeDocument/2006/relationships/notesSlide" Target="/ppt/notesSlides/notesSlide20.xml" Id="R9c645165bda944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6fd7d934c7e4a5c" /><Relationship Type="http://schemas.openxmlformats.org/officeDocument/2006/relationships/notesSlide" Target="/ppt/notesSlides/notesSlide21.xml" Id="R210d6f6b28cc41d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54482ce6c8e4506" /><Relationship Type="http://schemas.openxmlformats.org/officeDocument/2006/relationships/notesSlide" Target="/ppt/notesSlides/notesSlide22.xml" Id="Re7d1bd6e0e864fa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fbbd18530184377" /><Relationship Type="http://schemas.openxmlformats.org/officeDocument/2006/relationships/chart" Target="/ppt/slides/charts/chart6.xml" Id="R273c88d537984622" /><Relationship Type="http://schemas.openxmlformats.org/officeDocument/2006/relationships/chart" Target="/ppt/slides/charts/chart7.xml" Id="Reb00c914e6444091" /><Relationship Type="http://schemas.openxmlformats.org/officeDocument/2006/relationships/chart" Target="/ppt/slides/charts/chart8.xml" Id="R26c3907061294ff5" /><Relationship Type="http://schemas.openxmlformats.org/officeDocument/2006/relationships/notesSlide" Target="/ppt/notesSlides/notesSlide23.xml" Id="R073656e9b2d043b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b5d8f3575cf4b88" /><Relationship Type="http://schemas.openxmlformats.org/officeDocument/2006/relationships/chart" Target="/ppt/slides/charts/chart9.xml" Id="R41f062f4178946e5" /><Relationship Type="http://schemas.openxmlformats.org/officeDocument/2006/relationships/chart" Target="/ppt/slides/charts/chart10.xml" Id="R88581215b27a4e2d" /><Relationship Type="http://schemas.openxmlformats.org/officeDocument/2006/relationships/chart" Target="/ppt/slides/charts/chart11.xml" Id="Rdb50506e299649c6" /><Relationship Type="http://schemas.openxmlformats.org/officeDocument/2006/relationships/notesSlide" Target="/ppt/notesSlides/notesSlide24.xml" Id="Rb9b5089741d849b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aadf1f403324498" /><Relationship Type="http://schemas.openxmlformats.org/officeDocument/2006/relationships/chart" Target="/ppt/slides/charts/chart12.xml" Id="R73bdd15585804d0b" /><Relationship Type="http://schemas.openxmlformats.org/officeDocument/2006/relationships/chart" Target="/ppt/slides/charts/chart13.xml" Id="Rac6f151a703c4d25" /><Relationship Type="http://schemas.openxmlformats.org/officeDocument/2006/relationships/chart" Target="/ppt/slides/charts/chart14.xml" Id="R12794e78da8a416d" /><Relationship Type="http://schemas.openxmlformats.org/officeDocument/2006/relationships/notesSlide" Target="/ppt/notesSlides/notesSlide25.xml" Id="R6adc1624b6c446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7ab4d24d0924bff" /><Relationship Type="http://schemas.openxmlformats.org/officeDocument/2006/relationships/chart" Target="/ppt/slides/charts/chart15.xml" Id="Rfa2b861c64aa40b8" /><Relationship Type="http://schemas.openxmlformats.org/officeDocument/2006/relationships/chart" Target="/ppt/slides/charts/chart16.xml" Id="Re19c8db353aa4c7c" /><Relationship Type="http://schemas.openxmlformats.org/officeDocument/2006/relationships/chart" Target="/ppt/slides/charts/chart17.xml" Id="Rd5beffd99adf4c6a" /><Relationship Type="http://schemas.openxmlformats.org/officeDocument/2006/relationships/image" Target="/ppt/media/image14.png" Id="R8ccec6bafc7146f8" /><Relationship Type="http://schemas.openxmlformats.org/officeDocument/2006/relationships/notesSlide" Target="/ppt/notesSlides/notesSlide26.xml" Id="Ra51ed374d47b400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01e966d97674f1f" /><Relationship Type="http://schemas.openxmlformats.org/officeDocument/2006/relationships/notesSlide" Target="/ppt/notesSlides/notesSlide27.xml" Id="Ra9ce225041de46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3c35b5ba7234ba7" /><Relationship Type="http://schemas.openxmlformats.org/officeDocument/2006/relationships/image" Target="/ppt/media/image15.png" Id="Raeaeddda39544d27" /><Relationship Type="http://schemas.openxmlformats.org/officeDocument/2006/relationships/chart" Target="/ppt/slides/charts/chart18.xml" Id="R15a66808bea34d34" /><Relationship Type="http://schemas.openxmlformats.org/officeDocument/2006/relationships/chart" Target="/ppt/slides/charts/chart19.xml" Id="Rb7cfbf2da96e4e83" /><Relationship Type="http://schemas.openxmlformats.org/officeDocument/2006/relationships/chart" Target="/ppt/slides/charts/chart20.xml" Id="R24ba882a900849e1" /><Relationship Type="http://schemas.openxmlformats.org/officeDocument/2006/relationships/chart" Target="/ppt/slides/charts/chart21.xml" Id="R5c4700b8c7784bcf" /><Relationship Type="http://schemas.openxmlformats.org/officeDocument/2006/relationships/notesSlide" Target="/ppt/notesSlides/notesSlide28.xml" Id="R61ff64b071de4ab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af3aeaabb3a426c" /><Relationship Type="http://schemas.openxmlformats.org/officeDocument/2006/relationships/image" Target="/ppt/media/image16.png" Id="R433df0a9778e4bf7" /><Relationship Type="http://schemas.openxmlformats.org/officeDocument/2006/relationships/notesSlide" Target="/ppt/notesSlides/notesSlide29.xml" Id="R4b322a10525c46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9c0af75c198419e" /><Relationship Type="http://schemas.openxmlformats.org/officeDocument/2006/relationships/notesSlide" Target="/ppt/notesSlides/notesSlide30.xml" Id="R02037f323ced4cd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0a1e43db214493c" /><Relationship Type="http://schemas.openxmlformats.org/officeDocument/2006/relationships/notesSlide" Target="/ppt/notesSlides/notesSlide31.xml" Id="R8b338ab7888a4f8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0afb657fede4117" /><Relationship Type="http://schemas.openxmlformats.org/officeDocument/2006/relationships/notesSlide" Target="/ppt/notesSlides/notesSlide32.xml" Id="Ra2ad2f30fa4446f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_rels/chart13.xml.rels><Relationships xmlns="http://schemas.openxmlformats.org/package/2006/relationships"><Relationship Id="rIdChartSnapshot1" Type="http://schemas.openxmlformats.org/officeDocument/2006/relationships/package" Target="../../embeddings/chart-data-snapshot-013.xlsx"/></Relationships>
</file>

<file path=ppt/slides/charts/_rels/chart14.xml.rels><Relationships xmlns="http://schemas.openxmlformats.org/package/2006/relationships"><Relationship Id="rIdChartSnapshot1" Type="http://schemas.openxmlformats.org/officeDocument/2006/relationships/package" Target="../../embeddings/chart-data-snapshot-014.xlsx"/></Relationships>
</file>

<file path=ppt/slides/charts/_rels/chart15.xml.rels><Relationships xmlns="http://schemas.openxmlformats.org/package/2006/relationships"><Relationship Id="rIdChartSnapshot1" Type="http://schemas.openxmlformats.org/officeDocument/2006/relationships/package" Target="../../embeddings/chart-data-snapshot-015.xlsx"/></Relationships>
</file>

<file path=ppt/slides/charts/_rels/chart16.xml.rels><Relationships xmlns="http://schemas.openxmlformats.org/package/2006/relationships"><Relationship Id="rIdChartSnapshot1" Type="http://schemas.openxmlformats.org/officeDocument/2006/relationships/package" Target="../../embeddings/chart-data-snapshot-016.xlsx"/></Relationships>
</file>

<file path=ppt/slides/charts/_rels/chart17.xml.rels><Relationships xmlns="http://schemas.openxmlformats.org/package/2006/relationships"><Relationship Id="rIdChartSnapshot1" Type="http://schemas.openxmlformats.org/officeDocument/2006/relationships/package" Target="../../embeddings/chart-data-snapshot-017.xlsx"/></Relationships>
</file>

<file path=ppt/slides/charts/_rels/chart18.xml.rels><Relationships xmlns="http://schemas.openxmlformats.org/package/2006/relationships"><Relationship Id="rIdChartSnapshot1" Type="http://schemas.openxmlformats.org/officeDocument/2006/relationships/package" Target="../../embeddings/chart-data-snapshot-018.xlsx"/></Relationships>
</file>

<file path=ppt/slides/charts/_rels/chart19.xml.rels><Relationships xmlns="http://schemas.openxmlformats.org/package/2006/relationships"><Relationship Id="rIdChartSnapshot1" Type="http://schemas.openxmlformats.org/officeDocument/2006/relationships/package" Target="../../embeddings/chart-data-snapshot-019.xlsx"/></Relationships>
</file>

<file path=ppt/slides/charts/_rels/chart20.xml.rels><Relationships xmlns="http://schemas.openxmlformats.org/package/2006/relationships"><Relationship Id="rIdChartSnapshot1" Type="http://schemas.openxmlformats.org/officeDocument/2006/relationships/package" Target="../../embeddings/chart-data-snapshot-020.xlsx"/></Relationships>
</file>

<file path=ppt/slides/charts/_rels/chart21.xml.rels><Relationships xmlns="http://schemas.openxmlformats.org/package/2006/relationships"><Relationship Id="rIdChartSnapshot1" Type="http://schemas.openxmlformats.org/officeDocument/2006/relationships/package" Target="../../embeddings/chart-data-snapshot-02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Critical interruption</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Critical interruption</c:v>
          </c:tx>
          <c:spPr>
            <a:solidFill xmlns:a="http://schemas.openxmlformats.org/drawingml/2006/main">
              <a:srgbClr val="137B73"/>
            </a:solidFill>
          </c:spPr>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Fixed</c:v>
                </c:pt>
                <c:pt idx="1">
                  <c:v>Optimizer</c:v>
                </c:pt>
                <c:pt idx="2">
                  <c:v>PPO</c:v>
                </c:pt>
              </c:strCache>
            </c:strRef>
          </c:cat>
          <c:val>
            <c:numRef>
              <c:f>'Chart Data'!$B$2:$B$4</c:f>
              <c:numCache>
                <c:formatCode>0.00</c:formatCode>
                <c:ptCount val="3"/>
                <c:pt idx="0">
                  <c:v>102.05</c:v>
                </c:pt>
                <c:pt idx="1">
                  <c:v>0</c:v>
                </c:pt>
                <c:pt idx="2">
                  <c:v>0</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120"/>
          <c:min val="0"/>
        </c:scaling>
        <c:delete val="0"/>
        <c:axPos val="l"/>
        <c:majorGridlines>
          <c:spPr>
            <a:ln xmlns:a="http://schemas.openxmlformats.org/drawingml/2006/main" w="6668">
              <a:solidFill>
                <a:srgbClr val="D8E5DF"/>
              </a:solidFill>
            </a:ln>
          </c:spPr>
        </c:majorGridlines>
        <c:title>
          <c:tx>
            <c:rich>
              <a:bodyPr xmlns:a="http://schemas.openxmlformats.org/drawingml/2006/main"/>
              <a:lstStyle xmlns:a="http://schemas.openxmlformats.org/drawingml/2006/main"/>
              <a:p xmlns:a="http://schemas.openxmlformats.org/drawingml/2006/main">
                <a:r>
                  <a:rPr sz="1275">
                    <a:solidFill>
                      <a:srgbClr val="173F43"/>
                    </a:solidFill>
                    <a:latin typeface="Atkinson Hyperlegible"/>
                    <a:ea typeface="Atkinson Hyperlegible"/>
                    <a:cs typeface="Atkinson Hyperlegible"/>
                  </a:rPr>
                  <a:t>Locality-hours / day</a:t>
                </a:r>
              </a:p>
            </c:rich>
          </c:tx>
          <c:overlay val="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Jain service fairness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Jain service fairness (%)</c:v>
          </c:tx>
          <c:spPr>
            <a:solidFill xmlns:a="http://schemas.openxmlformats.org/drawingml/2006/main">
              <a:srgbClr val="137B73"/>
            </a:solidFill>
          </c:spPr>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Fixed</c:v>
                </c:pt>
                <c:pt idx="1">
                  <c:v>Optimizer</c:v>
                </c:pt>
                <c:pt idx="2">
                  <c:v>PPO</c:v>
                </c:pt>
              </c:strCache>
            </c:strRef>
          </c:cat>
          <c:val>
            <c:numRef>
              <c:f>'Chart Data'!$B$2:$B$4</c:f>
              <c:numCache>
                <c:formatCode>0.00</c:formatCode>
                <c:ptCount val="3"/>
                <c:pt idx="0">
                  <c:v>87.7586807869375</c:v>
                </c:pt>
                <c:pt idx="1">
                  <c:v>94.7818992038568</c:v>
                </c:pt>
                <c:pt idx="2">
                  <c:v>97.0186953060329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110"/>
          <c:min val="0"/>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Supply utilization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Supply utilization (%)</c:v>
          </c:tx>
          <c:spPr>
            <a:solidFill xmlns:a="http://schemas.openxmlformats.org/drawingml/2006/main">
              <a:srgbClr val="137B73"/>
            </a:solidFill>
          </c:spPr>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Fixed</c:v>
                </c:pt>
                <c:pt idx="1">
                  <c:v>Optimizer</c:v>
                </c:pt>
                <c:pt idx="2">
                  <c:v>PPO</c:v>
                </c:pt>
              </c:strCache>
            </c:strRef>
          </c:cat>
          <c:val>
            <c:numRef>
              <c:f>'Chart Data'!$B$2:$B$4</c:f>
              <c:numCache>
                <c:formatCode>0.00</c:formatCode>
                <c:ptCount val="3"/>
                <c:pt idx="0">
                  <c:v>71.2337016376356</c:v>
                </c:pt>
                <c:pt idx="1">
                  <c:v>97.4141018899779</c:v>
                </c:pt>
                <c:pt idx="2">
                  <c:v>97.0152495602767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110"/>
          <c:min val="0"/>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Jain service fairness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Fixed Rotation</c:v>
          </c:tx>
          <c:spPr>
            <a:solidFill xmlns:a="http://schemas.openxmlformats.org/drawingml/2006/main">
              <a:srgbClr val="58787A"/>
            </a:solidFill>
          </c:spPr>
          <c:invertIfNegative val="0"/>
          <c:cat>
            <c:strRef>
              <c:f>'Chart Data'!$A$2:$A$4</c:f>
              <c:strCache>
                <c:ptCount val="3"/>
                <c:pt idx="0">
                  <c:v>Mild</c:v>
                </c:pt>
                <c:pt idx="1">
                  <c:v>Moderate</c:v>
                </c:pt>
                <c:pt idx="2">
                  <c:v>Severe</c:v>
                </c:pt>
              </c:strCache>
            </c:strRef>
          </c:cat>
          <c:val>
            <c:numRef>
              <c:f>'Chart Data'!$B$2:$B$4</c:f>
              <c:numCache>
                <c:formatCode>0.0</c:formatCode>
                <c:ptCount val="3"/>
                <c:pt idx="0">
                  <c:v>87.7395750954747</c:v>
                </c:pt>
                <c:pt idx="1">
                  <c:v>87.7395750954747</c:v>
                </c:pt>
                <c:pt idx="2">
                  <c:v>87.796892169863</c:v>
                </c:pt>
              </c:numCache>
            </c:numRef>
          </c:val>
        </c:ser>
        <c:ser>
          <c:idx val="1"/>
          <c:order val="1"/>
          <c:tx>
            <c:v>Optimizer</c:v>
          </c:tx>
          <c:spPr>
            <a:solidFill xmlns:a="http://schemas.openxmlformats.org/drawingml/2006/main">
              <a:srgbClr val="E77D60"/>
            </a:solidFill>
          </c:spPr>
          <c:invertIfNegative val="0"/>
          <c:cat>
            <c:strRef>
              <c:f>'Chart Data'!$C$2:$C$4</c:f>
              <c:strCache>
                <c:ptCount val="3"/>
                <c:pt idx="0">
                  <c:v>Mild</c:v>
                </c:pt>
                <c:pt idx="1">
                  <c:v>Moderate</c:v>
                </c:pt>
                <c:pt idx="2">
                  <c:v>Severe</c:v>
                </c:pt>
              </c:strCache>
            </c:strRef>
          </c:cat>
          <c:val>
            <c:numRef>
              <c:f>'Chart Data'!$D$2:$D$4</c:f>
              <c:numCache>
                <c:formatCode>0.0</c:formatCode>
                <c:ptCount val="3"/>
                <c:pt idx="0">
                  <c:v>96.411144528538</c:v>
                </c:pt>
                <c:pt idx="1">
                  <c:v>94.997111056</c:v>
                </c:pt>
                <c:pt idx="2">
                  <c:v>92.9374420270324</c:v>
                </c:pt>
              </c:numCache>
            </c:numRef>
          </c:val>
        </c:ser>
        <c:ser>
          <c:idx val="2"/>
          <c:order val="2"/>
          <c:tx>
            <c:v>PPO</c:v>
          </c:tx>
          <c:spPr>
            <a:solidFill xmlns:a="http://schemas.openxmlformats.org/drawingml/2006/main">
              <a:srgbClr val="137B73"/>
            </a:solidFill>
          </c:spPr>
          <c:invertIfNegative val="0"/>
          <c:cat>
            <c:strRef>
              <c:f>'Chart Data'!$E$2:$E$4</c:f>
              <c:strCache>
                <c:ptCount val="3"/>
                <c:pt idx="0">
                  <c:v>Mild</c:v>
                </c:pt>
                <c:pt idx="1">
                  <c:v>Moderate</c:v>
                </c:pt>
                <c:pt idx="2">
                  <c:v>Severe</c:v>
                </c:pt>
              </c:strCache>
            </c:strRef>
          </c:cat>
          <c:val>
            <c:numRef>
              <c:f>'Chart Data'!$F$2:$F$4</c:f>
              <c:numCache>
                <c:formatCode>0.0</c:formatCode>
                <c:ptCount val="3"/>
                <c:pt idx="0">
                  <c:v>97.9868826828897</c:v>
                </c:pt>
                <c:pt idx="1">
                  <c:v>97.2082426287234</c:v>
                </c:pt>
                <c:pt idx="2">
                  <c:v>95.8609606064856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110"/>
          <c:min val="0"/>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legend>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Supply utilization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Fixed Rotation</c:v>
          </c:tx>
          <c:spPr>
            <a:solidFill xmlns:a="http://schemas.openxmlformats.org/drawingml/2006/main">
              <a:srgbClr val="58787A"/>
            </a:solidFill>
          </c:spPr>
          <c:invertIfNegative val="0"/>
          <c:cat>
            <c:strRef>
              <c:f>'Chart Data'!$A$2:$A$4</c:f>
              <c:strCache>
                <c:ptCount val="3"/>
                <c:pt idx="0">
                  <c:v>Mild</c:v>
                </c:pt>
                <c:pt idx="1">
                  <c:v>Moderate</c:v>
                </c:pt>
                <c:pt idx="2">
                  <c:v>Severe</c:v>
                </c:pt>
              </c:strCache>
            </c:strRef>
          </c:cat>
          <c:val>
            <c:numRef>
              <c:f>'Chart Data'!$B$2:$B$4</c:f>
              <c:numCache>
                <c:formatCode>0.0</c:formatCode>
                <c:ptCount val="3"/>
                <c:pt idx="0">
                  <c:v>54.2764255590737</c:v>
                </c:pt>
                <c:pt idx="1">
                  <c:v>68.6932520382106</c:v>
                </c:pt>
                <c:pt idx="2">
                  <c:v>90.7314273156226</c:v>
                </c:pt>
              </c:numCache>
            </c:numRef>
          </c:val>
        </c:ser>
        <c:ser>
          <c:idx val="1"/>
          <c:order val="1"/>
          <c:tx>
            <c:v>Optimizer</c:v>
          </c:tx>
          <c:spPr>
            <a:solidFill xmlns:a="http://schemas.openxmlformats.org/drawingml/2006/main">
              <a:srgbClr val="E77D60"/>
            </a:solidFill>
          </c:spPr>
          <c:invertIfNegative val="0"/>
          <c:cat>
            <c:strRef>
              <c:f>'Chart Data'!$C$2:$C$4</c:f>
              <c:strCache>
                <c:ptCount val="3"/>
                <c:pt idx="0">
                  <c:v>Mild</c:v>
                </c:pt>
                <c:pt idx="1">
                  <c:v>Moderate</c:v>
                </c:pt>
                <c:pt idx="2">
                  <c:v>Severe</c:v>
                </c:pt>
              </c:strCache>
            </c:strRef>
          </c:cat>
          <c:val>
            <c:numRef>
              <c:f>'Chart Data'!$D$2:$D$4</c:f>
              <c:numCache>
                <c:formatCode>0.0</c:formatCode>
                <c:ptCount val="3"/>
                <c:pt idx="0">
                  <c:v>98.0913935601711</c:v>
                </c:pt>
                <c:pt idx="1">
                  <c:v>98.0162213742733</c:v>
                </c:pt>
                <c:pt idx="2">
                  <c:v>96.1346907354891</c:v>
                </c:pt>
              </c:numCache>
            </c:numRef>
          </c:val>
        </c:ser>
        <c:ser>
          <c:idx val="2"/>
          <c:order val="2"/>
          <c:tx>
            <c:v>PPO</c:v>
          </c:tx>
          <c:spPr>
            <a:solidFill xmlns:a="http://schemas.openxmlformats.org/drawingml/2006/main">
              <a:srgbClr val="137B73"/>
            </a:solidFill>
          </c:spPr>
          <c:invertIfNegative val="0"/>
          <c:cat>
            <c:strRef>
              <c:f>'Chart Data'!$E$2:$E$4</c:f>
              <c:strCache>
                <c:ptCount val="3"/>
                <c:pt idx="0">
                  <c:v>Mild</c:v>
                </c:pt>
                <c:pt idx="1">
                  <c:v>Moderate</c:v>
                </c:pt>
                <c:pt idx="2">
                  <c:v>Severe</c:v>
                </c:pt>
              </c:strCache>
            </c:strRef>
          </c:cat>
          <c:val>
            <c:numRef>
              <c:f>'Chart Data'!$F$2:$F$4</c:f>
              <c:numCache>
                <c:formatCode>0.0</c:formatCode>
                <c:ptCount val="3"/>
                <c:pt idx="0">
                  <c:v>98.1168481595814</c:v>
                </c:pt>
                <c:pt idx="1">
                  <c:v>97.5241124369204</c:v>
                </c:pt>
                <c:pt idx="2">
                  <c:v>95.4047880843282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110"/>
          <c:min val="0"/>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legend>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Daily reward</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19050">
              <a:solidFill>
                <a:srgbClr val="7DB8B2"/>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0.00</c:formatCode>
                <c:ptCount val="31"/>
                <c:pt idx="0">
                  <c:v>23.3163132866224</c:v>
                </c:pt>
                <c:pt idx="1">
                  <c:v>23.348685614268</c:v>
                </c:pt>
                <c:pt idx="2">
                  <c:v>23.4134905894597</c:v>
                </c:pt>
                <c:pt idx="3">
                  <c:v>23.4232823053996</c:v>
                </c:pt>
                <c:pt idx="4">
                  <c:v>23.4380323131879</c:v>
                </c:pt>
                <c:pt idx="5">
                  <c:v>23.449308737119</c:v>
                </c:pt>
                <c:pt idx="6">
                  <c:v>23.4523913065592</c:v>
                </c:pt>
                <c:pt idx="7">
                  <c:v>23.4572440385818</c:v>
                </c:pt>
                <c:pt idx="8">
                  <c:v>23.4628253976504</c:v>
                </c:pt>
                <c:pt idx="9">
                  <c:v>23.4645769635836</c:v>
                </c:pt>
                <c:pt idx="10">
                  <c:v>23.4669097622236</c:v>
                </c:pt>
                <c:pt idx="11">
                  <c:v>23.4695433974266</c:v>
                </c:pt>
                <c:pt idx="12">
                  <c:v>23.4722161769867</c:v>
                </c:pt>
                <c:pt idx="13">
                  <c:v>23.4747596184413</c:v>
                </c:pt>
                <c:pt idx="14">
                  <c:v>23.4754340728124</c:v>
                </c:pt>
                <c:pt idx="15">
                  <c:v>23.4780822912852</c:v>
                </c:pt>
                <c:pt idx="16">
                  <c:v>23.4788068334262</c:v>
                </c:pt>
                <c:pt idx="17">
                  <c:v>23.4793035030365</c:v>
                </c:pt>
                <c:pt idx="18">
                  <c:v>23.479747903347</c:v>
                </c:pt>
                <c:pt idx="19">
                  <c:v>23.4807823936145</c:v>
                </c:pt>
                <c:pt idx="20">
                  <c:v>23.4811563372612</c:v>
                </c:pt>
                <c:pt idx="21">
                  <c:v>23.4813351035118</c:v>
                </c:pt>
                <c:pt idx="22">
                  <c:v>23.4825081626574</c:v>
                </c:pt>
                <c:pt idx="23">
                  <c:v>23.4830603877703</c:v>
                </c:pt>
                <c:pt idx="24">
                  <c:v>23.4828404664993</c:v>
                </c:pt>
                <c:pt idx="25">
                  <c:v>23.4830399711927</c:v>
                </c:pt>
                <c:pt idx="26">
                  <c:v>23.4849301497142</c:v>
                </c:pt>
                <c:pt idx="27">
                  <c:v>23.4840087294579</c:v>
                </c:pt>
                <c:pt idx="28">
                  <c:v>23.4846448898315</c:v>
                </c:pt>
                <c:pt idx="29">
                  <c:v>23.4855497479439</c:v>
                </c:pt>
                <c:pt idx="30">
                  <c:v>23.4854803045591</c:v>
                </c:pt>
              </c:numCache>
            </c:numRef>
          </c:yVal>
          <c:smooth val="0"/>
        </c:ser>
        <c:ser>
          <c:idx val="1"/>
          <c:order val="1"/>
          <c:tx>
            <c:v>2718</c:v>
          </c:tx>
          <c:spPr>
            <a:ln xmlns:a="http://schemas.openxmlformats.org/drawingml/2006/main" w="19050">
              <a:solidFill>
                <a:srgbClr val="E9B7A9"/>
              </a:solidFill>
            </a:ln>
          </c:spPr>
          <c:marker>
            <c:symbol val="none"/>
          </c:marker>
          <c:xVal>
            <c:numRef>
              <c:f>'Chart Data'!$C$2:$C$32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Data'!$D$2:$D$32</c:f>
              <c:numCache>
                <c:formatCode>0.00</c:formatCode>
                <c:ptCount val="31"/>
                <c:pt idx="0">
                  <c:v>23.3206028739611</c:v>
                </c:pt>
                <c:pt idx="1">
                  <c:v>23.330490231514</c:v>
                </c:pt>
                <c:pt idx="2">
                  <c:v>23.4220259428024</c:v>
                </c:pt>
                <c:pt idx="3">
                  <c:v>23.4459416707357</c:v>
                </c:pt>
                <c:pt idx="4">
                  <c:v>23.4569874644279</c:v>
                </c:pt>
                <c:pt idx="5">
                  <c:v>23.4646341602008</c:v>
                </c:pt>
                <c:pt idx="6">
                  <c:v>23.468334933122</c:v>
                </c:pt>
                <c:pt idx="7">
                  <c:v>23.4710539380709</c:v>
                </c:pt>
                <c:pt idx="8">
                  <c:v>23.473455897967</c:v>
                </c:pt>
                <c:pt idx="9">
                  <c:v>23.476123046875</c:v>
                </c:pt>
                <c:pt idx="10">
                  <c:v>23.4767346819242</c:v>
                </c:pt>
                <c:pt idx="11">
                  <c:v>23.4784696300824</c:v>
                </c:pt>
                <c:pt idx="12">
                  <c:v>23.4803602258364</c:v>
                </c:pt>
                <c:pt idx="13">
                  <c:v>23.4810277183851</c:v>
                </c:pt>
                <c:pt idx="14">
                  <c:v>23.4839326381683</c:v>
                </c:pt>
                <c:pt idx="15">
                  <c:v>23.4829011559486</c:v>
                </c:pt>
                <c:pt idx="16">
                  <c:v>23.4866138060888</c:v>
                </c:pt>
                <c:pt idx="17">
                  <c:v>23.4850093126297</c:v>
                </c:pt>
                <c:pt idx="18">
                  <c:v>23.4873999476433</c:v>
                </c:pt>
                <c:pt idx="19">
                  <c:v>23.4863083879153</c:v>
                </c:pt>
                <c:pt idx="20">
                  <c:v>23.4873005231222</c:v>
                </c:pt>
                <c:pt idx="21">
                  <c:v>23.4892620364825</c:v>
                </c:pt>
                <c:pt idx="22">
                  <c:v>23.4895504752795</c:v>
                </c:pt>
                <c:pt idx="23">
                  <c:v>23.4904114445051</c:v>
                </c:pt>
                <c:pt idx="24">
                  <c:v>23.4913725177447</c:v>
                </c:pt>
                <c:pt idx="25">
                  <c:v>23.4911235292753</c:v>
                </c:pt>
                <c:pt idx="26">
                  <c:v>23.4925698677699</c:v>
                </c:pt>
                <c:pt idx="27">
                  <c:v>23.4933848023415</c:v>
                </c:pt>
                <c:pt idx="28">
                  <c:v>23.4939765930176</c:v>
                </c:pt>
                <c:pt idx="29">
                  <c:v>23.4936449964841</c:v>
                </c:pt>
                <c:pt idx="30">
                  <c:v>23.4940674185753</c:v>
                </c:pt>
              </c:numCache>
            </c:numRef>
          </c:yVal>
          <c:smooth val="0"/>
        </c:ser>
        <c:ser>
          <c:idx val="2"/>
          <c:order val="2"/>
          <c:tx>
            <c:v>3141</c:v>
          </c:tx>
          <c:spPr>
            <a:ln xmlns:a="http://schemas.openxmlformats.org/drawingml/2006/main" w="19050">
              <a:solidFill>
                <a:srgbClr val="A5B4D1"/>
              </a:solidFill>
            </a:ln>
          </c:spPr>
          <c:marker>
            <c:symbol val="none"/>
          </c:marker>
          <c:xVal>
            <c:numRef>
              <c:f>'Chart Data'!$E$2:$E$32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Data'!$F$2:$F$32</c:f>
              <c:numCache>
                <c:formatCode>0.00</c:formatCode>
                <c:ptCount val="31"/>
                <c:pt idx="0">
                  <c:v>23.3242558280627</c:v>
                </c:pt>
                <c:pt idx="1">
                  <c:v>23.3947934985161</c:v>
                </c:pt>
                <c:pt idx="2">
                  <c:v>23.4274807254473</c:v>
                </c:pt>
                <c:pt idx="3">
                  <c:v>23.4496935089429</c:v>
                </c:pt>
                <c:pt idx="4">
                  <c:v>23.4632056355476</c:v>
                </c:pt>
                <c:pt idx="5">
                  <c:v>23.4686943809191</c:v>
                </c:pt>
                <c:pt idx="6">
                  <c:v>23.4717005530993</c:v>
                </c:pt>
                <c:pt idx="7">
                  <c:v>23.4754267295202</c:v>
                </c:pt>
                <c:pt idx="8">
                  <c:v>23.4776384989421</c:v>
                </c:pt>
                <c:pt idx="9">
                  <c:v>23.4808318018913</c:v>
                </c:pt>
                <c:pt idx="10">
                  <c:v>23.4854080756505</c:v>
                </c:pt>
                <c:pt idx="11">
                  <c:v>23.4892591238022</c:v>
                </c:pt>
                <c:pt idx="12">
                  <c:v>23.4897203564644</c:v>
                </c:pt>
                <c:pt idx="13">
                  <c:v>23.4913784901301</c:v>
                </c:pt>
                <c:pt idx="14">
                  <c:v>23.4938482284546</c:v>
                </c:pt>
                <c:pt idx="15">
                  <c:v>23.4949577093124</c:v>
                </c:pt>
                <c:pt idx="16">
                  <c:v>23.4973762075106</c:v>
                </c:pt>
                <c:pt idx="17">
                  <c:v>23.4987754543622</c:v>
                </c:pt>
                <c:pt idx="18">
                  <c:v>23.4999050577482</c:v>
                </c:pt>
                <c:pt idx="19">
                  <c:v>23.501248617967</c:v>
                </c:pt>
                <c:pt idx="20">
                  <c:v>23.5017925659815</c:v>
                </c:pt>
                <c:pt idx="21">
                  <c:v>23.502460583051</c:v>
                </c:pt>
                <c:pt idx="22">
                  <c:v>23.503084786733</c:v>
                </c:pt>
                <c:pt idx="23">
                  <c:v>23.5030127604802</c:v>
                </c:pt>
                <c:pt idx="24">
                  <c:v>23.5037062287331</c:v>
                </c:pt>
                <c:pt idx="25">
                  <c:v>23.5042065143585</c:v>
                </c:pt>
                <c:pt idx="26">
                  <c:v>23.5039857943853</c:v>
                </c:pt>
                <c:pt idx="27">
                  <c:v>23.5049358010292</c:v>
                </c:pt>
                <c:pt idx="28">
                  <c:v>23.5045461058617</c:v>
                </c:pt>
                <c:pt idx="29">
                  <c:v>23.5050503969193</c:v>
                </c:pt>
                <c:pt idx="30">
                  <c:v>23.5047329386075</c:v>
                </c:pt>
              </c:numCache>
            </c:numRef>
          </c:yVal>
          <c:smooth val="0"/>
        </c:ser>
        <c:ser>
          <c:idx val="3"/>
          <c:order val="3"/>
          <c:tx>
            <c:v>5772</c:v>
          </c:tx>
          <c:spPr>
            <a:ln xmlns:a="http://schemas.openxmlformats.org/drawingml/2006/main" w="19050">
              <a:solidFill>
                <a:srgbClr val="BEB0C9"/>
              </a:solidFill>
            </a:ln>
          </c:spPr>
          <c:marker>
            <c:symbol val="none"/>
          </c:marker>
          <c:xVal>
            <c:numRef>
              <c:f>'Chart Data'!$G$2:$G$32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Data'!$H$2:$H$32</c:f>
              <c:numCache>
                <c:formatCode>0.00</c:formatCode>
                <c:ptCount val="31"/>
                <c:pt idx="0">
                  <c:v>23.3190009514491</c:v>
                </c:pt>
                <c:pt idx="1">
                  <c:v>23.3435342152913</c:v>
                </c:pt>
                <c:pt idx="2">
                  <c:v>23.4098021070162</c:v>
                </c:pt>
                <c:pt idx="3">
                  <c:v>23.4541132092476</c:v>
                </c:pt>
                <c:pt idx="4">
                  <c:v>23.4723840753237</c:v>
                </c:pt>
                <c:pt idx="5">
                  <c:v>23.474505341053</c:v>
                </c:pt>
                <c:pt idx="6">
                  <c:v>23.4804931441943</c:v>
                </c:pt>
                <c:pt idx="7">
                  <c:v>23.4821828603745</c:v>
                </c:pt>
                <c:pt idx="8">
                  <c:v>23.4848220825195</c:v>
                </c:pt>
                <c:pt idx="9">
                  <c:v>23.486560344696</c:v>
                </c:pt>
                <c:pt idx="10">
                  <c:v>23.4911803921064</c:v>
                </c:pt>
                <c:pt idx="11">
                  <c:v>23.4935295581818</c:v>
                </c:pt>
                <c:pt idx="12">
                  <c:v>23.4948420802752</c:v>
                </c:pt>
                <c:pt idx="13">
                  <c:v>23.4965991695722</c:v>
                </c:pt>
                <c:pt idx="14">
                  <c:v>23.4984313408534</c:v>
                </c:pt>
                <c:pt idx="15">
                  <c:v>23.4979494333267</c:v>
                </c:pt>
                <c:pt idx="16">
                  <c:v>23.4989462653796</c:v>
                </c:pt>
                <c:pt idx="17">
                  <c:v>23.4993210554123</c:v>
                </c:pt>
                <c:pt idx="18">
                  <c:v>23.4995249430339</c:v>
                </c:pt>
                <c:pt idx="19">
                  <c:v>23.5007320086161</c:v>
                </c:pt>
                <c:pt idx="20">
                  <c:v>23.5007064223289</c:v>
                </c:pt>
                <c:pt idx="21">
                  <c:v>23.5003469586372</c:v>
                </c:pt>
                <c:pt idx="22">
                  <c:v>23.5012474338214</c:v>
                </c:pt>
                <c:pt idx="23">
                  <c:v>23.5014579971631</c:v>
                </c:pt>
                <c:pt idx="24">
                  <c:v>23.5018185138702</c:v>
                </c:pt>
                <c:pt idx="25">
                  <c:v>23.5017422914505</c:v>
                </c:pt>
                <c:pt idx="26">
                  <c:v>23.501584482193</c:v>
                </c:pt>
                <c:pt idx="27">
                  <c:v>23.5021884600321</c:v>
                </c:pt>
                <c:pt idx="28">
                  <c:v>23.5028400858243</c:v>
                </c:pt>
                <c:pt idx="29">
                  <c:v>23.5025159517924</c:v>
                </c:pt>
                <c:pt idx="30">
                  <c:v>23.5031533281008</c:v>
                </c:pt>
              </c:numCache>
            </c:numRef>
          </c:yVal>
          <c:smooth val="0"/>
        </c:ser>
        <c:ser>
          <c:idx val="4"/>
          <c:order val="4"/>
          <c:tx>
            <c:v>8111</c:v>
          </c:tx>
          <c:spPr>
            <a:ln xmlns:a="http://schemas.openxmlformats.org/drawingml/2006/main" w="19050">
              <a:solidFill>
                <a:srgbClr val="CCBB8F"/>
              </a:solidFill>
            </a:ln>
          </c:spPr>
          <c:marker>
            <c:symbol val="none"/>
          </c:marker>
          <c:xVal>
            <c:numRef>
              <c:f>'Chart Data'!$I$2:$I$32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Data'!$J$2:$J$32</c:f>
              <c:numCache>
                <c:formatCode>0.00</c:formatCode>
                <c:ptCount val="31"/>
                <c:pt idx="0">
                  <c:v>23.3179899613063</c:v>
                </c:pt>
                <c:pt idx="1">
                  <c:v>23.3810484131177</c:v>
                </c:pt>
                <c:pt idx="2">
                  <c:v>23.4198088010152</c:v>
                </c:pt>
                <c:pt idx="3">
                  <c:v>23.4519859155019</c:v>
                </c:pt>
                <c:pt idx="4">
                  <c:v>23.4676084717115</c:v>
                </c:pt>
                <c:pt idx="5">
                  <c:v>23.4737255891164</c:v>
                </c:pt>
                <c:pt idx="6">
                  <c:v>23.475577100118</c:v>
                </c:pt>
                <c:pt idx="7">
                  <c:v>23.4785440286001</c:v>
                </c:pt>
                <c:pt idx="8">
                  <c:v>23.4831726829211</c:v>
                </c:pt>
                <c:pt idx="9">
                  <c:v>23.4867666681608</c:v>
                </c:pt>
                <c:pt idx="10">
                  <c:v>23.4905729571978</c:v>
                </c:pt>
                <c:pt idx="11">
                  <c:v>23.4924647768339</c:v>
                </c:pt>
                <c:pt idx="12">
                  <c:v>23.4934573928515</c:v>
                </c:pt>
                <c:pt idx="13">
                  <c:v>23.4949580351512</c:v>
                </c:pt>
                <c:pt idx="14">
                  <c:v>23.4975600878398</c:v>
                </c:pt>
                <c:pt idx="15">
                  <c:v>23.4986939072609</c:v>
                </c:pt>
                <c:pt idx="16">
                  <c:v>23.5000062823296</c:v>
                </c:pt>
                <c:pt idx="17">
                  <c:v>23.5017437020938</c:v>
                </c:pt>
                <c:pt idx="18">
                  <c:v>23.5016634782155</c:v>
                </c:pt>
                <c:pt idx="19">
                  <c:v>23.5016542673111</c:v>
                </c:pt>
                <c:pt idx="20">
                  <c:v>23.5035719792048</c:v>
                </c:pt>
                <c:pt idx="21">
                  <c:v>23.5039335370064</c:v>
                </c:pt>
                <c:pt idx="22">
                  <c:v>23.5053472479184</c:v>
                </c:pt>
                <c:pt idx="23">
                  <c:v>23.5047086954117</c:v>
                </c:pt>
                <c:pt idx="24">
                  <c:v>23.505197306474</c:v>
                </c:pt>
                <c:pt idx="25">
                  <c:v>23.5070340315501</c:v>
                </c:pt>
                <c:pt idx="26">
                  <c:v>23.5056337873141</c:v>
                </c:pt>
                <c:pt idx="27">
                  <c:v>23.5061525464058</c:v>
                </c:pt>
                <c:pt idx="28">
                  <c:v>23.5060645898183</c:v>
                </c:pt>
                <c:pt idx="29">
                  <c:v>23.5063775102297</c:v>
                </c:pt>
                <c:pt idx="30">
                  <c:v>23.5069045623144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ax val="23.55"/>
          <c:min val="23.2"/>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Jain fairness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19050">
              <a:solidFill>
                <a:srgbClr val="7DB8B2"/>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c:formatCode>
                <c:ptCount val="31"/>
                <c:pt idx="0">
                  <c:v>93.0692190180222</c:v>
                </c:pt>
                <c:pt idx="1">
                  <c:v>93.8256985569994</c:v>
                </c:pt>
                <c:pt idx="2">
                  <c:v>95.4939313729604</c:v>
                </c:pt>
                <c:pt idx="3">
                  <c:v>95.5355708052715</c:v>
                </c:pt>
                <c:pt idx="4">
                  <c:v>95.9374207630754</c:v>
                </c:pt>
                <c:pt idx="5">
                  <c:v>96.2089203670621</c:v>
                </c:pt>
                <c:pt idx="6">
                  <c:v>96.1751721302668</c:v>
                </c:pt>
                <c:pt idx="7">
                  <c:v>96.2447319179773</c:v>
                </c:pt>
                <c:pt idx="8">
                  <c:v>96.3762179886301</c:v>
                </c:pt>
                <c:pt idx="9">
                  <c:v>96.3932126884659</c:v>
                </c:pt>
                <c:pt idx="10">
                  <c:v>96.4243278900782</c:v>
                </c:pt>
                <c:pt idx="11">
                  <c:v>96.540511722366</c:v>
                </c:pt>
                <c:pt idx="12">
                  <c:v>96.5546719978253</c:v>
                </c:pt>
                <c:pt idx="13">
                  <c:v>96.612548045814</c:v>
                </c:pt>
                <c:pt idx="14">
                  <c:v>96.6282807663083</c:v>
                </c:pt>
                <c:pt idx="15">
                  <c:v>96.6924647986889</c:v>
                </c:pt>
                <c:pt idx="16">
                  <c:v>96.7151938999693</c:v>
                </c:pt>
                <c:pt idx="17">
                  <c:v>96.7424203207095</c:v>
                </c:pt>
                <c:pt idx="18">
                  <c:v>96.7387917886178</c:v>
                </c:pt>
                <c:pt idx="19">
                  <c:v>96.7132009690007</c:v>
                </c:pt>
                <c:pt idx="20">
                  <c:v>96.7485825220744</c:v>
                </c:pt>
                <c:pt idx="21">
                  <c:v>96.7516353105505</c:v>
                </c:pt>
                <c:pt idx="22">
                  <c:v>96.7625115439296</c:v>
                </c:pt>
                <c:pt idx="23">
                  <c:v>96.7926861221592</c:v>
                </c:pt>
                <c:pt idx="24">
                  <c:v>96.8147598331173</c:v>
                </c:pt>
                <c:pt idx="25">
                  <c:v>96.8613133455316</c:v>
                </c:pt>
                <c:pt idx="26">
                  <c:v>96.8505959088604</c:v>
                </c:pt>
                <c:pt idx="27">
                  <c:v>96.8422723437349</c:v>
                </c:pt>
                <c:pt idx="28">
                  <c:v>96.8440170710286</c:v>
                </c:pt>
                <c:pt idx="29">
                  <c:v>96.856160312891</c:v>
                </c:pt>
                <c:pt idx="30">
                  <c:v>96.8665212516983</c:v>
                </c:pt>
              </c:numCache>
            </c:numRef>
          </c:yVal>
          <c:smooth val="0"/>
        </c:ser>
        <c:ser>
          <c:idx val="1"/>
          <c:order val="1"/>
          <c:tx>
            <c:v>2718</c:v>
          </c:tx>
          <c:spPr>
            <a:ln xmlns:a="http://schemas.openxmlformats.org/drawingml/2006/main" w="19050">
              <a:solidFill>
                <a:srgbClr val="E9B7A9"/>
              </a:solidFill>
            </a:ln>
          </c:spPr>
          <c:marker>
            <c:symbol val="none"/>
          </c:marker>
          <c:xVal>
            <c:numRef>
              <c:f>'Chart Data'!$C$2:$C$32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Data'!$D$2:$D$32</c:f>
              <c:numCache>
                <c:formatCode>0.0</c:formatCode>
                <c:ptCount val="31"/>
                <c:pt idx="0">
                  <c:v>93.1390220671892</c:v>
                </c:pt>
                <c:pt idx="1">
                  <c:v>93.6047893141707</c:v>
                </c:pt>
                <c:pt idx="2">
                  <c:v>95.8215906967719</c:v>
                </c:pt>
                <c:pt idx="3">
                  <c:v>95.929893180728</c:v>
                </c:pt>
                <c:pt idx="4">
                  <c:v>96.1562756697337</c:v>
                </c:pt>
                <c:pt idx="5">
                  <c:v>96.2603931128979</c:v>
                </c:pt>
                <c:pt idx="6">
                  <c:v>96.3201534748077</c:v>
                </c:pt>
                <c:pt idx="7">
                  <c:v>96.3814384986957</c:v>
                </c:pt>
                <c:pt idx="8">
                  <c:v>96.4556152249376</c:v>
                </c:pt>
                <c:pt idx="9">
                  <c:v>96.5032285203536</c:v>
                </c:pt>
                <c:pt idx="10">
                  <c:v>96.5168553094069</c:v>
                </c:pt>
                <c:pt idx="11">
                  <c:v>96.53800966839</c:v>
                </c:pt>
                <c:pt idx="12">
                  <c:v>96.5917253618439</c:v>
                </c:pt>
                <c:pt idx="13">
                  <c:v>96.5905378013849</c:v>
                </c:pt>
                <c:pt idx="14">
                  <c:v>96.7138123636444</c:v>
                </c:pt>
                <c:pt idx="15">
                  <c:v>96.6552288954457</c:v>
                </c:pt>
                <c:pt idx="16">
                  <c:v>96.7503264298042</c:v>
                </c:pt>
                <c:pt idx="17">
                  <c:v>96.7617040127516</c:v>
                </c:pt>
                <c:pt idx="18">
                  <c:v>96.7700998360912</c:v>
                </c:pt>
                <c:pt idx="19">
                  <c:v>96.7602886011203</c:v>
                </c:pt>
                <c:pt idx="20">
                  <c:v>96.7173834269245</c:v>
                </c:pt>
                <c:pt idx="21">
                  <c:v>96.758099483947</c:v>
                </c:pt>
                <c:pt idx="22">
                  <c:v>96.79684749494</c:v>
                </c:pt>
                <c:pt idx="23">
                  <c:v>96.8264152730505</c:v>
                </c:pt>
                <c:pt idx="24">
                  <c:v>96.8213106816014</c:v>
                </c:pt>
                <c:pt idx="25">
                  <c:v>96.8185997381806</c:v>
                </c:pt>
                <c:pt idx="26">
                  <c:v>96.8738898386558</c:v>
                </c:pt>
                <c:pt idx="27">
                  <c:v>96.8434273079038</c:v>
                </c:pt>
                <c:pt idx="28">
                  <c:v>96.8771647165219</c:v>
                </c:pt>
                <c:pt idx="29">
                  <c:v>96.8513753140966</c:v>
                </c:pt>
                <c:pt idx="30">
                  <c:v>96.8566746761402</c:v>
                </c:pt>
              </c:numCache>
            </c:numRef>
          </c:yVal>
          <c:smooth val="0"/>
        </c:ser>
        <c:ser>
          <c:idx val="2"/>
          <c:order val="2"/>
          <c:tx>
            <c:v>3141</c:v>
          </c:tx>
          <c:spPr>
            <a:ln xmlns:a="http://schemas.openxmlformats.org/drawingml/2006/main" w="19050">
              <a:solidFill>
                <a:srgbClr val="A5B4D1"/>
              </a:solidFill>
            </a:ln>
          </c:spPr>
          <c:marker>
            <c:symbol val="none"/>
          </c:marker>
          <c:xVal>
            <c:numRef>
              <c:f>'Chart Data'!$E$2:$E$32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Data'!$F$2:$F$32</c:f>
              <c:numCache>
                <c:formatCode>0.0</c:formatCode>
                <c:ptCount val="31"/>
                <c:pt idx="0">
                  <c:v>93.19075619181</c:v>
                </c:pt>
                <c:pt idx="1">
                  <c:v>95.0083321208755</c:v>
                </c:pt>
                <c:pt idx="2">
                  <c:v>95.6039548789461</c:v>
                </c:pt>
                <c:pt idx="3">
                  <c:v>96.1514803518852</c:v>
                </c:pt>
                <c:pt idx="4">
                  <c:v>96.4681611085931</c:v>
                </c:pt>
                <c:pt idx="5">
                  <c:v>96.4419008543094</c:v>
                </c:pt>
                <c:pt idx="6">
                  <c:v>96.4959702889125</c:v>
                </c:pt>
                <c:pt idx="7">
                  <c:v>96.539646225671</c:v>
                </c:pt>
                <c:pt idx="8">
                  <c:v>96.6222441693147</c:v>
                </c:pt>
                <c:pt idx="9">
                  <c:v>96.6573356216152</c:v>
                </c:pt>
                <c:pt idx="10">
                  <c:v>96.8097058062752</c:v>
                </c:pt>
                <c:pt idx="11">
                  <c:v>96.8385883296529</c:v>
                </c:pt>
                <c:pt idx="12">
                  <c:v>96.8939214323958</c:v>
                </c:pt>
                <c:pt idx="13">
                  <c:v>96.8833311398824</c:v>
                </c:pt>
                <c:pt idx="14">
                  <c:v>96.9301821912328</c:v>
                </c:pt>
                <c:pt idx="15">
                  <c:v>97.0284168173869</c:v>
                </c:pt>
                <c:pt idx="16">
                  <c:v>97.0769054690997</c:v>
                </c:pt>
                <c:pt idx="17">
                  <c:v>97.0632612705231</c:v>
                </c:pt>
                <c:pt idx="18">
                  <c:v>97.0936966935794</c:v>
                </c:pt>
                <c:pt idx="19">
                  <c:v>97.1280950804551</c:v>
                </c:pt>
                <c:pt idx="20">
                  <c:v>97.1023661146561</c:v>
                </c:pt>
                <c:pt idx="21">
                  <c:v>97.0768386870623</c:v>
                </c:pt>
                <c:pt idx="22">
                  <c:v>97.0910867055257</c:v>
                </c:pt>
                <c:pt idx="23">
                  <c:v>97.1377275759975</c:v>
                </c:pt>
                <c:pt idx="24">
                  <c:v>97.1067448457082</c:v>
                </c:pt>
                <c:pt idx="25">
                  <c:v>97.1085329974691</c:v>
                </c:pt>
                <c:pt idx="26">
                  <c:v>97.0800592005253</c:v>
                </c:pt>
                <c:pt idx="27">
                  <c:v>97.1279721582929</c:v>
                </c:pt>
                <c:pt idx="28">
                  <c:v>97.1183964113394</c:v>
                </c:pt>
                <c:pt idx="29">
                  <c:v>97.104841483136</c:v>
                </c:pt>
                <c:pt idx="30">
                  <c:v>97.0901548117399</c:v>
                </c:pt>
              </c:numCache>
            </c:numRef>
          </c:yVal>
          <c:smooth val="0"/>
        </c:ser>
        <c:ser>
          <c:idx val="3"/>
          <c:order val="3"/>
          <c:tx>
            <c:v>5772</c:v>
          </c:tx>
          <c:spPr>
            <a:ln xmlns:a="http://schemas.openxmlformats.org/drawingml/2006/main" w="19050">
              <a:solidFill>
                <a:srgbClr val="BEB0C9"/>
              </a:solidFill>
            </a:ln>
          </c:spPr>
          <c:marker>
            <c:symbol val="none"/>
          </c:marker>
          <c:xVal>
            <c:numRef>
              <c:f>'Chart Data'!$G$2:$G$32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Data'!$H$2:$H$32</c:f>
              <c:numCache>
                <c:formatCode>0.0</c:formatCode>
                <c:ptCount val="31"/>
                <c:pt idx="0">
                  <c:v>93.0936353156964</c:v>
                </c:pt>
                <c:pt idx="1">
                  <c:v>93.8234471033017</c:v>
                </c:pt>
                <c:pt idx="2">
                  <c:v>95.344030285875</c:v>
                </c:pt>
                <c:pt idx="3">
                  <c:v>96.1395528415839</c:v>
                </c:pt>
                <c:pt idx="4">
                  <c:v>96.3607510427634</c:v>
                </c:pt>
                <c:pt idx="5">
                  <c:v>96.408107218643</c:v>
                </c:pt>
                <c:pt idx="6">
                  <c:v>96.5937133630117</c:v>
                </c:pt>
                <c:pt idx="7">
                  <c:v>96.5862485269705</c:v>
                </c:pt>
                <c:pt idx="8">
                  <c:v>96.6736964508891</c:v>
                </c:pt>
                <c:pt idx="9">
                  <c:v>96.7072389274836</c:v>
                </c:pt>
                <c:pt idx="10">
                  <c:v>96.809890853862</c:v>
                </c:pt>
                <c:pt idx="11">
                  <c:v>96.8062949428956</c:v>
                </c:pt>
                <c:pt idx="12">
                  <c:v>96.8601033960779</c:v>
                </c:pt>
                <c:pt idx="13">
                  <c:v>96.9505779569348</c:v>
                </c:pt>
                <c:pt idx="14">
                  <c:v>96.9552764172355</c:v>
                </c:pt>
                <c:pt idx="15">
                  <c:v>96.9239111617208</c:v>
                </c:pt>
                <c:pt idx="16">
                  <c:v>96.9423430164655</c:v>
                </c:pt>
                <c:pt idx="17">
                  <c:v>97.0140981053313</c:v>
                </c:pt>
                <c:pt idx="18">
                  <c:v>97.0120211814841</c:v>
                </c:pt>
                <c:pt idx="19">
                  <c:v>96.9835752993822</c:v>
                </c:pt>
                <c:pt idx="20">
                  <c:v>97.0303773880005</c:v>
                </c:pt>
                <c:pt idx="21">
                  <c:v>97.0113246267041</c:v>
                </c:pt>
                <c:pt idx="22">
                  <c:v>97.0487702762087</c:v>
                </c:pt>
                <c:pt idx="23">
                  <c:v>97.0165000483394</c:v>
                </c:pt>
                <c:pt idx="24">
                  <c:v>97.0102942238251</c:v>
                </c:pt>
                <c:pt idx="25">
                  <c:v>97.0422523965438</c:v>
                </c:pt>
                <c:pt idx="26">
                  <c:v>97.0254006733497</c:v>
                </c:pt>
                <c:pt idx="27">
                  <c:v>97.0456248521805</c:v>
                </c:pt>
                <c:pt idx="28">
                  <c:v>97.048554631571</c:v>
                </c:pt>
                <c:pt idx="29">
                  <c:v>97.0408184081316</c:v>
                </c:pt>
                <c:pt idx="30">
                  <c:v>97.0603092884024</c:v>
                </c:pt>
              </c:numCache>
            </c:numRef>
          </c:yVal>
          <c:smooth val="0"/>
        </c:ser>
        <c:ser>
          <c:idx val="4"/>
          <c:order val="4"/>
          <c:tx>
            <c:v>8111</c:v>
          </c:tx>
          <c:spPr>
            <a:ln xmlns:a="http://schemas.openxmlformats.org/drawingml/2006/main" w="19050">
              <a:solidFill>
                <a:srgbClr val="CCBB8F"/>
              </a:solidFill>
            </a:ln>
          </c:spPr>
          <c:marker>
            <c:symbol val="none"/>
          </c:marker>
          <c:xVal>
            <c:numRef>
              <c:f>'Chart Data'!$I$2:$I$32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Data'!$J$2:$J$32</c:f>
              <c:numCache>
                <c:formatCode>0.0</c:formatCode>
                <c:ptCount val="31"/>
                <c:pt idx="0">
                  <c:v>93.0991579964757</c:v>
                </c:pt>
                <c:pt idx="1">
                  <c:v>94.8072532440225</c:v>
                </c:pt>
                <c:pt idx="2">
                  <c:v>95.7453572874268</c:v>
                </c:pt>
                <c:pt idx="3">
                  <c:v>96.257285674413</c:v>
                </c:pt>
                <c:pt idx="4">
                  <c:v>96.4476334427794</c:v>
                </c:pt>
                <c:pt idx="5">
                  <c:v>96.4725348974268</c:v>
                </c:pt>
                <c:pt idx="6">
                  <c:v>96.5041455378135</c:v>
                </c:pt>
                <c:pt idx="7">
                  <c:v>96.6120072702567</c:v>
                </c:pt>
                <c:pt idx="8">
                  <c:v>96.7273993045092</c:v>
                </c:pt>
                <c:pt idx="9">
                  <c:v>96.8496939415733</c:v>
                </c:pt>
                <c:pt idx="10">
                  <c:v>96.9041328877211</c:v>
                </c:pt>
                <c:pt idx="11">
                  <c:v>96.9533999636769</c:v>
                </c:pt>
                <c:pt idx="12">
                  <c:v>96.9911271085342</c:v>
                </c:pt>
                <c:pt idx="13">
                  <c:v>96.9919832423329</c:v>
                </c:pt>
                <c:pt idx="14">
                  <c:v>97.0170952379704</c:v>
                </c:pt>
                <c:pt idx="15">
                  <c:v>96.9710460677743</c:v>
                </c:pt>
                <c:pt idx="16">
                  <c:v>97.0351530984044</c:v>
                </c:pt>
                <c:pt idx="17">
                  <c:v>97.0372980336348</c:v>
                </c:pt>
                <c:pt idx="18">
                  <c:v>97.0669506490231</c:v>
                </c:pt>
                <c:pt idx="19">
                  <c:v>97.027206607163</c:v>
                </c:pt>
                <c:pt idx="20">
                  <c:v>97.0564633980393</c:v>
                </c:pt>
                <c:pt idx="21">
                  <c:v>97.0842335000634</c:v>
                </c:pt>
                <c:pt idx="22">
                  <c:v>97.0889532317718</c:v>
                </c:pt>
                <c:pt idx="23">
                  <c:v>97.0924719423056</c:v>
                </c:pt>
                <c:pt idx="24">
                  <c:v>97.1041027953227</c:v>
                </c:pt>
                <c:pt idx="25">
                  <c:v>97.1412116785844</c:v>
                </c:pt>
                <c:pt idx="26">
                  <c:v>97.1030322834849</c:v>
                </c:pt>
                <c:pt idx="27">
                  <c:v>97.121103828152</c:v>
                </c:pt>
                <c:pt idx="28">
                  <c:v>97.0868209873637</c:v>
                </c:pt>
                <c:pt idx="29">
                  <c:v>97.1274468799432</c:v>
                </c:pt>
                <c:pt idx="30">
                  <c:v>97.1073371668657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ax val="98"/>
          <c:min val="92"/>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Utilization (%)</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19050">
              <a:solidFill>
                <a:srgbClr val="7DB8B2"/>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c:formatCode>
                <c:ptCount val="31"/>
                <c:pt idx="0">
                  <c:v>98.2304231201609</c:v>
                </c:pt>
                <c:pt idx="1">
                  <c:v>97.9051440705856</c:v>
                </c:pt>
                <c:pt idx="2">
                  <c:v>97.6091839000583</c:v>
                </c:pt>
                <c:pt idx="3">
                  <c:v>97.5192450359464</c:v>
                </c:pt>
                <c:pt idx="4">
                  <c:v>97.4671205505729</c:v>
                </c:pt>
                <c:pt idx="5">
                  <c:v>97.4402266616623</c:v>
                </c:pt>
                <c:pt idx="6">
                  <c:v>97.4573680510124</c:v>
                </c:pt>
                <c:pt idx="7">
                  <c:v>97.3966432983677</c:v>
                </c:pt>
                <c:pt idx="8">
                  <c:v>97.3167932902773</c:v>
                </c:pt>
                <c:pt idx="9">
                  <c:v>97.3152792205413</c:v>
                </c:pt>
                <c:pt idx="10">
                  <c:v>97.3372052237391</c:v>
                </c:pt>
                <c:pt idx="11">
                  <c:v>97.2397091488043</c:v>
                </c:pt>
                <c:pt idx="12">
                  <c:v>97.2539628048738</c:v>
                </c:pt>
                <c:pt idx="13">
                  <c:v>97.2135479872425</c:v>
                </c:pt>
                <c:pt idx="14">
                  <c:v>97.2179027770956</c:v>
                </c:pt>
                <c:pt idx="15">
                  <c:v>97.184151224792</c:v>
                </c:pt>
                <c:pt idx="16">
                  <c:v>97.1684959158301</c:v>
                </c:pt>
                <c:pt idx="17">
                  <c:v>97.1389571577311</c:v>
                </c:pt>
                <c:pt idx="18">
                  <c:v>97.1442519997557</c:v>
                </c:pt>
                <c:pt idx="19">
                  <c:v>97.1667628362775</c:v>
                </c:pt>
                <c:pt idx="20">
                  <c:v>97.1373074998458</c:v>
                </c:pt>
                <c:pt idx="21">
                  <c:v>97.1577586606145</c:v>
                </c:pt>
                <c:pt idx="22">
                  <c:v>97.1512063220143</c:v>
                </c:pt>
                <c:pt idx="23">
                  <c:v>97.1402210121353</c:v>
                </c:pt>
                <c:pt idx="24">
                  <c:v>97.1050325160225</c:v>
                </c:pt>
                <c:pt idx="25">
                  <c:v>97.082991960148</c:v>
                </c:pt>
                <c:pt idx="26">
                  <c:v>97.1031091858943</c:v>
                </c:pt>
                <c:pt idx="27">
                  <c:v>97.1237622698148</c:v>
                </c:pt>
                <c:pt idx="28">
                  <c:v>97.1094540258249</c:v>
                </c:pt>
                <c:pt idx="29">
                  <c:v>97.1042013789217</c:v>
                </c:pt>
                <c:pt idx="30">
                  <c:v>97.1088148405154</c:v>
                </c:pt>
              </c:numCache>
            </c:numRef>
          </c:yVal>
          <c:smooth val="0"/>
        </c:ser>
        <c:ser>
          <c:idx val="1"/>
          <c:order val="1"/>
          <c:tx>
            <c:v>2718</c:v>
          </c:tx>
          <c:spPr>
            <a:ln xmlns:a="http://schemas.openxmlformats.org/drawingml/2006/main" w="19050">
              <a:solidFill>
                <a:srgbClr val="E9B7A9"/>
              </a:solidFill>
            </a:ln>
          </c:spPr>
          <c:marker>
            <c:symbol val="none"/>
          </c:marker>
          <c:xVal>
            <c:numRef>
              <c:f>'Chart Data'!$C$2:$C$32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Data'!$D$2:$D$32</c:f>
              <c:numCache>
                <c:formatCode>0.0</c:formatCode>
                <c:ptCount val="31"/>
                <c:pt idx="0">
                  <c:v>98.2487995922565</c:v>
                </c:pt>
                <c:pt idx="1">
                  <c:v>97.7483076105515</c:v>
                </c:pt>
                <c:pt idx="2">
                  <c:v>97.6027725761135</c:v>
                </c:pt>
                <c:pt idx="3">
                  <c:v>97.522812311848</c:v>
                </c:pt>
                <c:pt idx="4">
                  <c:v>97.3731739198168</c:v>
                </c:pt>
                <c:pt idx="5">
                  <c:v>97.3321378603578</c:v>
                </c:pt>
                <c:pt idx="6">
                  <c:v>97.257130642732</c:v>
                </c:pt>
                <c:pt idx="7">
                  <c:v>97.2874409332871</c:v>
                </c:pt>
                <c:pt idx="8">
                  <c:v>97.2891478737195</c:v>
                </c:pt>
                <c:pt idx="9">
                  <c:v>97.2631766895453</c:v>
                </c:pt>
                <c:pt idx="10">
                  <c:v>97.2613265241186</c:v>
                </c:pt>
                <c:pt idx="11">
                  <c:v>97.2609225536386</c:v>
                </c:pt>
                <c:pt idx="12">
                  <c:v>97.2465305154522</c:v>
                </c:pt>
                <c:pt idx="13">
                  <c:v>97.2217907756567</c:v>
                </c:pt>
                <c:pt idx="14">
                  <c:v>97.1593396862348</c:v>
                </c:pt>
                <c:pt idx="15">
                  <c:v>97.1908316016197</c:v>
                </c:pt>
                <c:pt idx="16">
                  <c:v>97.1746471524239</c:v>
                </c:pt>
                <c:pt idx="17">
                  <c:v>97.1364404012759</c:v>
                </c:pt>
                <c:pt idx="18">
                  <c:v>97.1076112240553</c:v>
                </c:pt>
                <c:pt idx="19">
                  <c:v>97.1101310228308</c:v>
                </c:pt>
                <c:pt idx="20">
                  <c:v>97.1497818206747</c:v>
                </c:pt>
                <c:pt idx="21">
                  <c:v>97.1236777678132</c:v>
                </c:pt>
                <c:pt idx="22">
                  <c:v>97.0979330688715</c:v>
                </c:pt>
                <c:pt idx="23">
                  <c:v>97.0992359767358</c:v>
                </c:pt>
                <c:pt idx="24">
                  <c:v>97.1470069885254</c:v>
                </c:pt>
                <c:pt idx="25">
                  <c:v>97.0990103110671</c:v>
                </c:pt>
                <c:pt idx="26">
                  <c:v>97.0519288008412</c:v>
                </c:pt>
                <c:pt idx="27">
                  <c:v>97.1117774148782</c:v>
                </c:pt>
                <c:pt idx="28">
                  <c:v>97.0781298230092</c:v>
                </c:pt>
                <c:pt idx="29">
                  <c:v>97.0959956447283</c:v>
                </c:pt>
                <c:pt idx="30">
                  <c:v>97.0868377263347</c:v>
                </c:pt>
              </c:numCache>
            </c:numRef>
          </c:yVal>
          <c:smooth val="0"/>
        </c:ser>
        <c:ser>
          <c:idx val="2"/>
          <c:order val="2"/>
          <c:tx>
            <c:v>3141</c:v>
          </c:tx>
          <c:spPr>
            <a:ln xmlns:a="http://schemas.openxmlformats.org/drawingml/2006/main" w="19050">
              <a:solidFill>
                <a:srgbClr val="A5B4D1"/>
              </a:solidFill>
            </a:ln>
          </c:spPr>
          <c:marker>
            <c:symbol val="none"/>
          </c:marker>
          <c:xVal>
            <c:numRef>
              <c:f>'Chart Data'!$E$2:$E$32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Data'!$F$2:$F$32</c:f>
              <c:numCache>
                <c:formatCode>0.0</c:formatCode>
                <c:ptCount val="31"/>
                <c:pt idx="0">
                  <c:v>98.2497475792964</c:v>
                </c:pt>
                <c:pt idx="1">
                  <c:v>97.8437305490176</c:v>
                </c:pt>
                <c:pt idx="2">
                  <c:v>97.5881744176149</c:v>
                </c:pt>
                <c:pt idx="3">
                  <c:v>97.3855249087016</c:v>
                </c:pt>
                <c:pt idx="4">
                  <c:v>97.322349374493</c:v>
                </c:pt>
                <c:pt idx="5">
                  <c:v>97.3113956302404</c:v>
                </c:pt>
                <c:pt idx="6">
                  <c:v>97.234171119829</c:v>
                </c:pt>
                <c:pt idx="7">
                  <c:v>97.2178890183568</c:v>
                </c:pt>
                <c:pt idx="8">
                  <c:v>97.1624988565842</c:v>
                </c:pt>
                <c:pt idx="9">
                  <c:v>97.1288434664408</c:v>
                </c:pt>
                <c:pt idx="10">
                  <c:v>97.0759185031056</c:v>
                </c:pt>
                <c:pt idx="11">
                  <c:v>97.0792511602243</c:v>
                </c:pt>
                <c:pt idx="12">
                  <c:v>97.0372171700001</c:v>
                </c:pt>
                <c:pt idx="13">
                  <c:v>97.1019932006796</c:v>
                </c:pt>
                <c:pt idx="14">
                  <c:v>97.0656430845459</c:v>
                </c:pt>
                <c:pt idx="15">
                  <c:v>96.9978217159708</c:v>
                </c:pt>
                <c:pt idx="16">
                  <c:v>96.9985548903545</c:v>
                </c:pt>
                <c:pt idx="17">
                  <c:v>97.0289800316095</c:v>
                </c:pt>
                <c:pt idx="18">
                  <c:v>97.0003482202689</c:v>
                </c:pt>
                <c:pt idx="19">
                  <c:v>97.0060229177276</c:v>
                </c:pt>
                <c:pt idx="20">
                  <c:v>97.0050571858883</c:v>
                </c:pt>
                <c:pt idx="21">
                  <c:v>97.0596969748537</c:v>
                </c:pt>
                <c:pt idx="22">
                  <c:v>97.0642829562227</c:v>
                </c:pt>
                <c:pt idx="23">
                  <c:v>96.9883892560999</c:v>
                </c:pt>
                <c:pt idx="24">
                  <c:v>97.0204394434889</c:v>
                </c:pt>
                <c:pt idx="25">
                  <c:v>97.0331460113327</c:v>
                </c:pt>
                <c:pt idx="26">
                  <c:v>97.053452009956</c:v>
                </c:pt>
                <c:pt idx="27">
                  <c:v>96.992193137606</c:v>
                </c:pt>
                <c:pt idx="28">
                  <c:v>97.0084143802524</c:v>
                </c:pt>
                <c:pt idx="29">
                  <c:v>97.0320447037617</c:v>
                </c:pt>
                <c:pt idx="30">
                  <c:v>97.0404674982031</c:v>
                </c:pt>
              </c:numCache>
            </c:numRef>
          </c:yVal>
          <c:smooth val="0"/>
        </c:ser>
        <c:ser>
          <c:idx val="3"/>
          <c:order val="3"/>
          <c:tx>
            <c:v>5772</c:v>
          </c:tx>
          <c:spPr>
            <a:ln xmlns:a="http://schemas.openxmlformats.org/drawingml/2006/main" w="19050">
              <a:solidFill>
                <a:srgbClr val="BEB0C9"/>
              </a:solidFill>
            </a:ln>
          </c:spPr>
          <c:marker>
            <c:symbol val="none"/>
          </c:marker>
          <c:xVal>
            <c:numRef>
              <c:f>'Chart Data'!$G$2:$G$32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Data'!$H$2:$H$32</c:f>
              <c:numCache>
                <c:formatCode>0.0</c:formatCode>
                <c:ptCount val="31"/>
                <c:pt idx="0">
                  <c:v>98.2334590951602</c:v>
                </c:pt>
                <c:pt idx="1">
                  <c:v>97.8390185783307</c:v>
                </c:pt>
                <c:pt idx="2">
                  <c:v>97.4927544097106</c:v>
                </c:pt>
                <c:pt idx="3">
                  <c:v>97.338797027866</c:v>
                </c:pt>
                <c:pt idx="4">
                  <c:v>97.2448663289348</c:v>
                </c:pt>
                <c:pt idx="5">
                  <c:v>97.2704567884405</c:v>
                </c:pt>
                <c:pt idx="6">
                  <c:v>97.2141736497482</c:v>
                </c:pt>
                <c:pt idx="7">
                  <c:v>97.2161187852422</c:v>
                </c:pt>
                <c:pt idx="8">
                  <c:v>97.176450068752</c:v>
                </c:pt>
                <c:pt idx="9">
                  <c:v>97.1652685105801</c:v>
                </c:pt>
                <c:pt idx="10">
                  <c:v>97.0949899653594</c:v>
                </c:pt>
                <c:pt idx="11">
                  <c:v>97.0607856536905</c:v>
                </c:pt>
                <c:pt idx="12">
                  <c:v>97.0511186495423</c:v>
                </c:pt>
                <c:pt idx="13">
                  <c:v>97.0168420672417</c:v>
                </c:pt>
                <c:pt idx="14">
                  <c:v>97.0499066263437</c:v>
                </c:pt>
                <c:pt idx="15">
                  <c:v>97.0306926965714</c:v>
                </c:pt>
                <c:pt idx="16">
                  <c:v>97.0416467140118</c:v>
                </c:pt>
                <c:pt idx="17">
                  <c:v>97.0195476214091</c:v>
                </c:pt>
                <c:pt idx="18">
                  <c:v>96.9994043683012</c:v>
                </c:pt>
                <c:pt idx="19">
                  <c:v>97.0425771797697</c:v>
                </c:pt>
                <c:pt idx="20">
                  <c:v>97.0011877144376</c:v>
                </c:pt>
                <c:pt idx="21">
                  <c:v>96.9958290333549</c:v>
                </c:pt>
                <c:pt idx="22">
                  <c:v>96.9918530931075</c:v>
                </c:pt>
                <c:pt idx="23">
                  <c:v>97.0142752553026</c:v>
                </c:pt>
                <c:pt idx="24">
                  <c:v>97.0335968832175</c:v>
                </c:pt>
                <c:pt idx="25">
                  <c:v>97.0048591246208</c:v>
                </c:pt>
                <c:pt idx="26">
                  <c:v>97.0127071191867</c:v>
                </c:pt>
                <c:pt idx="27">
                  <c:v>97.0186877871553</c:v>
                </c:pt>
                <c:pt idx="28">
                  <c:v>97.0234808946649</c:v>
                </c:pt>
                <c:pt idx="29">
                  <c:v>97.0189378038049</c:v>
                </c:pt>
                <c:pt idx="30">
                  <c:v>97.01387843738</c:v>
                </c:pt>
              </c:numCache>
            </c:numRef>
          </c:yVal>
          <c:smooth val="0"/>
        </c:ser>
        <c:ser>
          <c:idx val="4"/>
          <c:order val="4"/>
          <c:tx>
            <c:v>8111</c:v>
          </c:tx>
          <c:spPr>
            <a:ln xmlns:a="http://schemas.openxmlformats.org/drawingml/2006/main" w="19050">
              <a:solidFill>
                <a:srgbClr val="CCBB8F"/>
              </a:solidFill>
            </a:ln>
          </c:spPr>
          <c:marker>
            <c:symbol val="none"/>
          </c:marker>
          <c:xVal>
            <c:numRef>
              <c:f>'Chart Data'!$I$2:$I$32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Data'!$J$2:$J$32</c:f>
              <c:numCache>
                <c:formatCode>0.0</c:formatCode>
                <c:ptCount val="31"/>
                <c:pt idx="0">
                  <c:v>98.2365719601512</c:v>
                </c:pt>
                <c:pt idx="1">
                  <c:v>97.6277385652065</c:v>
                </c:pt>
                <c:pt idx="2">
                  <c:v>97.5624117006858</c:v>
                </c:pt>
                <c:pt idx="3">
                  <c:v>97.4205124254028</c:v>
                </c:pt>
                <c:pt idx="4">
                  <c:v>97.311189584434</c:v>
                </c:pt>
                <c:pt idx="5">
                  <c:v>97.2636446729302</c:v>
                </c:pt>
                <c:pt idx="6">
                  <c:v>97.1627363935113</c:v>
                </c:pt>
                <c:pt idx="7">
                  <c:v>97.1165503685673</c:v>
                </c:pt>
                <c:pt idx="8">
                  <c:v>97.1060820668936</c:v>
                </c:pt>
                <c:pt idx="9">
                  <c:v>97.0400137950977</c:v>
                </c:pt>
                <c:pt idx="10">
                  <c:v>97.0392720028758</c:v>
                </c:pt>
                <c:pt idx="11">
                  <c:v>97.0112141842643</c:v>
                </c:pt>
                <c:pt idx="12">
                  <c:v>96.9738087678949</c:v>
                </c:pt>
                <c:pt idx="13">
                  <c:v>96.9691577677926</c:v>
                </c:pt>
                <c:pt idx="14">
                  <c:v>96.9708227738738</c:v>
                </c:pt>
                <c:pt idx="15">
                  <c:v>96.9739568730195</c:v>
                </c:pt>
                <c:pt idx="16">
                  <c:v>96.9222104549408</c:v>
                </c:pt>
                <c:pt idx="17">
                  <c:v>96.9659728060166</c:v>
                </c:pt>
                <c:pt idx="18">
                  <c:v>96.9588438794017</c:v>
                </c:pt>
                <c:pt idx="19">
                  <c:v>96.9745433330536</c:v>
                </c:pt>
                <c:pt idx="20">
                  <c:v>96.931018953522</c:v>
                </c:pt>
                <c:pt idx="21">
                  <c:v>96.9359149908026</c:v>
                </c:pt>
                <c:pt idx="22">
                  <c:v>96.9391008839011</c:v>
                </c:pt>
                <c:pt idx="23">
                  <c:v>96.9394215444724</c:v>
                </c:pt>
                <c:pt idx="24">
                  <c:v>96.9662480552991</c:v>
                </c:pt>
                <c:pt idx="25">
                  <c:v>96.938465423882</c:v>
                </c:pt>
                <c:pt idx="26">
                  <c:v>96.950081003209</c:v>
                </c:pt>
                <c:pt idx="27">
                  <c:v>96.9592525189122</c:v>
                </c:pt>
                <c:pt idx="28">
                  <c:v>96.9439885268609</c:v>
                </c:pt>
                <c:pt idx="29">
                  <c:v>96.9363563756148</c:v>
                </c:pt>
                <c:pt idx="30">
                  <c:v>96.9573574264844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ax val="99"/>
          <c:min val="96.5"/>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Rollout daily reward</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c:formatCode>
                <c:ptCount val="120"/>
                <c:pt idx="0">
                  <c:v>23.3371925354004</c:v>
                </c:pt>
                <c:pt idx="1">
                  <c:v>23.3530979156494</c:v>
                </c:pt>
                <c:pt idx="2">
                  <c:v>23.3580665588379</c:v>
                </c:pt>
                <c:pt idx="3">
                  <c:v>23.3632888793945</c:v>
                </c:pt>
                <c:pt idx="4">
                  <c:v>23.3683738708496</c:v>
                </c:pt>
                <c:pt idx="5">
                  <c:v>23.3784408569336</c:v>
                </c:pt>
                <c:pt idx="6">
                  <c:v>23.3899612426758</c:v>
                </c:pt>
                <c:pt idx="7">
                  <c:v>23.3944320678711</c:v>
                </c:pt>
                <c:pt idx="8">
                  <c:v>23.4034156799316</c:v>
                </c:pt>
                <c:pt idx="9">
                  <c:v>23.4134254455566</c:v>
                </c:pt>
                <c:pt idx="10">
                  <c:v>23.4179592132568</c:v>
                </c:pt>
                <c:pt idx="11">
                  <c:v>23.4199867248535</c:v>
                </c:pt>
                <c:pt idx="12">
                  <c:v>23.4235153198242</c:v>
                </c:pt>
                <c:pt idx="13">
                  <c:v>23.4214057922363</c:v>
                </c:pt>
                <c:pt idx="14">
                  <c:v>23.4208717346191</c:v>
                </c:pt>
                <c:pt idx="15">
                  <c:v>23.4291114807129</c:v>
                </c:pt>
                <c:pt idx="16">
                  <c:v>23.4282035827637</c:v>
                </c:pt>
                <c:pt idx="17">
                  <c:v>23.4297580718994</c:v>
                </c:pt>
                <c:pt idx="18">
                  <c:v>23.4252853393555</c:v>
                </c:pt>
                <c:pt idx="19">
                  <c:v>23.4399738311768</c:v>
                </c:pt>
                <c:pt idx="20">
                  <c:v>23.4295406341553</c:v>
                </c:pt>
                <c:pt idx="21">
                  <c:v>23.4417304992676</c:v>
                </c:pt>
                <c:pt idx="22">
                  <c:v>23.4381866455078</c:v>
                </c:pt>
                <c:pt idx="23">
                  <c:v>23.439525604248</c:v>
                </c:pt>
                <c:pt idx="24">
                  <c:v>23.4358673095703</c:v>
                </c:pt>
                <c:pt idx="25">
                  <c:v>23.441442489624</c:v>
                </c:pt>
                <c:pt idx="26">
                  <c:v>23.4424381256104</c:v>
                </c:pt>
                <c:pt idx="27">
                  <c:v>23.4416160583496</c:v>
                </c:pt>
                <c:pt idx="28">
                  <c:v>23.4488983154297</c:v>
                </c:pt>
                <c:pt idx="29">
                  <c:v>23.4531898498535</c:v>
                </c:pt>
                <c:pt idx="30">
                  <c:v>23.4524955749512</c:v>
                </c:pt>
                <c:pt idx="31">
                  <c:v>23.4533157348633</c:v>
                </c:pt>
                <c:pt idx="32">
                  <c:v>23.4502334594727</c:v>
                </c:pt>
                <c:pt idx="33">
                  <c:v>23.4551963806152</c:v>
                </c:pt>
                <c:pt idx="34">
                  <c:v>23.4523372650146</c:v>
                </c:pt>
                <c:pt idx="35">
                  <c:v>23.4568786621094</c:v>
                </c:pt>
                <c:pt idx="36">
                  <c:v>23.4604454040527</c:v>
                </c:pt>
                <c:pt idx="37">
                  <c:v>23.455602645874</c:v>
                </c:pt>
                <c:pt idx="38">
                  <c:v>23.4558429718018</c:v>
                </c:pt>
                <c:pt idx="39">
                  <c:v>23.456169128418</c:v>
                </c:pt>
                <c:pt idx="40">
                  <c:v>23.4579658508301</c:v>
                </c:pt>
                <c:pt idx="41">
                  <c:v>23.4535522460938</c:v>
                </c:pt>
                <c:pt idx="42">
                  <c:v>23.456901550293</c:v>
                </c:pt>
                <c:pt idx="43">
                  <c:v>23.4574584960938</c:v>
                </c:pt>
                <c:pt idx="44">
                  <c:v>23.4643173217773</c:v>
                </c:pt>
                <c:pt idx="45">
                  <c:v>23.4611740112305</c:v>
                </c:pt>
                <c:pt idx="46">
                  <c:v>23.4614639282227</c:v>
                </c:pt>
                <c:pt idx="47">
                  <c:v>23.4659080505371</c:v>
                </c:pt>
                <c:pt idx="48">
                  <c:v>23.4652614593506</c:v>
                </c:pt>
                <c:pt idx="49">
                  <c:v>23.4697170257568</c:v>
                </c:pt>
                <c:pt idx="50">
                  <c:v>23.4661312103271</c:v>
                </c:pt>
                <c:pt idx="51">
                  <c:v>23.4704284667969</c:v>
                </c:pt>
                <c:pt idx="52">
                  <c:v>23.4691143035889</c:v>
                </c:pt>
                <c:pt idx="53">
                  <c:v>23.4679985046387</c:v>
                </c:pt>
                <c:pt idx="54">
                  <c:v>23.4681968688965</c:v>
                </c:pt>
                <c:pt idx="55">
                  <c:v>23.4704990386963</c:v>
                </c:pt>
                <c:pt idx="56">
                  <c:v>23.4733200073242</c:v>
                </c:pt>
                <c:pt idx="57">
                  <c:v>23.4752902984619</c:v>
                </c:pt>
                <c:pt idx="58">
                  <c:v>23.4722442626953</c:v>
                </c:pt>
                <c:pt idx="59">
                  <c:v>23.4722194671631</c:v>
                </c:pt>
                <c:pt idx="60">
                  <c:v>23.4709167480469</c:v>
                </c:pt>
                <c:pt idx="61">
                  <c:v>23.4740085601807</c:v>
                </c:pt>
                <c:pt idx="62">
                  <c:v>23.4740791320801</c:v>
                </c:pt>
                <c:pt idx="63">
                  <c:v>23.4716491699219</c:v>
                </c:pt>
                <c:pt idx="64">
                  <c:v>23.4723243713379</c:v>
                </c:pt>
                <c:pt idx="65">
                  <c:v>23.4713172912598</c:v>
                </c:pt>
                <c:pt idx="66">
                  <c:v>23.4742412567139</c:v>
                </c:pt>
                <c:pt idx="67">
                  <c:v>23.4729785919189</c:v>
                </c:pt>
                <c:pt idx="68">
                  <c:v>23.4700603485107</c:v>
                </c:pt>
                <c:pt idx="69">
                  <c:v>23.4697151184082</c:v>
                </c:pt>
                <c:pt idx="70">
                  <c:v>23.4805374145508</c:v>
                </c:pt>
                <c:pt idx="71">
                  <c:v>23.475715637207</c:v>
                </c:pt>
                <c:pt idx="72">
                  <c:v>23.4750118255615</c:v>
                </c:pt>
                <c:pt idx="73">
                  <c:v>23.477424621582</c:v>
                </c:pt>
                <c:pt idx="74">
                  <c:v>23.4751129150391</c:v>
                </c:pt>
                <c:pt idx="75">
                  <c:v>23.4743385314941</c:v>
                </c:pt>
                <c:pt idx="76">
                  <c:v>23.4744510650635</c:v>
                </c:pt>
                <c:pt idx="77">
                  <c:v>23.480167388916</c:v>
                </c:pt>
                <c:pt idx="78">
                  <c:v>23.4736404418945</c:v>
                </c:pt>
                <c:pt idx="79">
                  <c:v>23.4742774963379</c:v>
                </c:pt>
                <c:pt idx="80">
                  <c:v>23.4740371704102</c:v>
                </c:pt>
                <c:pt idx="81">
                  <c:v>23.4747695922852</c:v>
                </c:pt>
                <c:pt idx="82">
                  <c:v>23.4724788665771</c:v>
                </c:pt>
                <c:pt idx="83">
                  <c:v>23.4736881256104</c:v>
                </c:pt>
                <c:pt idx="84">
                  <c:v>23.478343963623</c:v>
                </c:pt>
                <c:pt idx="85">
                  <c:v>23.4784240722656</c:v>
                </c:pt>
                <c:pt idx="86">
                  <c:v>23.4742393493652</c:v>
                </c:pt>
                <c:pt idx="87">
                  <c:v>23.4782943725586</c:v>
                </c:pt>
                <c:pt idx="88">
                  <c:v>23.4794292449951</c:v>
                </c:pt>
                <c:pt idx="89">
                  <c:v>23.4762306213379</c:v>
                </c:pt>
                <c:pt idx="90">
                  <c:v>23.4787693023682</c:v>
                </c:pt>
                <c:pt idx="91">
                  <c:v>23.475715637207</c:v>
                </c:pt>
                <c:pt idx="92">
                  <c:v>23.4762229919434</c:v>
                </c:pt>
                <c:pt idx="93">
                  <c:v>23.4748935699463</c:v>
                </c:pt>
                <c:pt idx="94">
                  <c:v>23.4756011962891</c:v>
                </c:pt>
                <c:pt idx="95">
                  <c:v>23.4774341583252</c:v>
                </c:pt>
                <c:pt idx="96">
                  <c:v>23.4804553985596</c:v>
                </c:pt>
                <c:pt idx="97">
                  <c:v>23.4783897399902</c:v>
                </c:pt>
                <c:pt idx="98">
                  <c:v>23.4768600463867</c:v>
                </c:pt>
                <c:pt idx="99">
                  <c:v>23.482494354248</c:v>
                </c:pt>
                <c:pt idx="100">
                  <c:v>23.4734687805176</c:v>
                </c:pt>
                <c:pt idx="101">
                  <c:v>23.4751777648926</c:v>
                </c:pt>
                <c:pt idx="102">
                  <c:v>23.4800987243652</c:v>
                </c:pt>
                <c:pt idx="103">
                  <c:v>23.4791831970215</c:v>
                </c:pt>
                <c:pt idx="104">
                  <c:v>23.4787578582764</c:v>
                </c:pt>
                <c:pt idx="105">
                  <c:v>23.4743041992188</c:v>
                </c:pt>
                <c:pt idx="106">
                  <c:v>23.4779510498047</c:v>
                </c:pt>
                <c:pt idx="107">
                  <c:v>23.4772682189941</c:v>
                </c:pt>
                <c:pt idx="108">
                  <c:v>23.4805679321289</c:v>
                </c:pt>
                <c:pt idx="109">
                  <c:v>23.4759845733643</c:v>
                </c:pt>
                <c:pt idx="110">
                  <c:v>23.479923248291</c:v>
                </c:pt>
                <c:pt idx="111">
                  <c:v>23.4747085571289</c:v>
                </c:pt>
                <c:pt idx="112">
                  <c:v>23.4806480407715</c:v>
                </c:pt>
                <c:pt idx="113">
                  <c:v>23.4762382507324</c:v>
                </c:pt>
                <c:pt idx="114">
                  <c:v>23.4757766723633</c:v>
                </c:pt>
                <c:pt idx="115">
                  <c:v>23.483606338501</c:v>
                </c:pt>
                <c:pt idx="116">
                  <c:v>23.4807167053223</c:v>
                </c:pt>
                <c:pt idx="117">
                  <c:v>23.4821910858154</c:v>
                </c:pt>
                <c:pt idx="118">
                  <c:v>23.4772033691406</c:v>
                </c:pt>
                <c:pt idx="119">
                  <c:v>23.479606628418</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c:formatCode>
                <c:ptCount val="120"/>
                <c:pt idx="0">
                  <c:v>23.3414268493652</c:v>
                </c:pt>
                <c:pt idx="1">
                  <c:v>23.359504699707</c:v>
                </c:pt>
                <c:pt idx="2">
                  <c:v>23.362512588501</c:v>
                </c:pt>
                <c:pt idx="3">
                  <c:v>23.3734703063965</c:v>
                </c:pt>
                <c:pt idx="4">
                  <c:v>23.3755912780762</c:v>
                </c:pt>
                <c:pt idx="5">
                  <c:v>23.380973815918</c:v>
                </c:pt>
                <c:pt idx="6">
                  <c:v>23.3947887420654</c:v>
                </c:pt>
                <c:pt idx="7">
                  <c:v>23.4008560180664</c:v>
                </c:pt>
                <c:pt idx="8">
                  <c:v>23.4104042053223</c:v>
                </c:pt>
                <c:pt idx="9">
                  <c:v>23.4127998352051</c:v>
                </c:pt>
                <c:pt idx="10">
                  <c:v>23.4231376647949</c:v>
                </c:pt>
                <c:pt idx="11">
                  <c:v>23.4309577941895</c:v>
                </c:pt>
                <c:pt idx="12">
                  <c:v>23.4332370758057</c:v>
                </c:pt>
                <c:pt idx="13">
                  <c:v>23.4336395263672</c:v>
                </c:pt>
                <c:pt idx="14">
                  <c:v>23.4355430603027</c:v>
                </c:pt>
                <c:pt idx="15">
                  <c:v>23.4429016113281</c:v>
                </c:pt>
                <c:pt idx="16">
                  <c:v>23.444393157959</c:v>
                </c:pt>
                <c:pt idx="17">
                  <c:v>23.4471740722656</c:v>
                </c:pt>
                <c:pt idx="18">
                  <c:v>23.4521713256836</c:v>
                </c:pt>
                <c:pt idx="19">
                  <c:v>23.4495964050293</c:v>
                </c:pt>
                <c:pt idx="20">
                  <c:v>23.4548721313477</c:v>
                </c:pt>
                <c:pt idx="21">
                  <c:v>23.4539108276367</c:v>
                </c:pt>
                <c:pt idx="22">
                  <c:v>23.4573173522949</c:v>
                </c:pt>
                <c:pt idx="23">
                  <c:v>23.4534397125244</c:v>
                </c:pt>
                <c:pt idx="24">
                  <c:v>23.4549102783203</c:v>
                </c:pt>
                <c:pt idx="25">
                  <c:v>23.4590492248535</c:v>
                </c:pt>
                <c:pt idx="26">
                  <c:v>23.4588966369629</c:v>
                </c:pt>
                <c:pt idx="27">
                  <c:v>23.4577331542969</c:v>
                </c:pt>
                <c:pt idx="28">
                  <c:v>23.4624366760254</c:v>
                </c:pt>
                <c:pt idx="29">
                  <c:v>23.4577941894531</c:v>
                </c:pt>
                <c:pt idx="30">
                  <c:v>23.4600296020508</c:v>
                </c:pt>
                <c:pt idx="31">
                  <c:v>23.4618377685547</c:v>
                </c:pt>
                <c:pt idx="32">
                  <c:v>23.4580249786377</c:v>
                </c:pt>
                <c:pt idx="33">
                  <c:v>23.4611282348633</c:v>
                </c:pt>
                <c:pt idx="34">
                  <c:v>23.465877532959</c:v>
                </c:pt>
                <c:pt idx="35">
                  <c:v>23.4616451263428</c:v>
                </c:pt>
                <c:pt idx="36">
                  <c:v>23.4660015106201</c:v>
                </c:pt>
                <c:pt idx="37">
                  <c:v>23.4616622924805</c:v>
                </c:pt>
                <c:pt idx="38">
                  <c:v>23.4652309417725</c:v>
                </c:pt>
                <c:pt idx="39">
                  <c:v>23.4667263031006</c:v>
                </c:pt>
                <c:pt idx="40">
                  <c:v>23.4667320251465</c:v>
                </c:pt>
                <c:pt idx="41">
                  <c:v>23.4634819030762</c:v>
                </c:pt>
                <c:pt idx="42">
                  <c:v>23.4711265563965</c:v>
                </c:pt>
                <c:pt idx="43">
                  <c:v>23.4683208465576</c:v>
                </c:pt>
                <c:pt idx="44">
                  <c:v>23.4711303710938</c:v>
                </c:pt>
                <c:pt idx="45">
                  <c:v>23.468692779541</c:v>
                </c:pt>
                <c:pt idx="46">
                  <c:v>23.4747619628906</c:v>
                </c:pt>
                <c:pt idx="47">
                  <c:v>23.4707374572754</c:v>
                </c:pt>
                <c:pt idx="48">
                  <c:v>23.4682273864746</c:v>
                </c:pt>
                <c:pt idx="49">
                  <c:v>23.4713821411133</c:v>
                </c:pt>
                <c:pt idx="50">
                  <c:v>23.471378326416</c:v>
                </c:pt>
                <c:pt idx="51">
                  <c:v>23.4754047393799</c:v>
                </c:pt>
                <c:pt idx="52">
                  <c:v>23.4713668823242</c:v>
                </c:pt>
                <c:pt idx="53">
                  <c:v>23.4773216247559</c:v>
                </c:pt>
                <c:pt idx="54">
                  <c:v>23.4765510559082</c:v>
                </c:pt>
                <c:pt idx="55">
                  <c:v>23.4745349884033</c:v>
                </c:pt>
                <c:pt idx="56">
                  <c:v>23.4767570495605</c:v>
                </c:pt>
                <c:pt idx="57">
                  <c:v>23.473690032959</c:v>
                </c:pt>
                <c:pt idx="58">
                  <c:v>23.4752998352051</c:v>
                </c:pt>
                <c:pt idx="59">
                  <c:v>23.475902557373</c:v>
                </c:pt>
                <c:pt idx="60">
                  <c:v>23.4741058349609</c:v>
                </c:pt>
                <c:pt idx="61">
                  <c:v>23.4757347106934</c:v>
                </c:pt>
                <c:pt idx="62">
                  <c:v>23.4758033752441</c:v>
                </c:pt>
                <c:pt idx="63">
                  <c:v>23.4768943786621</c:v>
                </c:pt>
                <c:pt idx="64">
                  <c:v>23.4735145568848</c:v>
                </c:pt>
                <c:pt idx="65">
                  <c:v>23.4753875732422</c:v>
                </c:pt>
                <c:pt idx="66">
                  <c:v>23.4759941101074</c:v>
                </c:pt>
                <c:pt idx="67">
                  <c:v>23.4784698486328</c:v>
                </c:pt>
                <c:pt idx="68">
                  <c:v>23.4814777374268</c:v>
                </c:pt>
                <c:pt idx="69">
                  <c:v>23.4812545776367</c:v>
                </c:pt>
                <c:pt idx="70">
                  <c:v>23.4798278808594</c:v>
                </c:pt>
                <c:pt idx="71">
                  <c:v>23.4792060852051</c:v>
                </c:pt>
                <c:pt idx="72">
                  <c:v>23.4814968109131</c:v>
                </c:pt>
                <c:pt idx="73">
                  <c:v>23.4798679351807</c:v>
                </c:pt>
                <c:pt idx="74">
                  <c:v>23.4756450653076</c:v>
                </c:pt>
                <c:pt idx="75">
                  <c:v>23.48362159729</c:v>
                </c:pt>
                <c:pt idx="76">
                  <c:v>23.4779510498047</c:v>
                </c:pt>
                <c:pt idx="77">
                  <c:v>23.4755744934082</c:v>
                </c:pt>
                <c:pt idx="78">
                  <c:v>23.4811210632324</c:v>
                </c:pt>
                <c:pt idx="79">
                  <c:v>23.4780578613281</c:v>
                </c:pt>
                <c:pt idx="80">
                  <c:v>23.4771156311035</c:v>
                </c:pt>
                <c:pt idx="81">
                  <c:v>23.4856967926025</c:v>
                </c:pt>
                <c:pt idx="82">
                  <c:v>23.4845733642578</c:v>
                </c:pt>
                <c:pt idx="83">
                  <c:v>23.4794921875</c:v>
                </c:pt>
                <c:pt idx="84">
                  <c:v>23.4844131469727</c:v>
                </c:pt>
                <c:pt idx="85">
                  <c:v>23.4815654754639</c:v>
                </c:pt>
                <c:pt idx="86">
                  <c:v>23.4863052368164</c:v>
                </c:pt>
                <c:pt idx="87">
                  <c:v>23.4825820922852</c:v>
                </c:pt>
                <c:pt idx="88">
                  <c:v>23.4798679351807</c:v>
                </c:pt>
                <c:pt idx="89">
                  <c:v>23.4793128967285</c:v>
                </c:pt>
                <c:pt idx="90">
                  <c:v>23.4836025238037</c:v>
                </c:pt>
                <c:pt idx="91">
                  <c:v>23.4836463928223</c:v>
                </c:pt>
                <c:pt idx="92">
                  <c:v>23.4817771911621</c:v>
                </c:pt>
                <c:pt idx="93">
                  <c:v>23.4819450378418</c:v>
                </c:pt>
                <c:pt idx="94">
                  <c:v>23.4803886413574</c:v>
                </c:pt>
                <c:pt idx="95">
                  <c:v>23.4823265075684</c:v>
                </c:pt>
                <c:pt idx="96">
                  <c:v>23.4822235107422</c:v>
                </c:pt>
                <c:pt idx="97">
                  <c:v>23.4820938110352</c:v>
                </c:pt>
                <c:pt idx="98">
                  <c:v>23.4855728149414</c:v>
                </c:pt>
                <c:pt idx="99">
                  <c:v>23.4803848266602</c:v>
                </c:pt>
                <c:pt idx="100">
                  <c:v>23.4853572845459</c:v>
                </c:pt>
                <c:pt idx="101">
                  <c:v>23.4855728149414</c:v>
                </c:pt>
                <c:pt idx="102">
                  <c:v>23.4857769012451</c:v>
                </c:pt>
                <c:pt idx="103">
                  <c:v>23.4846515655518</c:v>
                </c:pt>
                <c:pt idx="104">
                  <c:v>23.4886054992676</c:v>
                </c:pt>
                <c:pt idx="105">
                  <c:v>23.4868621826172</c:v>
                </c:pt>
                <c:pt idx="106">
                  <c:v>23.4836101531982</c:v>
                </c:pt>
                <c:pt idx="107">
                  <c:v>23.4857368469238</c:v>
                </c:pt>
                <c:pt idx="108">
                  <c:v>23.483606338501</c:v>
                </c:pt>
                <c:pt idx="109">
                  <c:v>23.4866390228271</c:v>
                </c:pt>
                <c:pt idx="110">
                  <c:v>23.4891376495361</c:v>
                </c:pt>
                <c:pt idx="111">
                  <c:v>23.4820899963379</c:v>
                </c:pt>
                <c:pt idx="112">
                  <c:v>23.4834976196289</c:v>
                </c:pt>
                <c:pt idx="113">
                  <c:v>23.4866333007813</c:v>
                </c:pt>
                <c:pt idx="114">
                  <c:v>23.4860496520996</c:v>
                </c:pt>
                <c:pt idx="115">
                  <c:v>23.4880104064941</c:v>
                </c:pt>
                <c:pt idx="116">
                  <c:v>23.4823684692383</c:v>
                </c:pt>
                <c:pt idx="117">
                  <c:v>23.4836845397949</c:v>
                </c:pt>
                <c:pt idx="118">
                  <c:v>23.4829597473145</c:v>
                </c:pt>
                <c:pt idx="119">
                  <c:v>23.4873275756836</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c:formatCode>
                <c:ptCount val="120"/>
                <c:pt idx="0">
                  <c:v>23.3372116088867</c:v>
                </c:pt>
                <c:pt idx="1">
                  <c:v>23.3559303283691</c:v>
                </c:pt>
                <c:pt idx="2">
                  <c:v>23.3652954101563</c:v>
                </c:pt>
                <c:pt idx="3">
                  <c:v>23.3766174316406</c:v>
                </c:pt>
                <c:pt idx="4">
                  <c:v>23.3771209716797</c:v>
                </c:pt>
                <c:pt idx="5">
                  <c:v>23.3922996520996</c:v>
                </c:pt>
                <c:pt idx="6">
                  <c:v>23.4019737243652</c:v>
                </c:pt>
                <c:pt idx="7">
                  <c:v>23.4137058258057</c:v>
                </c:pt>
                <c:pt idx="8">
                  <c:v>23.4245929718018</c:v>
                </c:pt>
                <c:pt idx="9">
                  <c:v>23.4272899627686</c:v>
                </c:pt>
                <c:pt idx="10">
                  <c:v>23.4319763183594</c:v>
                </c:pt>
                <c:pt idx="11">
                  <c:v>23.438404083252</c:v>
                </c:pt>
                <c:pt idx="12">
                  <c:v>23.4423370361328</c:v>
                </c:pt>
                <c:pt idx="13">
                  <c:v>23.4411964416504</c:v>
                </c:pt>
                <c:pt idx="14">
                  <c:v>23.4453544616699</c:v>
                </c:pt>
                <c:pt idx="15">
                  <c:v>23.444896697998</c:v>
                </c:pt>
                <c:pt idx="16">
                  <c:v>23.4491653442383</c:v>
                </c:pt>
                <c:pt idx="17">
                  <c:v>23.4519424438477</c:v>
                </c:pt>
                <c:pt idx="18">
                  <c:v>23.4548301696777</c:v>
                </c:pt>
                <c:pt idx="19">
                  <c:v>23.4553775787354</c:v>
                </c:pt>
                <c:pt idx="20">
                  <c:v>23.460147857666</c:v>
                </c:pt>
                <c:pt idx="21">
                  <c:v>23.4627208709717</c:v>
                </c:pt>
                <c:pt idx="22">
                  <c:v>23.4611396789551</c:v>
                </c:pt>
                <c:pt idx="23">
                  <c:v>23.4568672180176</c:v>
                </c:pt>
                <c:pt idx="24">
                  <c:v>23.465539932251</c:v>
                </c:pt>
                <c:pt idx="25">
                  <c:v>23.4618263244629</c:v>
                </c:pt>
                <c:pt idx="26">
                  <c:v>23.4628372192383</c:v>
                </c:pt>
                <c:pt idx="27">
                  <c:v>23.463981628418</c:v>
                </c:pt>
                <c:pt idx="28">
                  <c:v>23.4672164916992</c:v>
                </c:pt>
                <c:pt idx="29">
                  <c:v>23.4689693450928</c:v>
                </c:pt>
                <c:pt idx="30">
                  <c:v>23.4663391113281</c:v>
                </c:pt>
                <c:pt idx="31">
                  <c:v>23.4685859680176</c:v>
                </c:pt>
                <c:pt idx="32">
                  <c:v>23.467887878418</c:v>
                </c:pt>
                <c:pt idx="33">
                  <c:v>23.4743194580078</c:v>
                </c:pt>
                <c:pt idx="34">
                  <c:v>23.4663887023926</c:v>
                </c:pt>
                <c:pt idx="35">
                  <c:v>23.4720592498779</c:v>
                </c:pt>
                <c:pt idx="36">
                  <c:v>23.4754180908203</c:v>
                </c:pt>
                <c:pt idx="37">
                  <c:v>23.4753742218018</c:v>
                </c:pt>
                <c:pt idx="38">
                  <c:v>23.4770851135254</c:v>
                </c:pt>
                <c:pt idx="39">
                  <c:v>23.4754123687744</c:v>
                </c:pt>
                <c:pt idx="40">
                  <c:v>23.473575592041</c:v>
                </c:pt>
                <c:pt idx="41">
                  <c:v>23.4777526855469</c:v>
                </c:pt>
                <c:pt idx="42">
                  <c:v>23.4783973693848</c:v>
                </c:pt>
                <c:pt idx="43">
                  <c:v>23.4790306091309</c:v>
                </c:pt>
                <c:pt idx="44">
                  <c:v>23.4798355102539</c:v>
                </c:pt>
                <c:pt idx="45">
                  <c:v>23.4796695709229</c:v>
                </c:pt>
                <c:pt idx="46">
                  <c:v>23.4729290008545</c:v>
                </c:pt>
                <c:pt idx="47">
                  <c:v>23.4789886474609</c:v>
                </c:pt>
                <c:pt idx="48">
                  <c:v>23.4828491210938</c:v>
                </c:pt>
                <c:pt idx="49">
                  <c:v>23.481559753418</c:v>
                </c:pt>
                <c:pt idx="50">
                  <c:v>23.4794750213623</c:v>
                </c:pt>
                <c:pt idx="51">
                  <c:v>23.4801082611084</c:v>
                </c:pt>
                <c:pt idx="52">
                  <c:v>23.4823265075684</c:v>
                </c:pt>
                <c:pt idx="53">
                  <c:v>23.4866390228271</c:v>
                </c:pt>
                <c:pt idx="54">
                  <c:v>23.4827098846436</c:v>
                </c:pt>
                <c:pt idx="55">
                  <c:v>23.4864921569824</c:v>
                </c:pt>
                <c:pt idx="56">
                  <c:v>23.4838066101074</c:v>
                </c:pt>
                <c:pt idx="57">
                  <c:v>23.4877319335938</c:v>
                </c:pt>
                <c:pt idx="58">
                  <c:v>23.4825172424316</c:v>
                </c:pt>
                <c:pt idx="59">
                  <c:v>23.4841136932373</c:v>
                </c:pt>
                <c:pt idx="60">
                  <c:v>23.4839324951172</c:v>
                </c:pt>
                <c:pt idx="61">
                  <c:v>23.4851913452148</c:v>
                </c:pt>
                <c:pt idx="62">
                  <c:v>23.4877414703369</c:v>
                </c:pt>
                <c:pt idx="63">
                  <c:v>23.4891033172607</c:v>
                </c:pt>
                <c:pt idx="64">
                  <c:v>23.4874000549316</c:v>
                </c:pt>
                <c:pt idx="65">
                  <c:v>23.488353729248</c:v>
                </c:pt>
                <c:pt idx="66">
                  <c:v>23.492036819458</c:v>
                </c:pt>
                <c:pt idx="67">
                  <c:v>23.4907379150391</c:v>
                </c:pt>
                <c:pt idx="68">
                  <c:v>23.4861679077148</c:v>
                </c:pt>
                <c:pt idx="69">
                  <c:v>23.4926071166992</c:v>
                </c:pt>
                <c:pt idx="70">
                  <c:v>23.4903450012207</c:v>
                </c:pt>
                <c:pt idx="71">
                  <c:v>23.4872875213623</c:v>
                </c:pt>
                <c:pt idx="72">
                  <c:v>23.4968795776367</c:v>
                </c:pt>
                <c:pt idx="73">
                  <c:v>23.4937400817871</c:v>
                </c:pt>
                <c:pt idx="74">
                  <c:v>23.4931774139404</c:v>
                </c:pt>
                <c:pt idx="75">
                  <c:v>23.4924430847168</c:v>
                </c:pt>
                <c:pt idx="76">
                  <c:v>23.4905624389648</c:v>
                </c:pt>
                <c:pt idx="77">
                  <c:v>23.4881629943848</c:v>
                </c:pt>
                <c:pt idx="78">
                  <c:v>23.4925270080566</c:v>
                </c:pt>
                <c:pt idx="79">
                  <c:v>23.4927368164063</c:v>
                </c:pt>
                <c:pt idx="80">
                  <c:v>23.4963150024414</c:v>
                </c:pt>
                <c:pt idx="81">
                  <c:v>23.4976749420166</c:v>
                </c:pt>
                <c:pt idx="82">
                  <c:v>23.4944381713867</c:v>
                </c:pt>
                <c:pt idx="83">
                  <c:v>23.4918193817139</c:v>
                </c:pt>
                <c:pt idx="84">
                  <c:v>23.4932518005371</c:v>
                </c:pt>
                <c:pt idx="85">
                  <c:v>23.4943466186523</c:v>
                </c:pt>
                <c:pt idx="86">
                  <c:v>23.4912376403809</c:v>
                </c:pt>
                <c:pt idx="87">
                  <c:v>23.4930629730225</c:v>
                </c:pt>
                <c:pt idx="88">
                  <c:v>23.4959602355957</c:v>
                </c:pt>
                <c:pt idx="89">
                  <c:v>23.4937496185303</c:v>
                </c:pt>
                <c:pt idx="90">
                  <c:v>23.4958400726318</c:v>
                </c:pt>
                <c:pt idx="91">
                  <c:v>23.4951858520508</c:v>
                </c:pt>
                <c:pt idx="92">
                  <c:v>23.494514465332</c:v>
                </c:pt>
                <c:pt idx="93">
                  <c:v>23.49853515625</c:v>
                </c:pt>
                <c:pt idx="94">
                  <c:v>23.495979309082</c:v>
                </c:pt>
                <c:pt idx="95">
                  <c:v>23.4954032897949</c:v>
                </c:pt>
                <c:pt idx="96">
                  <c:v>23.4952716827393</c:v>
                </c:pt>
                <c:pt idx="97">
                  <c:v>23.5008125305176</c:v>
                </c:pt>
                <c:pt idx="98">
                  <c:v>23.4995918273926</c:v>
                </c:pt>
                <c:pt idx="99">
                  <c:v>23.4963550567627</c:v>
                </c:pt>
                <c:pt idx="100">
                  <c:v>23.4978923797607</c:v>
                </c:pt>
                <c:pt idx="101">
                  <c:v>23.4967956542969</c:v>
                </c:pt>
                <c:pt idx="102">
                  <c:v>23.5004215240479</c:v>
                </c:pt>
                <c:pt idx="103">
                  <c:v>23.4949111938477</c:v>
                </c:pt>
                <c:pt idx="104">
                  <c:v>23.49755859375</c:v>
                </c:pt>
                <c:pt idx="105">
                  <c:v>23.4993000030518</c:v>
                </c:pt>
                <c:pt idx="106">
                  <c:v>23.4955215454102</c:v>
                </c:pt>
                <c:pt idx="107">
                  <c:v>23.4985542297363</c:v>
                </c:pt>
                <c:pt idx="108">
                  <c:v>23.4990234375</c:v>
                </c:pt>
                <c:pt idx="109">
                  <c:v>23.5003814697266</c:v>
                </c:pt>
                <c:pt idx="110">
                  <c:v>23.496768951416</c:v>
                </c:pt>
                <c:pt idx="111">
                  <c:v>23.5003242492676</c:v>
                </c:pt>
                <c:pt idx="112">
                  <c:v>23.4968338012695</c:v>
                </c:pt>
                <c:pt idx="113">
                  <c:v>23.4949073791504</c:v>
                </c:pt>
                <c:pt idx="114">
                  <c:v>23.497184753418</c:v>
                </c:pt>
                <c:pt idx="115">
                  <c:v>23.4944686889648</c:v>
                </c:pt>
                <c:pt idx="116">
                  <c:v>23.4972133636475</c:v>
                </c:pt>
                <c:pt idx="117">
                  <c:v>23.4987487792969</c:v>
                </c:pt>
                <c:pt idx="118">
                  <c:v>23.4989929199219</c:v>
                </c:pt>
                <c:pt idx="119">
                  <c:v>23.4935722351074</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c:formatCode>
                <c:ptCount val="120"/>
                <c:pt idx="0">
                  <c:v>23.3399353027344</c:v>
                </c:pt>
                <c:pt idx="1">
                  <c:v>23.3524017333984</c:v>
                </c:pt>
                <c:pt idx="2">
                  <c:v>23.3677787780762</c:v>
                </c:pt>
                <c:pt idx="3">
                  <c:v>23.3640289306641</c:v>
                </c:pt>
                <c:pt idx="4">
                  <c:v>23.3782424926758</c:v>
                </c:pt>
                <c:pt idx="5">
                  <c:v>23.3866500854492</c:v>
                </c:pt>
                <c:pt idx="6">
                  <c:v>23.3865013122559</c:v>
                </c:pt>
                <c:pt idx="7">
                  <c:v>23.3995246887207</c:v>
                </c:pt>
                <c:pt idx="8">
                  <c:v>23.3982791900635</c:v>
                </c:pt>
                <c:pt idx="9">
                  <c:v>23.4150238037109</c:v>
                </c:pt>
                <c:pt idx="10">
                  <c:v>23.4255847930908</c:v>
                </c:pt>
                <c:pt idx="11">
                  <c:v>23.4334335327148</c:v>
                </c:pt>
                <c:pt idx="12">
                  <c:v>23.4445648193359</c:v>
                </c:pt>
                <c:pt idx="13">
                  <c:v>23.4442138671875</c:v>
                </c:pt>
                <c:pt idx="14">
                  <c:v>23.4477939605713</c:v>
                </c:pt>
                <c:pt idx="15">
                  <c:v>23.4561538696289</c:v>
                </c:pt>
                <c:pt idx="16">
                  <c:v>23.4564628601074</c:v>
                </c:pt>
                <c:pt idx="17">
                  <c:v>23.4604568481445</c:v>
                </c:pt>
                <c:pt idx="18">
                  <c:v>23.4636306762695</c:v>
                </c:pt>
                <c:pt idx="19">
                  <c:v>23.4680118560791</c:v>
                </c:pt>
                <c:pt idx="20">
                  <c:v>23.4655075073242</c:v>
                </c:pt>
                <c:pt idx="21">
                  <c:v>23.4655227661133</c:v>
                </c:pt>
                <c:pt idx="22">
                  <c:v>23.4624519348145</c:v>
                </c:pt>
                <c:pt idx="23">
                  <c:v>23.4688682556152</c:v>
                </c:pt>
                <c:pt idx="24">
                  <c:v>23.4737663269043</c:v>
                </c:pt>
                <c:pt idx="25">
                  <c:v>23.4652900695801</c:v>
                </c:pt>
                <c:pt idx="26">
                  <c:v>23.4711570739746</c:v>
                </c:pt>
                <c:pt idx="27">
                  <c:v>23.4694862365723</c:v>
                </c:pt>
                <c:pt idx="28">
                  <c:v>23.4708557128906</c:v>
                </c:pt>
                <c:pt idx="29">
                  <c:v>23.4710083007813</c:v>
                </c:pt>
                <c:pt idx="30">
                  <c:v>23.4744148254395</c:v>
                </c:pt>
                <c:pt idx="31">
                  <c:v>23.4785461425781</c:v>
                </c:pt>
                <c:pt idx="32">
                  <c:v>23.4734592437744</c:v>
                </c:pt>
                <c:pt idx="33">
                  <c:v>23.477481842041</c:v>
                </c:pt>
                <c:pt idx="34">
                  <c:v>23.4822750091553</c:v>
                </c:pt>
                <c:pt idx="35">
                  <c:v>23.4758949279785</c:v>
                </c:pt>
                <c:pt idx="36">
                  <c:v>23.479097366333</c:v>
                </c:pt>
                <c:pt idx="37">
                  <c:v>23.479076385498</c:v>
                </c:pt>
                <c:pt idx="38">
                  <c:v>23.4770030975342</c:v>
                </c:pt>
                <c:pt idx="39">
                  <c:v>23.4794082641602</c:v>
                </c:pt>
                <c:pt idx="40">
                  <c:v>23.4812355041504</c:v>
                </c:pt>
                <c:pt idx="41">
                  <c:v>23.4778728485107</c:v>
                </c:pt>
                <c:pt idx="42">
                  <c:v>23.484842300415</c:v>
                </c:pt>
                <c:pt idx="43">
                  <c:v>23.486701965332</c:v>
                </c:pt>
                <c:pt idx="44">
                  <c:v>23.4869518280029</c:v>
                </c:pt>
                <c:pt idx="45">
                  <c:v>23.4828147888184</c:v>
                </c:pt>
                <c:pt idx="46">
                  <c:v>23.4855899810791</c:v>
                </c:pt>
                <c:pt idx="47">
                  <c:v>23.4851913452148</c:v>
                </c:pt>
                <c:pt idx="48">
                  <c:v>23.4835948944092</c:v>
                </c:pt>
                <c:pt idx="49">
                  <c:v>23.4861679077148</c:v>
                </c:pt>
                <c:pt idx="50">
                  <c:v>23.4872283935547</c:v>
                </c:pt>
                <c:pt idx="51">
                  <c:v>23.4862174987793</c:v>
                </c:pt>
                <c:pt idx="52">
                  <c:v>23.4856586456299</c:v>
                </c:pt>
                <c:pt idx="53">
                  <c:v>23.4851512908936</c:v>
                </c:pt>
                <c:pt idx="54">
                  <c:v>23.4910831451416</c:v>
                </c:pt>
                <c:pt idx="55">
                  <c:v>23.4903411865234</c:v>
                </c:pt>
                <c:pt idx="56">
                  <c:v>23.4863967895508</c:v>
                </c:pt>
                <c:pt idx="57">
                  <c:v>23.4889907836914</c:v>
                </c:pt>
                <c:pt idx="58">
                  <c:v>23.4892845153809</c:v>
                </c:pt>
                <c:pt idx="59">
                  <c:v>23.4872131347656</c:v>
                </c:pt>
                <c:pt idx="60">
                  <c:v>23.4924087524414</c:v>
                </c:pt>
                <c:pt idx="61">
                  <c:v>23.4916801452637</c:v>
                </c:pt>
                <c:pt idx="62">
                  <c:v>23.4891605377197</c:v>
                </c:pt>
                <c:pt idx="63">
                  <c:v>23.4958744049072</c:v>
                </c:pt>
                <c:pt idx="64">
                  <c:v>23.4927368164063</c:v>
                </c:pt>
                <c:pt idx="65">
                  <c:v>23.4877681732178</c:v>
                </c:pt>
                <c:pt idx="66">
                  <c:v>23.4911766052246</c:v>
                </c:pt>
                <c:pt idx="67">
                  <c:v>23.494873046875</c:v>
                </c:pt>
                <c:pt idx="68">
                  <c:v>23.4911918640137</c:v>
                </c:pt>
                <c:pt idx="69">
                  <c:v>23.4919853210449</c:v>
                </c:pt>
                <c:pt idx="70">
                  <c:v>23.4916954040527</c:v>
                </c:pt>
                <c:pt idx="71">
                  <c:v>23.493200302124</c:v>
                </c:pt>
                <c:pt idx="72">
                  <c:v>23.4891548156738</c:v>
                </c:pt>
                <c:pt idx="73">
                  <c:v>23.4920997619629</c:v>
                </c:pt>
                <c:pt idx="74">
                  <c:v>23.4912910461426</c:v>
                </c:pt>
                <c:pt idx="75">
                  <c:v>23.4944686889648</c:v>
                </c:pt>
                <c:pt idx="76">
                  <c:v>23.4938850402832</c:v>
                </c:pt>
                <c:pt idx="77">
                  <c:v>23.4941158294678</c:v>
                </c:pt>
                <c:pt idx="78">
                  <c:v>23.4930477142334</c:v>
                </c:pt>
                <c:pt idx="79">
                  <c:v>23.4980945587158</c:v>
                </c:pt>
                <c:pt idx="80">
                  <c:v>23.4916706085205</c:v>
                </c:pt>
                <c:pt idx="81">
                  <c:v>23.4902820587158</c:v>
                </c:pt>
                <c:pt idx="82">
                  <c:v>23.4939823150635</c:v>
                </c:pt>
                <c:pt idx="83">
                  <c:v>23.4904747009277</c:v>
                </c:pt>
                <c:pt idx="84">
                  <c:v>23.4912357330322</c:v>
                </c:pt>
                <c:pt idx="85">
                  <c:v>23.4937267303467</c:v>
                </c:pt>
                <c:pt idx="86">
                  <c:v>23.4945774078369</c:v>
                </c:pt>
                <c:pt idx="87">
                  <c:v>23.4958267211914</c:v>
                </c:pt>
                <c:pt idx="88">
                  <c:v>23.4923629760742</c:v>
                </c:pt>
                <c:pt idx="89">
                  <c:v>23.4940204620361</c:v>
                </c:pt>
                <c:pt idx="90">
                  <c:v>23.4944648742676</c:v>
                </c:pt>
                <c:pt idx="91">
                  <c:v>23.4916534423828</c:v>
                </c:pt>
                <c:pt idx="92">
                  <c:v>23.4958076477051</c:v>
                </c:pt>
                <c:pt idx="93">
                  <c:v>23.4958438873291</c:v>
                </c:pt>
                <c:pt idx="94">
                  <c:v>23.4969902038574</c:v>
                </c:pt>
                <c:pt idx="95">
                  <c:v>23.4969348907471</c:v>
                </c:pt>
                <c:pt idx="96">
                  <c:v>23.4943408966064</c:v>
                </c:pt>
                <c:pt idx="97">
                  <c:v>23.4940395355225</c:v>
                </c:pt>
                <c:pt idx="98">
                  <c:v>23.4963684082031</c:v>
                </c:pt>
                <c:pt idx="99">
                  <c:v>23.5012054443359</c:v>
                </c:pt>
                <c:pt idx="100">
                  <c:v>23.4915351867676</c:v>
                </c:pt>
                <c:pt idx="101">
                  <c:v>23.4935817718506</c:v>
                </c:pt>
                <c:pt idx="102">
                  <c:v>23.4939250946045</c:v>
                </c:pt>
                <c:pt idx="103">
                  <c:v>23.495979309082</c:v>
                </c:pt>
                <c:pt idx="104">
                  <c:v>23.4966011047363</c:v>
                </c:pt>
                <c:pt idx="105">
                  <c:v>23.4946784973145</c:v>
                </c:pt>
                <c:pt idx="106">
                  <c:v>23.4939994812012</c:v>
                </c:pt>
                <c:pt idx="107">
                  <c:v>23.4981517791748</c:v>
                </c:pt>
                <c:pt idx="108">
                  <c:v>23.4964637756348</c:v>
                </c:pt>
                <c:pt idx="109">
                  <c:v>23.4978408813477</c:v>
                </c:pt>
                <c:pt idx="110">
                  <c:v>23.4963626861572</c:v>
                </c:pt>
                <c:pt idx="111">
                  <c:v>23.4935455322266</c:v>
                </c:pt>
                <c:pt idx="112">
                  <c:v>23.4946594238281</c:v>
                </c:pt>
                <c:pt idx="113">
                  <c:v>23.4944725036621</c:v>
                </c:pt>
                <c:pt idx="114">
                  <c:v>23.4963912963867</c:v>
                </c:pt>
                <c:pt idx="115">
                  <c:v>23.4994602203369</c:v>
                </c:pt>
                <c:pt idx="116">
                  <c:v>23.4989051818848</c:v>
                </c:pt>
                <c:pt idx="117">
                  <c:v>23.4931335449219</c:v>
                </c:pt>
                <c:pt idx="118">
                  <c:v>23.4936389923096</c:v>
                </c:pt>
                <c:pt idx="119">
                  <c:v>23.4925403594971</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c:formatCode>
                <c:ptCount val="120"/>
                <c:pt idx="0">
                  <c:v>23.3369750976563</c:v>
                </c:pt>
                <c:pt idx="1">
                  <c:v>23.3545188903809</c:v>
                </c:pt>
                <c:pt idx="2">
                  <c:v>23.3608932495117</c:v>
                </c:pt>
                <c:pt idx="3">
                  <c:v>23.3695659637451</c:v>
                </c:pt>
                <c:pt idx="4">
                  <c:v>23.383321762085</c:v>
                </c:pt>
                <c:pt idx="5">
                  <c:v>23.3850345611572</c:v>
                </c:pt>
                <c:pt idx="6">
                  <c:v>23.3907890319824</c:v>
                </c:pt>
                <c:pt idx="7">
                  <c:v>23.4031143188477</c:v>
                </c:pt>
                <c:pt idx="8">
                  <c:v>23.4118213653564</c:v>
                </c:pt>
                <c:pt idx="9">
                  <c:v>23.4151000976563</c:v>
                </c:pt>
                <c:pt idx="10">
                  <c:v>23.4260921478271</c:v>
                </c:pt>
                <c:pt idx="11">
                  <c:v>23.4339847564697</c:v>
                </c:pt>
                <c:pt idx="12">
                  <c:v>23.4351119995117</c:v>
                </c:pt>
                <c:pt idx="13">
                  <c:v>23.4430236816406</c:v>
                </c:pt>
                <c:pt idx="14">
                  <c:v>23.4413166046143</c:v>
                </c:pt>
                <c:pt idx="15">
                  <c:v>23.4477462768555</c:v>
                </c:pt>
                <c:pt idx="16">
                  <c:v>23.4556159973145</c:v>
                </c:pt>
                <c:pt idx="17">
                  <c:v>23.4520606994629</c:v>
                </c:pt>
                <c:pt idx="18">
                  <c:v>23.457633972168</c:v>
                </c:pt>
                <c:pt idx="19">
                  <c:v>23.4635753631592</c:v>
                </c:pt>
                <c:pt idx="20">
                  <c:v>23.4592876434326</c:v>
                </c:pt>
                <c:pt idx="21">
                  <c:v>23.4586353302002</c:v>
                </c:pt>
                <c:pt idx="22">
                  <c:v>23.4588851928711</c:v>
                </c:pt>
                <c:pt idx="23">
                  <c:v>23.4624824523926</c:v>
                </c:pt>
                <c:pt idx="24">
                  <c:v>23.4659576416016</c:v>
                </c:pt>
                <c:pt idx="25">
                  <c:v>23.4645004272461</c:v>
                </c:pt>
                <c:pt idx="26">
                  <c:v>23.4678916931152</c:v>
                </c:pt>
                <c:pt idx="27">
                  <c:v>23.4703788757324</c:v>
                </c:pt>
                <c:pt idx="28">
                  <c:v>23.4595069885254</c:v>
                </c:pt>
                <c:pt idx="29">
                  <c:v>23.4685401916504</c:v>
                </c:pt>
                <c:pt idx="30">
                  <c:v>23.4671630859375</c:v>
                </c:pt>
                <c:pt idx="31">
                  <c:v>23.4718971252441</c:v>
                </c:pt>
                <c:pt idx="32">
                  <c:v>23.4723014831543</c:v>
                </c:pt>
                <c:pt idx="33">
                  <c:v>23.4743537902832</c:v>
                </c:pt>
                <c:pt idx="34">
                  <c:v>23.4745445251465</c:v>
                </c:pt>
                <c:pt idx="35">
                  <c:v>23.4727249145508</c:v>
                </c:pt>
                <c:pt idx="36">
                  <c:v>23.470365524292</c:v>
                </c:pt>
                <c:pt idx="37">
                  <c:v>23.475528717041</c:v>
                </c:pt>
                <c:pt idx="38">
                  <c:v>23.4767189025879</c:v>
                </c:pt>
                <c:pt idx="39">
                  <c:v>23.4806938171387</c:v>
                </c:pt>
                <c:pt idx="40">
                  <c:v>23.4764022827148</c:v>
                </c:pt>
                <c:pt idx="41">
                  <c:v>23.4820880889893</c:v>
                </c:pt>
                <c:pt idx="42">
                  <c:v>23.4831295013428</c:v>
                </c:pt>
                <c:pt idx="43">
                  <c:v>23.4833812713623</c:v>
                </c:pt>
                <c:pt idx="44">
                  <c:v>23.4792747497559</c:v>
                </c:pt>
                <c:pt idx="45">
                  <c:v>23.483678817749</c:v>
                </c:pt>
                <c:pt idx="46">
                  <c:v>23.4831485748291</c:v>
                </c:pt>
                <c:pt idx="47">
                  <c:v>23.4838771820068</c:v>
                </c:pt>
                <c:pt idx="48">
                  <c:v>23.4819316864014</c:v>
                </c:pt>
                <c:pt idx="49">
                  <c:v>23.4849166870117</c:v>
                </c:pt>
                <c:pt idx="50">
                  <c:v>23.4830951690674</c:v>
                </c:pt>
                <c:pt idx="51">
                  <c:v>23.485746383667</c:v>
                </c:pt>
                <c:pt idx="52">
                  <c:v>23.4887771606445</c:v>
                </c:pt>
                <c:pt idx="53">
                  <c:v>23.485408782959</c:v>
                </c:pt>
                <c:pt idx="54">
                  <c:v>23.4892234802246</c:v>
                </c:pt>
                <c:pt idx="55">
                  <c:v>23.4853515625</c:v>
                </c:pt>
                <c:pt idx="56">
                  <c:v>23.4858055114746</c:v>
                </c:pt>
                <c:pt idx="57">
                  <c:v>23.4919013977051</c:v>
                </c:pt>
                <c:pt idx="58">
                  <c:v>23.4865016937256</c:v>
                </c:pt>
                <c:pt idx="59">
                  <c:v>23.485050201416</c:v>
                </c:pt>
                <c:pt idx="60">
                  <c:v>23.4908313751221</c:v>
                </c:pt>
                <c:pt idx="61">
                  <c:v>23.4945678710938</c:v>
                </c:pt>
                <c:pt idx="62">
                  <c:v>23.4885787963867</c:v>
                </c:pt>
                <c:pt idx="63">
                  <c:v>23.4911499023438</c:v>
                </c:pt>
                <c:pt idx="64">
                  <c:v>23.4966716766357</c:v>
                </c:pt>
                <c:pt idx="65">
                  <c:v>23.4917907714844</c:v>
                </c:pt>
                <c:pt idx="66">
                  <c:v>23.4903984069824</c:v>
                </c:pt>
                <c:pt idx="67">
                  <c:v>23.4929084777832</c:v>
                </c:pt>
                <c:pt idx="68">
                  <c:v>23.4964733123779</c:v>
                </c:pt>
                <c:pt idx="69">
                  <c:v>23.4919929504395</c:v>
                </c:pt>
                <c:pt idx="70">
                  <c:v>23.4922981262207</c:v>
                </c:pt>
                <c:pt idx="71">
                  <c:v>23.4961776733398</c:v>
                </c:pt>
                <c:pt idx="72">
                  <c:v>23.4938354492188</c:v>
                </c:pt>
                <c:pt idx="73">
                  <c:v>23.4922122955322</c:v>
                </c:pt>
                <c:pt idx="74">
                  <c:v>23.494161605835</c:v>
                </c:pt>
                <c:pt idx="75">
                  <c:v>23.4937210083008</c:v>
                </c:pt>
                <c:pt idx="76">
                  <c:v>23.4930152893066</c:v>
                </c:pt>
                <c:pt idx="77">
                  <c:v>23.4960594177246</c:v>
                </c:pt>
                <c:pt idx="78">
                  <c:v>23.496057510376</c:v>
                </c:pt>
                <c:pt idx="79">
                  <c:v>23.4986343383789</c:v>
                </c:pt>
                <c:pt idx="80">
                  <c:v>23.4913520812988</c:v>
                </c:pt>
                <c:pt idx="81">
                  <c:v>23.4939422607422</c:v>
                </c:pt>
                <c:pt idx="82">
                  <c:v>23.4946250915527</c:v>
                </c:pt>
                <c:pt idx="83">
                  <c:v>23.4956436157227</c:v>
                </c:pt>
                <c:pt idx="84">
                  <c:v>23.4986610412598</c:v>
                </c:pt>
                <c:pt idx="85">
                  <c:v>23.4974670410156</c:v>
                </c:pt>
                <c:pt idx="86">
                  <c:v>23.4963130950928</c:v>
                </c:pt>
                <c:pt idx="87">
                  <c:v>23.4994735717773</c:v>
                </c:pt>
                <c:pt idx="88">
                  <c:v>23.4992599487305</c:v>
                </c:pt>
                <c:pt idx="89">
                  <c:v>23.4955501556396</c:v>
                </c:pt>
                <c:pt idx="90">
                  <c:v>23.497386932373</c:v>
                </c:pt>
                <c:pt idx="91">
                  <c:v>23.4954605102539</c:v>
                </c:pt>
                <c:pt idx="92">
                  <c:v>23.4988651275635</c:v>
                </c:pt>
                <c:pt idx="93">
                  <c:v>23.5025749206543</c:v>
                </c:pt>
                <c:pt idx="94">
                  <c:v>23.4983081817627</c:v>
                </c:pt>
                <c:pt idx="95">
                  <c:v>23.5009803771973</c:v>
                </c:pt>
                <c:pt idx="96">
                  <c:v>23.4976406097412</c:v>
                </c:pt>
                <c:pt idx="97">
                  <c:v>23.4986953735352</c:v>
                </c:pt>
                <c:pt idx="98">
                  <c:v>23.4995880126953</c:v>
                </c:pt>
                <c:pt idx="99">
                  <c:v>23.4965400695801</c:v>
                </c:pt>
                <c:pt idx="100">
                  <c:v>23.4996490478516</c:v>
                </c:pt>
                <c:pt idx="101">
                  <c:v>23.5009651184082</c:v>
                </c:pt>
                <c:pt idx="102">
                  <c:v>23.4966888427734</c:v>
                </c:pt>
                <c:pt idx="103">
                  <c:v>23.4983100891113</c:v>
                </c:pt>
                <c:pt idx="104">
                  <c:v>23.4969158172607</c:v>
                </c:pt>
                <c:pt idx="105">
                  <c:v>23.497802734375</c:v>
                </c:pt>
                <c:pt idx="106">
                  <c:v>23.5016994476318</c:v>
                </c:pt>
                <c:pt idx="107">
                  <c:v>23.5020275115967</c:v>
                </c:pt>
                <c:pt idx="108">
                  <c:v>23.4986228942871</c:v>
                </c:pt>
                <c:pt idx="109">
                  <c:v>23.498706817627</c:v>
                </c:pt>
                <c:pt idx="110">
                  <c:v>23.5004844665527</c:v>
                </c:pt>
                <c:pt idx="111">
                  <c:v>23.4970588684082</c:v>
                </c:pt>
                <c:pt idx="112">
                  <c:v>23.4983329772949</c:v>
                </c:pt>
                <c:pt idx="113">
                  <c:v>23.4971771240234</c:v>
                </c:pt>
                <c:pt idx="114">
                  <c:v>23.4990310668945</c:v>
                </c:pt>
                <c:pt idx="115">
                  <c:v>23.5008125305176</c:v>
                </c:pt>
                <c:pt idx="116">
                  <c:v>23.5010986328125</c:v>
                </c:pt>
                <c:pt idx="117">
                  <c:v>23.5008277893066</c:v>
                </c:pt>
                <c:pt idx="118">
                  <c:v>23.4991264343262</c:v>
                </c:pt>
                <c:pt idx="119">
                  <c:v>23.4987945556641</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c:formatCode>
                <c:ptCount val="120"/>
                <c:pt idx="0">
                  <c:v>23.3385482788086</c:v>
                </c:pt>
                <c:pt idx="1">
                  <c:v>23.355090713501</c:v>
                </c:pt>
                <c:pt idx="2">
                  <c:v>23.3629093170166</c:v>
                </c:pt>
                <c:pt idx="3">
                  <c:v>23.3693943023682</c:v>
                </c:pt>
                <c:pt idx="4">
                  <c:v>23.3765300750732</c:v>
                </c:pt>
                <c:pt idx="5">
                  <c:v>23.3846797943115</c:v>
                </c:pt>
                <c:pt idx="6">
                  <c:v>23.3928028106689</c:v>
                </c:pt>
                <c:pt idx="7">
                  <c:v>23.4023265838623</c:v>
                </c:pt>
                <c:pt idx="8">
                  <c:v>23.4097026824951</c:v>
                </c:pt>
                <c:pt idx="9">
                  <c:v>23.4167278289795</c:v>
                </c:pt>
                <c:pt idx="10">
                  <c:v>23.4249500274658</c:v>
                </c:pt>
                <c:pt idx="11">
                  <c:v>23.4313533782959</c:v>
                </c:pt>
                <c:pt idx="12">
                  <c:v>23.4357532501221</c:v>
                </c:pt>
                <c:pt idx="13">
                  <c:v>23.4366958618164</c:v>
                </c:pt>
                <c:pt idx="14">
                  <c:v>23.4381759643555</c:v>
                </c:pt>
                <c:pt idx="15">
                  <c:v>23.4441619873047</c:v>
                </c:pt>
                <c:pt idx="16">
                  <c:v>23.4467681884766</c:v>
                </c:pt>
                <c:pt idx="17">
                  <c:v>23.448278427124</c:v>
                </c:pt>
                <c:pt idx="18">
                  <c:v>23.4507102966309</c:v>
                </c:pt>
                <c:pt idx="19">
                  <c:v>23.4553070068359</c:v>
                </c:pt>
                <c:pt idx="20">
                  <c:v>23.4538711547852</c:v>
                </c:pt>
                <c:pt idx="21">
                  <c:v>23.4565040588379</c:v>
                </c:pt>
                <c:pt idx="22">
                  <c:v>23.4555961608887</c:v>
                </c:pt>
                <c:pt idx="23">
                  <c:v>23.4562366485596</c:v>
                </c:pt>
                <c:pt idx="24">
                  <c:v>23.4592082977295</c:v>
                </c:pt>
                <c:pt idx="25">
                  <c:v>23.4584217071533</c:v>
                </c:pt>
                <c:pt idx="26">
                  <c:v>23.4606441497803</c:v>
                </c:pt>
                <c:pt idx="27">
                  <c:v>23.4606391906738</c:v>
                </c:pt>
                <c:pt idx="28">
                  <c:v>23.4617828369141</c:v>
                </c:pt>
                <c:pt idx="29">
                  <c:v>23.4639003753662</c:v>
                </c:pt>
                <c:pt idx="30">
                  <c:v>23.4640884399414</c:v>
                </c:pt>
                <c:pt idx="31">
                  <c:v>23.4668365478516</c:v>
                </c:pt>
                <c:pt idx="32">
                  <c:v>23.4643814086914</c:v>
                </c:pt>
                <c:pt idx="33">
                  <c:v>23.4684959411621</c:v>
                </c:pt>
                <c:pt idx="34">
                  <c:v>23.4682846069336</c:v>
                </c:pt>
                <c:pt idx="35">
                  <c:v>23.4678405761719</c:v>
                </c:pt>
                <c:pt idx="36">
                  <c:v>23.4702655792236</c:v>
                </c:pt>
                <c:pt idx="37">
                  <c:v>23.4694488525391</c:v>
                </c:pt>
                <c:pt idx="38">
                  <c:v>23.4703762054443</c:v>
                </c:pt>
                <c:pt idx="39">
                  <c:v>23.4716819763184</c:v>
                </c:pt>
                <c:pt idx="40">
                  <c:v>23.4711822509766</c:v>
                </c:pt>
                <c:pt idx="41">
                  <c:v>23.4709495544434</c:v>
                </c:pt>
                <c:pt idx="42">
                  <c:v>23.4748794555664</c:v>
                </c:pt>
                <c:pt idx="43">
                  <c:v>23.4749786376953</c:v>
                </c:pt>
                <c:pt idx="44">
                  <c:v>23.4763019561768</c:v>
                </c:pt>
                <c:pt idx="45">
                  <c:v>23.4752059936523</c:v>
                </c:pt>
                <c:pt idx="46">
                  <c:v>23.4755786895752</c:v>
                </c:pt>
                <c:pt idx="47">
                  <c:v>23.476940536499</c:v>
                </c:pt>
                <c:pt idx="48">
                  <c:v>23.4763729095459</c:v>
                </c:pt>
                <c:pt idx="49">
                  <c:v>23.4787487030029</c:v>
                </c:pt>
                <c:pt idx="50">
                  <c:v>23.4774616241455</c:v>
                </c:pt>
                <c:pt idx="51">
                  <c:v>23.4795810699463</c:v>
                </c:pt>
                <c:pt idx="52">
                  <c:v>23.4794486999512</c:v>
                </c:pt>
                <c:pt idx="53">
                  <c:v>23.4805038452148</c:v>
                </c:pt>
                <c:pt idx="54">
                  <c:v>23.4815528869629</c:v>
                </c:pt>
                <c:pt idx="55">
                  <c:v>23.4814437866211</c:v>
                </c:pt>
                <c:pt idx="56">
                  <c:v>23.4812171936035</c:v>
                </c:pt>
                <c:pt idx="57">
                  <c:v>23.4835208892822</c:v>
                </c:pt>
                <c:pt idx="58">
                  <c:v>23.4811695098877</c:v>
                </c:pt>
                <c:pt idx="59">
                  <c:v>23.480899810791</c:v>
                </c:pt>
                <c:pt idx="60">
                  <c:v>23.4824390411377</c:v>
                </c:pt>
                <c:pt idx="61">
                  <c:v>23.4842365264893</c:v>
                </c:pt>
                <c:pt idx="62">
                  <c:v>23.4830726623535</c:v>
                </c:pt>
                <c:pt idx="63">
                  <c:v>23.4849342346191</c:v>
                </c:pt>
                <c:pt idx="64">
                  <c:v>23.4845294952393</c:v>
                </c:pt>
                <c:pt idx="65">
                  <c:v>23.4829235076904</c:v>
                </c:pt>
                <c:pt idx="66">
                  <c:v>23.4847694396973</c:v>
                </c:pt>
                <c:pt idx="67">
                  <c:v>23.4859935760498</c:v>
                </c:pt>
                <c:pt idx="68">
                  <c:v>23.4850742340088</c:v>
                </c:pt>
                <c:pt idx="69">
                  <c:v>23.4855110168457</c:v>
                </c:pt>
                <c:pt idx="70">
                  <c:v>23.4869407653809</c:v>
                </c:pt>
                <c:pt idx="71">
                  <c:v>23.4863174438477</c:v>
                </c:pt>
                <c:pt idx="72">
                  <c:v>23.4872756958008</c:v>
                </c:pt>
                <c:pt idx="73">
                  <c:v>23.487068939209</c:v>
                </c:pt>
                <c:pt idx="74">
                  <c:v>23.4858776092529</c:v>
                </c:pt>
                <c:pt idx="75">
                  <c:v>23.4877185821533</c:v>
                </c:pt>
                <c:pt idx="76">
                  <c:v>23.4859729766846</c:v>
                </c:pt>
                <c:pt idx="77">
                  <c:v>23.4868160247803</c:v>
                </c:pt>
                <c:pt idx="78">
                  <c:v>23.4872787475586</c:v>
                </c:pt>
                <c:pt idx="79">
                  <c:v>23.4883602142334</c:v>
                </c:pt>
                <c:pt idx="80">
                  <c:v>23.4860980987549</c:v>
                </c:pt>
                <c:pt idx="81">
                  <c:v>23.4884731292725</c:v>
                </c:pt>
                <c:pt idx="82">
                  <c:v>23.4880195617676</c:v>
                </c:pt>
                <c:pt idx="83">
                  <c:v>23.4862236022949</c:v>
                </c:pt>
                <c:pt idx="84">
                  <c:v>23.489181137085</c:v>
                </c:pt>
                <c:pt idx="85">
                  <c:v>23.4891059875488</c:v>
                </c:pt>
                <c:pt idx="86">
                  <c:v>23.4885345458984</c:v>
                </c:pt>
                <c:pt idx="87">
                  <c:v>23.489847946167</c:v>
                </c:pt>
                <c:pt idx="88">
                  <c:v>23.4893760681152</c:v>
                </c:pt>
                <c:pt idx="89">
                  <c:v>23.4877727508545</c:v>
                </c:pt>
                <c:pt idx="90">
                  <c:v>23.4900127410889</c:v>
                </c:pt>
                <c:pt idx="91">
                  <c:v>23.4883323669434</c:v>
                </c:pt>
                <c:pt idx="92">
                  <c:v>23.4894374847412</c:v>
                </c:pt>
                <c:pt idx="93">
                  <c:v>23.4907585144043</c:v>
                </c:pt>
                <c:pt idx="94">
                  <c:v>23.4894535064697</c:v>
                </c:pt>
                <c:pt idx="95">
                  <c:v>23.4906158447266</c:v>
                </c:pt>
                <c:pt idx="96">
                  <c:v>23.4899864196777</c:v>
                </c:pt>
                <c:pt idx="97">
                  <c:v>23.4908061981201</c:v>
                </c:pt>
                <c:pt idx="98">
                  <c:v>23.4915962219238</c:v>
                </c:pt>
                <c:pt idx="99">
                  <c:v>23.4913959503174</c:v>
                </c:pt>
                <c:pt idx="100">
                  <c:v>23.4895805358887</c:v>
                </c:pt>
                <c:pt idx="101">
                  <c:v>23.4904186248779</c:v>
                </c:pt>
                <c:pt idx="102">
                  <c:v>23.4913822174072</c:v>
                </c:pt>
                <c:pt idx="103">
                  <c:v>23.4906070709229</c:v>
                </c:pt>
                <c:pt idx="104">
                  <c:v>23.4916877746582</c:v>
                </c:pt>
                <c:pt idx="105">
                  <c:v>23.4905895233154</c:v>
                </c:pt>
                <c:pt idx="106">
                  <c:v>23.4905563354492</c:v>
                </c:pt>
                <c:pt idx="107">
                  <c:v>23.4923477172852</c:v>
                </c:pt>
                <c:pt idx="108">
                  <c:v>23.4916568756104</c:v>
                </c:pt>
                <c:pt idx="109">
                  <c:v>23.4919105529785</c:v>
                </c:pt>
                <c:pt idx="110">
                  <c:v>23.4925354003906</c:v>
                </c:pt>
                <c:pt idx="111">
                  <c:v>23.4895454406738</c:v>
                </c:pt>
                <c:pt idx="112">
                  <c:v>23.4907943725586</c:v>
                </c:pt>
                <c:pt idx="113">
                  <c:v>23.4898857116699</c:v>
                </c:pt>
                <c:pt idx="114">
                  <c:v>23.4908866882324</c:v>
                </c:pt>
                <c:pt idx="115">
                  <c:v>23.4932716369629</c:v>
                </c:pt>
                <c:pt idx="116">
                  <c:v>23.4920604705811</c:v>
                </c:pt>
                <c:pt idx="117">
                  <c:v>23.4917171478271</c:v>
                </c:pt>
                <c:pt idx="118">
                  <c:v>23.4903842926025</c:v>
                </c:pt>
                <c:pt idx="119">
                  <c:v>23.490368270874</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c:formatCode>
                <c:ptCount val="120"/>
                <c:pt idx="0">
                  <c:v>23.3365290196977</c:v>
                </c:pt>
                <c:pt idx="1">
                  <c:v>23.3522748181592</c:v>
                </c:pt>
                <c:pt idx="2">
                  <c:v>23.3591317741658</c:v>
                </c:pt>
                <c:pt idx="3">
                  <c:v>23.363587403967</c:v>
                </c:pt>
                <c:pt idx="4">
                  <c:v>23.3711260591487</c:v>
                </c:pt>
                <c:pt idx="5">
                  <c:v>23.3793242188324</c:v>
                </c:pt>
                <c:pt idx="6">
                  <c:v>23.3868890919353</c:v>
                </c:pt>
                <c:pt idx="7">
                  <c:v>23.3952124388593</c:v>
                </c:pt>
                <c:pt idx="8">
                  <c:v>23.3997437135783</c:v>
                </c:pt>
                <c:pt idx="9">
                  <c:v>23.4107393660524</c:v>
                </c:pt>
                <c:pt idx="10">
                  <c:v>23.4198698633003</c:v>
                </c:pt>
                <c:pt idx="11">
                  <c:v>23.4244555356777</c:v>
                </c:pt>
                <c:pt idx="12">
                  <c:v>23.4274240955468</c:v>
                </c:pt>
                <c:pt idx="13">
                  <c:v>23.4272097622298</c:v>
                </c:pt>
                <c:pt idx="14">
                  <c:v>23.4274490257585</c:v>
                </c:pt>
                <c:pt idx="15">
                  <c:v>23.4343474767548</c:v>
                </c:pt>
                <c:pt idx="16">
                  <c:v>23.4352757769559</c:v>
                </c:pt>
                <c:pt idx="17">
                  <c:v>23.4368737384123</c:v>
                </c:pt>
                <c:pt idx="18">
                  <c:v>23.4358744455833</c:v>
                </c:pt>
                <c:pt idx="19">
                  <c:v>23.4441546400494</c:v>
                </c:pt>
                <c:pt idx="20">
                  <c:v>23.4397545312783</c:v>
                </c:pt>
                <c:pt idx="21">
                  <c:v>23.4471564513621</c:v>
                </c:pt>
                <c:pt idx="22">
                  <c:v>23.4456638438666</c:v>
                </c:pt>
                <c:pt idx="23">
                  <c:v>23.4452134113611</c:v>
                </c:pt>
                <c:pt idx="24">
                  <c:v>23.4445381396615</c:v>
                </c:pt>
                <c:pt idx="25">
                  <c:v>23.4486185920134</c:v>
                </c:pt>
                <c:pt idx="26">
                  <c:v>23.4494373312054</c:v>
                </c:pt>
                <c:pt idx="27">
                  <c:v>23.4488639179902</c:v>
                </c:pt>
                <c:pt idx="28">
                  <c:v>23.4533647081409</c:v>
                </c:pt>
                <c:pt idx="29">
                  <c:v>23.4559987012381</c:v>
                </c:pt>
                <c:pt idx="30">
                  <c:v>23.4558418968649</c:v>
                </c:pt>
                <c:pt idx="31">
                  <c:v>23.4571723781841</c:v>
                </c:pt>
                <c:pt idx="32">
                  <c:v>23.4544064566945</c:v>
                </c:pt>
                <c:pt idx="33">
                  <c:v>23.4587474083721</c:v>
                </c:pt>
                <c:pt idx="34">
                  <c:v>23.4571196606307</c:v>
                </c:pt>
                <c:pt idx="35">
                  <c:v>23.4597000339485</c:v>
                </c:pt>
                <c:pt idx="36">
                  <c:v>23.4628632662446</c:v>
                </c:pt>
                <c:pt idx="37">
                  <c:v>23.4592371913043</c:v>
                </c:pt>
                <c:pt idx="38">
                  <c:v>23.4607996250026</c:v>
                </c:pt>
                <c:pt idx="39">
                  <c:v>23.4614346379605</c:v>
                </c:pt>
                <c:pt idx="40">
                  <c:v>23.4621196567709</c:v>
                </c:pt>
                <c:pt idx="41">
                  <c:v>23.4589421223684</c:v>
                </c:pt>
                <c:pt idx="42">
                  <c:v>23.4635107861123</c:v>
                </c:pt>
                <c:pt idx="43">
                  <c:v>23.4629813392441</c:v>
                </c:pt>
                <c:pt idx="44">
                  <c:v>23.4675681135237</c:v>
                </c:pt>
                <c:pt idx="45">
                  <c:v>23.465345408948</c:v>
                </c:pt>
                <c:pt idx="46">
                  <c:v>23.4660334878858</c:v>
                </c:pt>
                <c:pt idx="47">
                  <c:v>23.4685652515452</c:v>
                </c:pt>
                <c:pt idx="48">
                  <c:v>23.4675014348509</c:v>
                </c:pt>
                <c:pt idx="49">
                  <c:v>23.4710540935639</c:v>
                </c:pt>
                <c:pt idx="50">
                  <c:v>23.4688510903352</c:v>
                </c:pt>
                <c:pt idx="51">
                  <c:v>23.4728071661076</c:v>
                </c:pt>
                <c:pt idx="52">
                  <c:v>23.4707025450067</c:v>
                </c:pt>
                <c:pt idx="53">
                  <c:v>23.4726011931296</c:v>
                </c:pt>
                <c:pt idx="54">
                  <c:v>23.4721400765688</c:v>
                </c:pt>
                <c:pt idx="55">
                  <c:v>23.472966766499</c:v>
                </c:pt>
                <c:pt idx="56">
                  <c:v>23.4753681682807</c:v>
                </c:pt>
                <c:pt idx="57">
                  <c:v>23.4751203845092</c:v>
                </c:pt>
                <c:pt idx="58">
                  <c:v>23.4739201133616</c:v>
                </c:pt>
                <c:pt idx="59">
                  <c:v>23.474424207546</c:v>
                </c:pt>
                <c:pt idx="60">
                  <c:v>23.4727661100769</c:v>
                </c:pt>
                <c:pt idx="61">
                  <c:v>23.475017687256</c:v>
                </c:pt>
                <c:pt idx="62">
                  <c:v>23.4756076836478</c:v>
                </c:pt>
                <c:pt idx="63">
                  <c:v>23.4747259618822</c:v>
                </c:pt>
                <c:pt idx="64">
                  <c:v>23.4734240155203</c:v>
                </c:pt>
                <c:pt idx="65">
                  <c:v>23.4739362802916</c:v>
                </c:pt>
                <c:pt idx="66">
                  <c:v>23.4759178734839</c:v>
                </c:pt>
                <c:pt idx="67">
                  <c:v>23.4763089760744</c:v>
                </c:pt>
                <c:pt idx="68">
                  <c:v>23.4749882034203</c:v>
                </c:pt>
                <c:pt idx="69">
                  <c:v>23.4754871154932</c:v>
                </c:pt>
                <c:pt idx="70">
                  <c:v>23.4807260096779</c:v>
                </c:pt>
                <c:pt idx="71">
                  <c:v>23.4775352368377</c:v>
                </c:pt>
                <c:pt idx="72">
                  <c:v>23.4782952444409</c:v>
                </c:pt>
                <c:pt idx="73">
                  <c:v>23.4793046820544</c:v>
                </c:pt>
                <c:pt idx="74">
                  <c:v>23.4762365428711</c:v>
                </c:pt>
                <c:pt idx="75">
                  <c:v>23.479062297923</c:v>
                </c:pt>
                <c:pt idx="76">
                  <c:v>23.4768850198219</c:v>
                </c:pt>
                <c:pt idx="77">
                  <c:v>23.4779967536205</c:v>
                </c:pt>
                <c:pt idx="78">
                  <c:v>23.4777680647624</c:v>
                </c:pt>
                <c:pt idx="79">
                  <c:v>23.4769154429955</c:v>
                </c:pt>
                <c:pt idx="80">
                  <c:v>23.4762341107652</c:v>
                </c:pt>
                <c:pt idx="81">
                  <c:v>23.4796222542619</c:v>
                </c:pt>
                <c:pt idx="82">
                  <c:v>23.4783529247576</c:v>
                </c:pt>
                <c:pt idx="83">
                  <c:v>23.476996314493</c:v>
                </c:pt>
                <c:pt idx="84">
                  <c:v>23.4812621992306</c:v>
                </c:pt>
                <c:pt idx="85">
                  <c:v>23.4805959151334</c:v>
                </c:pt>
                <c:pt idx="86">
                  <c:v>23.4796794458049</c:v>
                </c:pt>
                <c:pt idx="87">
                  <c:v>23.4808338944612</c:v>
                </c:pt>
                <c:pt idx="88">
                  <c:v>23.4801659125972</c:v>
                </c:pt>
                <c:pt idx="89">
                  <c:v>23.4785527352224</c:v>
                </c:pt>
                <c:pt idx="90">
                  <c:v>23.4817111782878</c:v>
                </c:pt>
                <c:pt idx="91">
                  <c:v>23.4798184012112</c:v>
                </c:pt>
                <c:pt idx="92">
                  <c:v>23.4795818001517</c:v>
                </c:pt>
                <c:pt idx="93">
                  <c:v>23.4789757042066</c:v>
                </c:pt>
                <c:pt idx="94">
                  <c:v>23.4788251075</c:v>
                </c:pt>
                <c:pt idx="95">
                  <c:v>23.4804578002158</c:v>
                </c:pt>
                <c:pt idx="96">
                  <c:v>23.481977280848</c:v>
                </c:pt>
                <c:pt idx="97">
                  <c:v>23.4807700837233</c:v>
                </c:pt>
                <c:pt idx="98">
                  <c:v>23.4815462407103</c:v>
                </c:pt>
                <c:pt idx="99">
                  <c:v>23.4820717327979</c:v>
                </c:pt>
                <c:pt idx="100">
                  <c:v>23.4789538377326</c:v>
                </c:pt>
                <c:pt idx="101">
                  <c:v>23.4802001830226</c:v>
                </c:pt>
                <c:pt idx="102">
                  <c:v>23.4830895648421</c:v>
                </c:pt>
                <c:pt idx="103">
                  <c:v>23.4823503184538</c:v>
                </c:pt>
                <c:pt idx="104">
                  <c:v>23.4835849523421</c:v>
                </c:pt>
                <c:pt idx="105">
                  <c:v>23.4802972030109</c:v>
                </c:pt>
                <c:pt idx="106">
                  <c:v>23.4809670160549</c:v>
                </c:pt>
                <c:pt idx="107">
                  <c:v>23.4818954301577</c:v>
                </c:pt>
                <c:pt idx="108">
                  <c:v>23.4828014570233</c:v>
                </c:pt>
                <c:pt idx="109">
                  <c:v>23.4814877379185</c:v>
                </c:pt>
                <c:pt idx="110">
                  <c:v>23.4843749804424</c:v>
                </c:pt>
                <c:pt idx="111">
                  <c:v>23.4787710287755</c:v>
                </c:pt>
                <c:pt idx="112">
                  <c:v>23.4826636509748</c:v>
                </c:pt>
                <c:pt idx="113">
                  <c:v>23.4812797273305</c:v>
                </c:pt>
                <c:pt idx="114">
                  <c:v>23.4810377449145</c:v>
                </c:pt>
                <c:pt idx="115">
                  <c:v>23.4858943896158</c:v>
                </c:pt>
                <c:pt idx="116">
                  <c:v>23.4823431322549</c:v>
                </c:pt>
                <c:pt idx="117">
                  <c:v>23.4832065300576</c:v>
                </c:pt>
                <c:pt idx="118">
                  <c:v>23.4805102459085</c:v>
                </c:pt>
                <c:pt idx="119">
                  <c:v>23.4831045871194</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c:formatCode>
                <c:ptCount val="120"/>
                <c:pt idx="0">
                  <c:v>23.3405675379195</c:v>
                </c:pt>
                <c:pt idx="1">
                  <c:v>23.3579066088428</c:v>
                </c:pt>
                <c:pt idx="2">
                  <c:v>23.3666868598674</c:v>
                </c:pt>
                <c:pt idx="3">
                  <c:v>23.3752012007693</c:v>
                </c:pt>
                <c:pt idx="4">
                  <c:v>23.3819340909978</c:v>
                </c:pt>
                <c:pt idx="5">
                  <c:v>23.3900353697907</c:v>
                </c:pt>
                <c:pt idx="6">
                  <c:v>23.3987165294026</c:v>
                </c:pt>
                <c:pt idx="7">
                  <c:v>23.4094407288653</c:v>
                </c:pt>
                <c:pt idx="8">
                  <c:v>23.419661651412</c:v>
                </c:pt>
                <c:pt idx="9">
                  <c:v>23.4227162919066</c:v>
                </c:pt>
                <c:pt idx="10">
                  <c:v>23.4300301916313</c:v>
                </c:pt>
                <c:pt idx="11">
                  <c:v>23.4382512209141</c:v>
                </c:pt>
                <c:pt idx="12">
                  <c:v>23.4440824046974</c:v>
                </c:pt>
                <c:pt idx="13">
                  <c:v>23.4461819614031</c:v>
                </c:pt>
                <c:pt idx="14">
                  <c:v>23.4489029029525</c:v>
                </c:pt>
                <c:pt idx="15">
                  <c:v>23.4539764978546</c:v>
                </c:pt>
                <c:pt idx="16">
                  <c:v>23.4582605999972</c:v>
                </c:pt>
                <c:pt idx="17">
                  <c:v>23.4596831158358</c:v>
                </c:pt>
                <c:pt idx="18">
                  <c:v>23.4655461476784</c:v>
                </c:pt>
                <c:pt idx="19">
                  <c:v>23.4664593736224</c:v>
                </c:pt>
                <c:pt idx="20">
                  <c:v>23.467987778292</c:v>
                </c:pt>
                <c:pt idx="21">
                  <c:v>23.4658516663137</c:v>
                </c:pt>
                <c:pt idx="22">
                  <c:v>23.4655284779108</c:v>
                </c:pt>
                <c:pt idx="23">
                  <c:v>23.4672598857581</c:v>
                </c:pt>
                <c:pt idx="24">
                  <c:v>23.4738784557975</c:v>
                </c:pt>
                <c:pt idx="25">
                  <c:v>23.4682248222933</c:v>
                </c:pt>
                <c:pt idx="26">
                  <c:v>23.4718509683551</c:v>
                </c:pt>
                <c:pt idx="27">
                  <c:v>23.4724144633574</c:v>
                </c:pt>
                <c:pt idx="28">
                  <c:v>23.4702009656872</c:v>
                </c:pt>
                <c:pt idx="29">
                  <c:v>23.4718020494943</c:v>
                </c:pt>
                <c:pt idx="30">
                  <c:v>23.4723349830179</c:v>
                </c:pt>
                <c:pt idx="31">
                  <c:v>23.476500717519</c:v>
                </c:pt>
                <c:pt idx="32">
                  <c:v>23.4743563606883</c:v>
                </c:pt>
                <c:pt idx="33">
                  <c:v>23.4782444739521</c:v>
                </c:pt>
                <c:pt idx="34">
                  <c:v>23.4794495532365</c:v>
                </c:pt>
                <c:pt idx="35">
                  <c:v>23.4759811183952</c:v>
                </c:pt>
                <c:pt idx="36">
                  <c:v>23.4776678922027</c:v>
                </c:pt>
                <c:pt idx="37">
                  <c:v>23.4796605137738</c:v>
                </c:pt>
                <c:pt idx="38">
                  <c:v>23.4799527858861</c:v>
                </c:pt>
                <c:pt idx="39">
                  <c:v>23.4819293146762</c:v>
                </c:pt>
                <c:pt idx="40">
                  <c:v>23.4802448451822</c:v>
                </c:pt>
                <c:pt idx="41">
                  <c:v>23.4829569865183</c:v>
                </c:pt>
                <c:pt idx="42">
                  <c:v>23.4862481250205</c:v>
                </c:pt>
                <c:pt idx="43">
                  <c:v>23.4869759361465</c:v>
                </c:pt>
                <c:pt idx="44">
                  <c:v>23.4850357988298</c:v>
                </c:pt>
                <c:pt idx="45">
                  <c:v>23.4850665783567</c:v>
                </c:pt>
                <c:pt idx="46">
                  <c:v>23.4851238912646</c:v>
                </c:pt>
                <c:pt idx="47">
                  <c:v>23.4853158214529</c:v>
                </c:pt>
                <c:pt idx="48">
                  <c:v>23.4852443842409</c:v>
                </c:pt>
                <c:pt idx="49">
                  <c:v>23.486443312442</c:v>
                </c:pt>
                <c:pt idx="50">
                  <c:v>23.4860721579558</c:v>
                </c:pt>
                <c:pt idx="51">
                  <c:v>23.486354973785</c:v>
                </c:pt>
                <c:pt idx="52">
                  <c:v>23.4881948548956</c:v>
                </c:pt>
                <c:pt idx="53">
                  <c:v>23.4884064973001</c:v>
                </c:pt>
                <c:pt idx="54">
                  <c:v>23.490965697357</c:v>
                </c:pt>
                <c:pt idx="55">
                  <c:v>23.4899208067431</c:v>
                </c:pt>
                <c:pt idx="56">
                  <c:v>23.4870662189263</c:v>
                </c:pt>
                <c:pt idx="57">
                  <c:v>23.4919213940552</c:v>
                </c:pt>
                <c:pt idx="58">
                  <c:v>23.4884189064138</c:v>
                </c:pt>
                <c:pt idx="59">
                  <c:v>23.4873754140361</c:v>
                </c:pt>
                <c:pt idx="60">
                  <c:v>23.4921119721985</c:v>
                </c:pt>
                <c:pt idx="61">
                  <c:v>23.4934553657225</c:v>
                </c:pt>
                <c:pt idx="62">
                  <c:v>23.4905376410593</c:v>
                </c:pt>
                <c:pt idx="63">
                  <c:v>23.4951425073561</c:v>
                </c:pt>
                <c:pt idx="64">
                  <c:v>23.4956349749582</c:v>
                </c:pt>
                <c:pt idx="65">
                  <c:v>23.4919107350892</c:v>
                </c:pt>
                <c:pt idx="66">
                  <c:v>23.4936210059107</c:v>
                </c:pt>
                <c:pt idx="67">
                  <c:v>23.4956781760252</c:v>
                </c:pt>
                <c:pt idx="68">
                  <c:v>23.4951602645973</c:v>
                </c:pt>
                <c:pt idx="69">
                  <c:v>23.4955349181982</c:v>
                </c:pt>
                <c:pt idx="70">
                  <c:v>23.4931555210838</c:v>
                </c:pt>
                <c:pt idx="71">
                  <c:v>23.4950996508576</c:v>
                </c:pt>
                <c:pt idx="72">
                  <c:v>23.4962561471607</c:v>
                </c:pt>
                <c:pt idx="73">
                  <c:v>23.4948331963636</c:v>
                </c:pt>
                <c:pt idx="74">
                  <c:v>23.4955186756348</c:v>
                </c:pt>
                <c:pt idx="75">
                  <c:v>23.4963748663837</c:v>
                </c:pt>
                <c:pt idx="76">
                  <c:v>23.4950609335472</c:v>
                </c:pt>
                <c:pt idx="77">
                  <c:v>23.4956352959401</c:v>
                </c:pt>
                <c:pt idx="78">
                  <c:v>23.4967894303548</c:v>
                </c:pt>
                <c:pt idx="79">
                  <c:v>23.4998049854713</c:v>
                </c:pt>
                <c:pt idx="80">
                  <c:v>23.4959620867446</c:v>
                </c:pt>
                <c:pt idx="81">
                  <c:v>23.497324004283</c:v>
                </c:pt>
                <c:pt idx="82">
                  <c:v>23.4976861987776</c:v>
                </c:pt>
                <c:pt idx="83">
                  <c:v>23.4954508900969</c:v>
                </c:pt>
                <c:pt idx="84">
                  <c:v>23.4971000749393</c:v>
                </c:pt>
                <c:pt idx="85">
                  <c:v>23.4976160599642</c:v>
                </c:pt>
                <c:pt idx="86">
                  <c:v>23.4973896459919</c:v>
                </c:pt>
                <c:pt idx="87">
                  <c:v>23.4988619978728</c:v>
                </c:pt>
                <c:pt idx="88">
                  <c:v>23.4985862236333</c:v>
                </c:pt>
                <c:pt idx="89">
                  <c:v>23.4969927664866</c:v>
                </c:pt>
                <c:pt idx="90">
                  <c:v>23.4983143038899</c:v>
                </c:pt>
                <c:pt idx="91">
                  <c:v>23.4968463326755</c:v>
                </c:pt>
                <c:pt idx="92">
                  <c:v>23.4992931693307</c:v>
                </c:pt>
                <c:pt idx="93">
                  <c:v>23.502541324602</c:v>
                </c:pt>
                <c:pt idx="94">
                  <c:v>23.5000819054394</c:v>
                </c:pt>
                <c:pt idx="95">
                  <c:v>23.5007738892374</c:v>
                </c:pt>
                <c:pt idx="96">
                  <c:v>23.4979955585075</c:v>
                </c:pt>
                <c:pt idx="97">
                  <c:v>23.5008423125169</c:v>
                </c:pt>
                <c:pt idx="98">
                  <c:v>23.5016462031373</c:v>
                </c:pt>
                <c:pt idx="99">
                  <c:v>23.5007201678368</c:v>
                </c:pt>
                <c:pt idx="100">
                  <c:v>23.5002072340447</c:v>
                </c:pt>
                <c:pt idx="101">
                  <c:v>23.5006370667332</c:v>
                </c:pt>
                <c:pt idx="102">
                  <c:v>23.4996748699724</c:v>
                </c:pt>
                <c:pt idx="103">
                  <c:v>23.4988638233919</c:v>
                </c:pt>
                <c:pt idx="104">
                  <c:v>23.4997905969743</c:v>
                </c:pt>
                <c:pt idx="105">
                  <c:v>23.50088184362</c:v>
                </c:pt>
                <c:pt idx="106">
                  <c:v>23.5001456548435</c:v>
                </c:pt>
                <c:pt idx="107">
                  <c:v>23.5028000044126</c:v>
                </c:pt>
                <c:pt idx="108">
                  <c:v>23.5005122941974</c:v>
                </c:pt>
                <c:pt idx="109">
                  <c:v>23.5023333680385</c:v>
                </c:pt>
                <c:pt idx="110">
                  <c:v>23.5006958203389</c:v>
                </c:pt>
                <c:pt idx="111">
                  <c:v>23.5003198525722</c:v>
                </c:pt>
                <c:pt idx="112">
                  <c:v>23.4989250941424</c:v>
                </c:pt>
                <c:pt idx="113">
                  <c:v>23.4984916960094</c:v>
                </c:pt>
                <c:pt idx="114">
                  <c:v>23.5007356315504</c:v>
                </c:pt>
                <c:pt idx="115">
                  <c:v>23.50064888431</c:v>
                </c:pt>
                <c:pt idx="116">
                  <c:v>23.5017778089072</c:v>
                </c:pt>
                <c:pt idx="117">
                  <c:v>23.5002277655967</c:v>
                </c:pt>
                <c:pt idx="118">
                  <c:v>23.5002583392966</c:v>
                </c:pt>
                <c:pt idx="119">
                  <c:v>23.4976319546287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Policy loss</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0.0000</c:formatCode>
                <c:ptCount val="120"/>
                <c:pt idx="0">
                  <c:v>-0.0096034687012434</c:v>
                </c:pt>
                <c:pt idx="1">
                  <c:v>-0.00715909525752068</c:v>
                </c:pt>
                <c:pt idx="2">
                  <c:v>-0.00679455604404211</c:v>
                </c:pt>
                <c:pt idx="3">
                  <c:v>-0.0069880522787571</c:v>
                </c:pt>
                <c:pt idx="4">
                  <c:v>-0.00552542880177498</c:v>
                </c:pt>
                <c:pt idx="5">
                  <c:v>-0.00599389616400003</c:v>
                </c:pt>
                <c:pt idx="6">
                  <c:v>-0.00579604506492615</c:v>
                </c:pt>
                <c:pt idx="7">
                  <c:v>-0.00495044840499759</c:v>
                </c:pt>
                <c:pt idx="8">
                  <c:v>-0.00532611552625895</c:v>
                </c:pt>
                <c:pt idx="9">
                  <c:v>-0.00375855294987559</c:v>
                </c:pt>
                <c:pt idx="10">
                  <c:v>-0.00340536329895258</c:v>
                </c:pt>
                <c:pt idx="11">
                  <c:v>-0.00248260400258005</c:v>
                </c:pt>
                <c:pt idx="12">
                  <c:v>-0.00257557700388134</c:v>
                </c:pt>
                <c:pt idx="13">
                  <c:v>-0.00300499936565757</c:v>
                </c:pt>
                <c:pt idx="14">
                  <c:v>-0.00362549535930157</c:v>
                </c:pt>
                <c:pt idx="15">
                  <c:v>-0.00313565833494067</c:v>
                </c:pt>
                <c:pt idx="16">
                  <c:v>-0.00308573129586875</c:v>
                </c:pt>
                <c:pt idx="17">
                  <c:v>-0.00324114854447544</c:v>
                </c:pt>
                <c:pt idx="18">
                  <c:v>-0.00288830231875181</c:v>
                </c:pt>
                <c:pt idx="19">
                  <c:v>-0.00242481427267194</c:v>
                </c:pt>
                <c:pt idx="20">
                  <c:v>-0.00252858526073396</c:v>
                </c:pt>
                <c:pt idx="21">
                  <c:v>-0.0028090663254261</c:v>
                </c:pt>
                <c:pt idx="22">
                  <c:v>-0.00183302816003561</c:v>
                </c:pt>
                <c:pt idx="23">
                  <c:v>-0.00257576163858175</c:v>
                </c:pt>
                <c:pt idx="24">
                  <c:v>-0.0022099451161921</c:v>
                </c:pt>
                <c:pt idx="25">
                  <c:v>-0.00348523538559675</c:v>
                </c:pt>
                <c:pt idx="26">
                  <c:v>-0.00291665806435049</c:v>
                </c:pt>
                <c:pt idx="27">
                  <c:v>-0.00211915466934443</c:v>
                </c:pt>
                <c:pt idx="28">
                  <c:v>-0.0029146873857826</c:v>
                </c:pt>
                <c:pt idx="29">
                  <c:v>-0.00159898097626865</c:v>
                </c:pt>
                <c:pt idx="30">
                  <c:v>-0.00106614152900875</c:v>
                </c:pt>
                <c:pt idx="31">
                  <c:v>-0.001303082681261</c:v>
                </c:pt>
                <c:pt idx="32">
                  <c:v>-0.00245815189555287</c:v>
                </c:pt>
                <c:pt idx="33">
                  <c:v>-0.00219055451452732</c:v>
                </c:pt>
                <c:pt idx="34">
                  <c:v>-0.00167488341685385</c:v>
                </c:pt>
                <c:pt idx="35">
                  <c:v>-0.00211033504456282</c:v>
                </c:pt>
                <c:pt idx="36">
                  <c:v>-0.00220088427886367</c:v>
                </c:pt>
                <c:pt idx="37">
                  <c:v>-0.00286135519854724</c:v>
                </c:pt>
                <c:pt idx="38">
                  <c:v>-0.00203768839128315</c:v>
                </c:pt>
                <c:pt idx="39">
                  <c:v>-0.00249325251206756</c:v>
                </c:pt>
                <c:pt idx="40">
                  <c:v>-0.00176995736546814</c:v>
                </c:pt>
                <c:pt idx="41">
                  <c:v>-0.00276420707814395</c:v>
                </c:pt>
                <c:pt idx="42">
                  <c:v>-0.00235114083625376</c:v>
                </c:pt>
                <c:pt idx="43">
                  <c:v>-0.0021576602011919</c:v>
                </c:pt>
                <c:pt idx="44">
                  <c:v>-0.00209051324054599</c:v>
                </c:pt>
                <c:pt idx="45">
                  <c:v>-0.00209963973611593</c:v>
                </c:pt>
                <c:pt idx="46">
                  <c:v>-0.00218592351302505</c:v>
                </c:pt>
                <c:pt idx="47">
                  <c:v>-0.00216870685108006</c:v>
                </c:pt>
                <c:pt idx="48">
                  <c:v>-0.00167001644149423</c:v>
                </c:pt>
                <c:pt idx="49">
                  <c:v>-0.00248157209716737</c:v>
                </c:pt>
                <c:pt idx="50">
                  <c:v>-0.00199643592350185</c:v>
                </c:pt>
                <c:pt idx="51">
                  <c:v>-0.00203345390036702</c:v>
                </c:pt>
                <c:pt idx="52">
                  <c:v>-0.00273808068595827</c:v>
                </c:pt>
                <c:pt idx="53">
                  <c:v>-0.0016248447354883</c:v>
                </c:pt>
                <c:pt idx="54">
                  <c:v>-0.00251981941983104</c:v>
                </c:pt>
                <c:pt idx="55">
                  <c:v>-0.00146866159047931</c:v>
                </c:pt>
                <c:pt idx="56">
                  <c:v>-0.00197957921773195</c:v>
                </c:pt>
                <c:pt idx="57">
                  <c:v>-0.00202489411458373</c:v>
                </c:pt>
                <c:pt idx="58">
                  <c:v>-0.00201744493097067</c:v>
                </c:pt>
                <c:pt idx="59">
                  <c:v>-0.00221073161810637</c:v>
                </c:pt>
                <c:pt idx="60">
                  <c:v>-0.0018654492450878</c:v>
                </c:pt>
                <c:pt idx="61">
                  <c:v>-0.00211324240081012</c:v>
                </c:pt>
                <c:pt idx="62">
                  <c:v>-0.00169176131021231</c:v>
                </c:pt>
                <c:pt idx="63">
                  <c:v>-0.00154375284910202</c:v>
                </c:pt>
                <c:pt idx="64">
                  <c:v>-0.00199774443171918</c:v>
                </c:pt>
                <c:pt idx="65">
                  <c:v>-0.00250735390000045</c:v>
                </c:pt>
                <c:pt idx="66">
                  <c:v>-0.00232814671471715</c:v>
                </c:pt>
                <c:pt idx="67">
                  <c:v>-0.00186701153870672</c:v>
                </c:pt>
                <c:pt idx="68">
                  <c:v>-0.0016080962959677</c:v>
                </c:pt>
                <c:pt idx="69">
                  <c:v>-0.00179530656896532</c:v>
                </c:pt>
                <c:pt idx="70">
                  <c:v>-0.00183635100256652</c:v>
                </c:pt>
                <c:pt idx="71">
                  <c:v>-0.00180683005601168</c:v>
                </c:pt>
                <c:pt idx="72">
                  <c:v>-0.00179562845733017</c:v>
                </c:pt>
                <c:pt idx="73">
                  <c:v>-0.00157708348706365</c:v>
                </c:pt>
                <c:pt idx="74">
                  <c:v>-0.00166081578936428</c:v>
                </c:pt>
                <c:pt idx="75">
                  <c:v>-0.00197737431153655</c:v>
                </c:pt>
                <c:pt idx="76">
                  <c:v>-0.00174010684713721</c:v>
                </c:pt>
                <c:pt idx="77">
                  <c:v>-0.00210874248296022</c:v>
                </c:pt>
                <c:pt idx="78">
                  <c:v>-0.00172233849298209</c:v>
                </c:pt>
                <c:pt idx="79">
                  <c:v>-0.00138161540962756</c:v>
                </c:pt>
                <c:pt idx="80">
                  <c:v>-0.00180591666139662</c:v>
                </c:pt>
                <c:pt idx="81">
                  <c:v>-0.00183637288864702</c:v>
                </c:pt>
                <c:pt idx="82">
                  <c:v>-0.00199892651289701</c:v>
                </c:pt>
                <c:pt idx="83">
                  <c:v>-0.00167491042520851</c:v>
                </c:pt>
                <c:pt idx="84">
                  <c:v>-0.00172937975730747</c:v>
                </c:pt>
                <c:pt idx="85">
                  <c:v>-0.00205640564672649</c:v>
                </c:pt>
                <c:pt idx="86">
                  <c:v>-0.000994919915683568</c:v>
                </c:pt>
                <c:pt idx="87">
                  <c:v>-0.000985994935035706</c:v>
                </c:pt>
                <c:pt idx="88">
                  <c:v>-0.00139630027115345</c:v>
                </c:pt>
                <c:pt idx="89">
                  <c:v>-0.00140690593980253</c:v>
                </c:pt>
                <c:pt idx="90">
                  <c:v>-0.00208700145594776</c:v>
                </c:pt>
                <c:pt idx="91">
                  <c:v>-0.00139093841426075</c:v>
                </c:pt>
                <c:pt idx="92">
                  <c:v>-0.00185990368481725</c:v>
                </c:pt>
                <c:pt idx="93">
                  <c:v>-0.00152587075717747</c:v>
                </c:pt>
                <c:pt idx="94">
                  <c:v>-0.00184753187932074</c:v>
                </c:pt>
                <c:pt idx="95">
                  <c:v>-0.00198972132056952</c:v>
                </c:pt>
                <c:pt idx="96">
                  <c:v>-0.000869209587108344</c:v>
                </c:pt>
                <c:pt idx="97">
                  <c:v>-0.00131428497843444</c:v>
                </c:pt>
                <c:pt idx="98">
                  <c:v>-0.00188551936298609</c:v>
                </c:pt>
                <c:pt idx="99">
                  <c:v>-0.00233616027981043</c:v>
                </c:pt>
                <c:pt idx="100">
                  <c:v>-0.000914718839339912</c:v>
                </c:pt>
                <c:pt idx="101">
                  <c:v>-0.00160162663087249</c:v>
                </c:pt>
                <c:pt idx="102">
                  <c:v>-0.00110030034556985</c:v>
                </c:pt>
                <c:pt idx="103">
                  <c:v>-0.00122541363816708</c:v>
                </c:pt>
                <c:pt idx="104">
                  <c:v>-0.00108538591302931</c:v>
                </c:pt>
                <c:pt idx="105">
                  <c:v>-0.00106237037107348</c:v>
                </c:pt>
                <c:pt idx="106">
                  <c:v>-0.00114193838089705</c:v>
                </c:pt>
                <c:pt idx="107">
                  <c:v>-0.00078890414442867</c:v>
                </c:pt>
                <c:pt idx="108">
                  <c:v>-0.000811534584499896</c:v>
                </c:pt>
                <c:pt idx="109">
                  <c:v>-0.000850629468914121</c:v>
                </c:pt>
                <c:pt idx="110">
                  <c:v>-0.000876070698723197</c:v>
                </c:pt>
                <c:pt idx="111">
                  <c:v>-0.000651377195026726</c:v>
                </c:pt>
                <c:pt idx="112">
                  <c:v>-0.000932148133870214</c:v>
                </c:pt>
                <c:pt idx="113">
                  <c:v>-0.000633016810752451</c:v>
                </c:pt>
                <c:pt idx="114">
                  <c:v>-0.000436389207607135</c:v>
                </c:pt>
                <c:pt idx="115">
                  <c:v>-0.000521552050486207</c:v>
                </c:pt>
                <c:pt idx="116">
                  <c:v>-0.000148344930494204</c:v>
                </c:pt>
                <c:pt idx="117">
                  <c:v>-0.000309794675558805</c:v>
                </c:pt>
                <c:pt idx="118">
                  <c:v>-5.92273063375615E-05</c:v>
                </c:pt>
                <c:pt idx="119">
                  <c:v>-6.20881734914036E-10</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0.0000</c:formatCode>
                <c:ptCount val="120"/>
                <c:pt idx="0">
                  <c:v>-0.00691509386524558</c:v>
                </c:pt>
                <c:pt idx="1">
                  <c:v>-0.00823314301669598</c:v>
                </c:pt>
                <c:pt idx="2">
                  <c:v>-0.00659656478092074</c:v>
                </c:pt>
                <c:pt idx="3">
                  <c:v>-0.00605550361797214</c:v>
                </c:pt>
                <c:pt idx="4">
                  <c:v>-0.00443242583423853</c:v>
                </c:pt>
                <c:pt idx="5">
                  <c:v>-0.00751539971679449</c:v>
                </c:pt>
                <c:pt idx="6">
                  <c:v>-0.0051182103343308</c:v>
                </c:pt>
                <c:pt idx="7">
                  <c:v>-0.00704597076401114</c:v>
                </c:pt>
                <c:pt idx="8">
                  <c:v>-0.00520700681954622</c:v>
                </c:pt>
                <c:pt idx="9">
                  <c:v>-0.00477252528071404</c:v>
                </c:pt>
                <c:pt idx="10">
                  <c:v>-0.00383796636015177</c:v>
                </c:pt>
                <c:pt idx="11">
                  <c:v>-0.00434295274317265</c:v>
                </c:pt>
                <c:pt idx="12">
                  <c:v>-0.00395156536251307</c:v>
                </c:pt>
                <c:pt idx="13">
                  <c:v>-0.00323236268013716</c:v>
                </c:pt>
                <c:pt idx="14">
                  <c:v>-0.00276769092306495</c:v>
                </c:pt>
                <c:pt idx="15">
                  <c:v>-0.00370300374925137</c:v>
                </c:pt>
                <c:pt idx="16">
                  <c:v>-0.00461773574352264</c:v>
                </c:pt>
                <c:pt idx="17">
                  <c:v>-0.00256205094046891</c:v>
                </c:pt>
                <c:pt idx="18">
                  <c:v>-0.00305660325102508</c:v>
                </c:pt>
                <c:pt idx="19">
                  <c:v>-0.00373589224182069</c:v>
                </c:pt>
                <c:pt idx="20">
                  <c:v>-0.00301378360018134</c:v>
                </c:pt>
                <c:pt idx="21">
                  <c:v>-0.00308267585933208</c:v>
                </c:pt>
                <c:pt idx="22">
                  <c:v>-0.00240163644775748</c:v>
                </c:pt>
                <c:pt idx="23">
                  <c:v>-0.00268991920165718</c:v>
                </c:pt>
                <c:pt idx="24">
                  <c:v>-0.00289813964627683</c:v>
                </c:pt>
                <c:pt idx="25">
                  <c:v>-0.00333587452769279</c:v>
                </c:pt>
                <c:pt idx="26">
                  <c:v>-0.00267345923930407</c:v>
                </c:pt>
                <c:pt idx="27">
                  <c:v>-0.00252099568024278</c:v>
                </c:pt>
                <c:pt idx="28">
                  <c:v>-0.0018638203619048</c:v>
                </c:pt>
                <c:pt idx="29">
                  <c:v>-0.00344573962502182</c:v>
                </c:pt>
                <c:pt idx="30">
                  <c:v>-0.00281760608777404</c:v>
                </c:pt>
                <c:pt idx="31">
                  <c:v>-0.00363479554653168</c:v>
                </c:pt>
                <c:pt idx="32">
                  <c:v>-0.00388159975409508</c:v>
                </c:pt>
                <c:pt idx="33">
                  <c:v>-0.00309795700013638</c:v>
                </c:pt>
                <c:pt idx="34">
                  <c:v>-0.00263042910955846</c:v>
                </c:pt>
                <c:pt idx="35">
                  <c:v>-0.00352652836591005</c:v>
                </c:pt>
                <c:pt idx="36">
                  <c:v>-0.0021968106739223</c:v>
                </c:pt>
                <c:pt idx="37">
                  <c:v>-0.00282298866659403</c:v>
                </c:pt>
                <c:pt idx="38">
                  <c:v>-0.00290896883234382</c:v>
                </c:pt>
                <c:pt idx="39">
                  <c:v>-0.00210778159089386</c:v>
                </c:pt>
                <c:pt idx="40">
                  <c:v>-0.00230027129873633</c:v>
                </c:pt>
                <c:pt idx="41">
                  <c:v>-0.0027954475954175</c:v>
                </c:pt>
                <c:pt idx="42">
                  <c:v>-0.00310352118685842</c:v>
                </c:pt>
                <c:pt idx="43">
                  <c:v>-0.00333813298493624</c:v>
                </c:pt>
                <c:pt idx="44">
                  <c:v>-0.00268628052435815</c:v>
                </c:pt>
                <c:pt idx="45">
                  <c:v>-0.00307610793970525</c:v>
                </c:pt>
                <c:pt idx="46">
                  <c:v>-0.00284528685733676</c:v>
                </c:pt>
                <c:pt idx="47">
                  <c:v>-0.00323890661820769</c:v>
                </c:pt>
                <c:pt idx="48">
                  <c:v>-0.00211243215017021</c:v>
                </c:pt>
                <c:pt idx="49">
                  <c:v>-0.00303548155352473</c:v>
                </c:pt>
                <c:pt idx="50">
                  <c:v>-0.00257216254249215</c:v>
                </c:pt>
                <c:pt idx="51">
                  <c:v>-0.00342014292255044</c:v>
                </c:pt>
                <c:pt idx="52">
                  <c:v>-0.00233524758368731</c:v>
                </c:pt>
                <c:pt idx="53">
                  <c:v>-0.00367448478937149</c:v>
                </c:pt>
                <c:pt idx="54">
                  <c:v>-0.00275114784017205</c:v>
                </c:pt>
                <c:pt idx="55">
                  <c:v>-0.00281223165802658</c:v>
                </c:pt>
                <c:pt idx="56">
                  <c:v>-0.00269225775264204</c:v>
                </c:pt>
                <c:pt idx="57">
                  <c:v>-0.00306334858760238</c:v>
                </c:pt>
                <c:pt idx="58">
                  <c:v>-0.00223270244896412</c:v>
                </c:pt>
                <c:pt idx="59">
                  <c:v>-0.00321080256253481</c:v>
                </c:pt>
                <c:pt idx="60">
                  <c:v>-0.00212836917489767</c:v>
                </c:pt>
                <c:pt idx="61">
                  <c:v>-0.00345663214102387</c:v>
                </c:pt>
                <c:pt idx="62">
                  <c:v>-0.00434879120439291</c:v>
                </c:pt>
                <c:pt idx="63">
                  <c:v>-0.00259616738185287</c:v>
                </c:pt>
                <c:pt idx="64">
                  <c:v>-0.00189559767022729</c:v>
                </c:pt>
                <c:pt idx="65">
                  <c:v>-0.00187981384806335</c:v>
                </c:pt>
                <c:pt idx="66">
                  <c:v>-0.00255186716094613</c:v>
                </c:pt>
                <c:pt idx="67">
                  <c:v>-0.00167612626682967</c:v>
                </c:pt>
                <c:pt idx="68">
                  <c:v>-0.00326616573147476</c:v>
                </c:pt>
                <c:pt idx="69">
                  <c:v>-0.00297800521366298</c:v>
                </c:pt>
                <c:pt idx="70">
                  <c:v>-0.00200946442782879</c:v>
                </c:pt>
                <c:pt idx="71">
                  <c:v>-0.00261773495003581</c:v>
                </c:pt>
                <c:pt idx="72">
                  <c:v>-0.00266588805243373</c:v>
                </c:pt>
                <c:pt idx="73">
                  <c:v>-0.00221573328599334</c:v>
                </c:pt>
                <c:pt idx="74">
                  <c:v>-0.00304211815819144</c:v>
                </c:pt>
                <c:pt idx="75">
                  <c:v>-0.00337575562298298</c:v>
                </c:pt>
                <c:pt idx="76">
                  <c:v>-0.00174456601962447</c:v>
                </c:pt>
                <c:pt idx="77">
                  <c:v>-0.00244183046743274</c:v>
                </c:pt>
                <c:pt idx="78">
                  <c:v>-0.00213352427817881</c:v>
                </c:pt>
                <c:pt idx="79">
                  <c:v>-0.00228995317593217</c:v>
                </c:pt>
                <c:pt idx="80">
                  <c:v>-0.00274636875838041</c:v>
                </c:pt>
                <c:pt idx="81">
                  <c:v>-0.00210266560316086</c:v>
                </c:pt>
                <c:pt idx="82">
                  <c:v>-0.00265175080858171</c:v>
                </c:pt>
                <c:pt idx="83">
                  <c:v>-0.00228606979362667</c:v>
                </c:pt>
                <c:pt idx="84">
                  <c:v>-0.00235541397705674</c:v>
                </c:pt>
                <c:pt idx="85">
                  <c:v>-0.00226524355821311</c:v>
                </c:pt>
                <c:pt idx="86">
                  <c:v>-0.00204353267326951</c:v>
                </c:pt>
                <c:pt idx="87">
                  <c:v>-0.00147337501402944</c:v>
                </c:pt>
                <c:pt idx="88">
                  <c:v>-0.00223085237666965</c:v>
                </c:pt>
                <c:pt idx="89">
                  <c:v>-0.00305011658929288</c:v>
                </c:pt>
                <c:pt idx="90">
                  <c:v>-0.0024380823597312</c:v>
                </c:pt>
                <c:pt idx="91">
                  <c:v>-0.00231259921565652</c:v>
                </c:pt>
                <c:pt idx="92">
                  <c:v>-0.00158515363000333</c:v>
                </c:pt>
                <c:pt idx="93">
                  <c:v>-0.00199690274894238</c:v>
                </c:pt>
                <c:pt idx="94">
                  <c:v>-0.00196185940876603</c:v>
                </c:pt>
                <c:pt idx="95">
                  <c:v>-0.00178285350557417</c:v>
                </c:pt>
                <c:pt idx="96">
                  <c:v>-0.00186139333527535</c:v>
                </c:pt>
                <c:pt idx="97">
                  <c:v>-0.00203030253760517</c:v>
                </c:pt>
                <c:pt idx="98">
                  <c:v>-0.00201002205722034</c:v>
                </c:pt>
                <c:pt idx="99">
                  <c:v>-0.00101553392596543</c:v>
                </c:pt>
                <c:pt idx="100">
                  <c:v>-0.00182376196607947</c:v>
                </c:pt>
                <c:pt idx="101">
                  <c:v>-0.0011420575901866</c:v>
                </c:pt>
                <c:pt idx="102">
                  <c:v>-0.00187980325426906</c:v>
                </c:pt>
                <c:pt idx="103">
                  <c:v>-0.00114029634278268</c:v>
                </c:pt>
                <c:pt idx="104">
                  <c:v>-0.00133114773780107</c:v>
                </c:pt>
                <c:pt idx="105">
                  <c:v>-0.00141760648693889</c:v>
                </c:pt>
                <c:pt idx="106">
                  <c:v>-0.00159195880405605</c:v>
                </c:pt>
                <c:pt idx="107">
                  <c:v>-0.000721722608432174</c:v>
                </c:pt>
                <c:pt idx="108">
                  <c:v>-0.00129349820781499</c:v>
                </c:pt>
                <c:pt idx="109">
                  <c:v>-0.000955050520133227</c:v>
                </c:pt>
                <c:pt idx="110">
                  <c:v>-0.00100783538073301</c:v>
                </c:pt>
                <c:pt idx="111">
                  <c:v>-0.000730420171748847</c:v>
                </c:pt>
                <c:pt idx="112">
                  <c:v>-0.00127549353055656</c:v>
                </c:pt>
                <c:pt idx="113">
                  <c:v>-0.00041564111597836</c:v>
                </c:pt>
                <c:pt idx="114">
                  <c:v>-0.000439868308603764</c:v>
                </c:pt>
                <c:pt idx="115">
                  <c:v>-0.0010246632155031</c:v>
                </c:pt>
                <c:pt idx="116">
                  <c:v>-0.000204569194465876</c:v>
                </c:pt>
                <c:pt idx="117">
                  <c:v>-0.000263376015936956</c:v>
                </c:pt>
                <c:pt idx="118">
                  <c:v>-0.000105942599475384</c:v>
                </c:pt>
                <c:pt idx="119">
                  <c:v>7.6834112405777E-09</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0.0000</c:formatCode>
                <c:ptCount val="120"/>
                <c:pt idx="0">
                  <c:v>-0.00650049559772015</c:v>
                </c:pt>
                <c:pt idx="1">
                  <c:v>-0.00585691398009658</c:v>
                </c:pt>
                <c:pt idx="2">
                  <c:v>-0.00787842646241188</c:v>
                </c:pt>
                <c:pt idx="3">
                  <c:v>-0.00655557168647647</c:v>
                </c:pt>
                <c:pt idx="4">
                  <c:v>-0.00735893798992038</c:v>
                </c:pt>
                <c:pt idx="5">
                  <c:v>-0.00620565563440323</c:v>
                </c:pt>
                <c:pt idx="6">
                  <c:v>-0.00529897212982178</c:v>
                </c:pt>
                <c:pt idx="7">
                  <c:v>-0.0031493972055614</c:v>
                </c:pt>
                <c:pt idx="8">
                  <c:v>-0.00393373752012849</c:v>
                </c:pt>
                <c:pt idx="9">
                  <c:v>-0.00252783251926303</c:v>
                </c:pt>
                <c:pt idx="10">
                  <c:v>-0.00313372677192092</c:v>
                </c:pt>
                <c:pt idx="11">
                  <c:v>-0.0028827718924731</c:v>
                </c:pt>
                <c:pt idx="12">
                  <c:v>-0.00298617500811815</c:v>
                </c:pt>
                <c:pt idx="13">
                  <c:v>-0.00415556225925684</c:v>
                </c:pt>
                <c:pt idx="14">
                  <c:v>-0.00287893554195762</c:v>
                </c:pt>
                <c:pt idx="15">
                  <c:v>-0.00370837887749076</c:v>
                </c:pt>
                <c:pt idx="16">
                  <c:v>-0.00422752555459738</c:v>
                </c:pt>
                <c:pt idx="17">
                  <c:v>-0.00358271319419146</c:v>
                </c:pt>
                <c:pt idx="18">
                  <c:v>-0.00243861461058259</c:v>
                </c:pt>
                <c:pt idx="19">
                  <c:v>-0.00274058571085334</c:v>
                </c:pt>
                <c:pt idx="20">
                  <c:v>-0.00373178976587951</c:v>
                </c:pt>
                <c:pt idx="21">
                  <c:v>-0.00245625246316195</c:v>
                </c:pt>
                <c:pt idx="22">
                  <c:v>-0.0024649768602103</c:v>
                </c:pt>
                <c:pt idx="23">
                  <c:v>-0.0024449760094285</c:v>
                </c:pt>
                <c:pt idx="24">
                  <c:v>-0.0029385588131845</c:v>
                </c:pt>
                <c:pt idx="25">
                  <c:v>-0.00459831580519676</c:v>
                </c:pt>
                <c:pt idx="26">
                  <c:v>-0.00175711303018034</c:v>
                </c:pt>
                <c:pt idx="27">
                  <c:v>-0.00359803787432611</c:v>
                </c:pt>
                <c:pt idx="28">
                  <c:v>-0.00367517839185894</c:v>
                </c:pt>
                <c:pt idx="29">
                  <c:v>-0.00252096122130752</c:v>
                </c:pt>
                <c:pt idx="30">
                  <c:v>-0.00215162243694067</c:v>
                </c:pt>
                <c:pt idx="31">
                  <c:v>-0.00382001395337284</c:v>
                </c:pt>
                <c:pt idx="32">
                  <c:v>-0.00260720355436206</c:v>
                </c:pt>
                <c:pt idx="33">
                  <c:v>-0.00228834338486195</c:v>
                </c:pt>
                <c:pt idx="34">
                  <c:v>-0.00293589918874204</c:v>
                </c:pt>
                <c:pt idx="35">
                  <c:v>-0.00280957808718085</c:v>
                </c:pt>
                <c:pt idx="36">
                  <c:v>-0.00290979701094329</c:v>
                </c:pt>
                <c:pt idx="37">
                  <c:v>-0.00200420385226607</c:v>
                </c:pt>
                <c:pt idx="38">
                  <c:v>-0.00327773066237569</c:v>
                </c:pt>
                <c:pt idx="39">
                  <c:v>-0.00277823954820633</c:v>
                </c:pt>
                <c:pt idx="40">
                  <c:v>-0.00156785442959517</c:v>
                </c:pt>
                <c:pt idx="41">
                  <c:v>-0.00415388401597738</c:v>
                </c:pt>
                <c:pt idx="42">
                  <c:v>-0.00185216194950044</c:v>
                </c:pt>
                <c:pt idx="43">
                  <c:v>-0.00365450861863792</c:v>
                </c:pt>
                <c:pt idx="44">
                  <c:v>-0.00227648438885808</c:v>
                </c:pt>
                <c:pt idx="45">
                  <c:v>-0.00400305259972811</c:v>
                </c:pt>
                <c:pt idx="46">
                  <c:v>-0.00452014058828354</c:v>
                </c:pt>
                <c:pt idx="47">
                  <c:v>-0.00138300412800163</c:v>
                </c:pt>
                <c:pt idx="48">
                  <c:v>-0.00220343098044395</c:v>
                </c:pt>
                <c:pt idx="49">
                  <c:v>-0.00239872466772795</c:v>
                </c:pt>
                <c:pt idx="50">
                  <c:v>-0.00217709573917091</c:v>
                </c:pt>
                <c:pt idx="51">
                  <c:v>-0.00241168076172471</c:v>
                </c:pt>
                <c:pt idx="52">
                  <c:v>-0.00279731559567153</c:v>
                </c:pt>
                <c:pt idx="53">
                  <c:v>-0.00274358317255974</c:v>
                </c:pt>
                <c:pt idx="54">
                  <c:v>-0.00301130092702806</c:v>
                </c:pt>
                <c:pt idx="55">
                  <c:v>-0.00348445819690824</c:v>
                </c:pt>
                <c:pt idx="56">
                  <c:v>-0.0042388029396534</c:v>
                </c:pt>
                <c:pt idx="57">
                  <c:v>-0.00290756905451417</c:v>
                </c:pt>
                <c:pt idx="58">
                  <c:v>-0.00325073464773595</c:v>
                </c:pt>
                <c:pt idx="59">
                  <c:v>-0.00315292063169181</c:v>
                </c:pt>
                <c:pt idx="60">
                  <c:v>-0.002693185582757</c:v>
                </c:pt>
                <c:pt idx="61">
                  <c:v>-0.00254826038144529</c:v>
                </c:pt>
                <c:pt idx="62">
                  <c:v>-0.00238749105483294</c:v>
                </c:pt>
                <c:pt idx="63">
                  <c:v>-0.00306673813611269</c:v>
                </c:pt>
                <c:pt idx="64">
                  <c:v>-0.00225989799946547</c:v>
                </c:pt>
                <c:pt idx="65">
                  <c:v>-0.00271139526739717</c:v>
                </c:pt>
                <c:pt idx="66">
                  <c:v>-0.00286752125248313</c:v>
                </c:pt>
                <c:pt idx="67">
                  <c:v>-0.00249160872772336</c:v>
                </c:pt>
                <c:pt idx="68">
                  <c:v>-0.00252636219374835</c:v>
                </c:pt>
                <c:pt idx="69">
                  <c:v>-0.00305326795205474</c:v>
                </c:pt>
                <c:pt idx="70">
                  <c:v>-0.00280106300488114</c:v>
                </c:pt>
                <c:pt idx="71">
                  <c:v>-0.00297808134928346</c:v>
                </c:pt>
                <c:pt idx="72">
                  <c:v>-0.00296036410145462</c:v>
                </c:pt>
                <c:pt idx="73">
                  <c:v>-0.00275915861129761</c:v>
                </c:pt>
                <c:pt idx="74">
                  <c:v>-0.00256362045183778</c:v>
                </c:pt>
                <c:pt idx="75">
                  <c:v>-0.00274352426640689</c:v>
                </c:pt>
                <c:pt idx="76">
                  <c:v>-0.00299954367801547</c:v>
                </c:pt>
                <c:pt idx="77">
                  <c:v>-0.00234726816415787</c:v>
                </c:pt>
                <c:pt idx="78">
                  <c:v>-0.00275787618011236</c:v>
                </c:pt>
                <c:pt idx="79">
                  <c:v>-0.00217692088335752</c:v>
                </c:pt>
                <c:pt idx="80">
                  <c:v>-0.00284367008134723</c:v>
                </c:pt>
                <c:pt idx="81">
                  <c:v>-0.00292539200745523</c:v>
                </c:pt>
                <c:pt idx="82">
                  <c:v>-0.00217065820470452</c:v>
                </c:pt>
                <c:pt idx="83">
                  <c:v>-0.00278470362536609</c:v>
                </c:pt>
                <c:pt idx="84">
                  <c:v>-0.00254654558375478</c:v>
                </c:pt>
                <c:pt idx="85">
                  <c:v>-0.00208788923919201</c:v>
                </c:pt>
                <c:pt idx="86">
                  <c:v>-0.00279027922078967</c:v>
                </c:pt>
                <c:pt idx="87">
                  <c:v>-0.00236332276836038</c:v>
                </c:pt>
                <c:pt idx="88">
                  <c:v>-0.0027359533123672</c:v>
                </c:pt>
                <c:pt idx="89">
                  <c:v>-0.00246358197182417</c:v>
                </c:pt>
                <c:pt idx="90">
                  <c:v>-0.00195895903743804</c:v>
                </c:pt>
                <c:pt idx="91">
                  <c:v>-0.00211140979081392</c:v>
                </c:pt>
                <c:pt idx="92">
                  <c:v>-0.00184497912414372</c:v>
                </c:pt>
                <c:pt idx="93">
                  <c:v>-0.00198320113122463</c:v>
                </c:pt>
                <c:pt idx="94">
                  <c:v>-0.00289431563578546</c:v>
                </c:pt>
                <c:pt idx="95">
                  <c:v>-0.00152929499745369</c:v>
                </c:pt>
                <c:pt idx="96">
                  <c:v>-0.00164592952933162</c:v>
                </c:pt>
                <c:pt idx="97">
                  <c:v>-0.00223212921991944</c:v>
                </c:pt>
                <c:pt idx="98">
                  <c:v>-0.0017718905583024</c:v>
                </c:pt>
                <c:pt idx="99">
                  <c:v>-0.00143426936119795</c:v>
                </c:pt>
                <c:pt idx="100">
                  <c:v>-0.001761669293046</c:v>
                </c:pt>
                <c:pt idx="101">
                  <c:v>-0.00158151355572045</c:v>
                </c:pt>
                <c:pt idx="102">
                  <c:v>-0.00154669757466763</c:v>
                </c:pt>
                <c:pt idx="103">
                  <c:v>-0.00237222341820598</c:v>
                </c:pt>
                <c:pt idx="104">
                  <c:v>-0.00231548864394426</c:v>
                </c:pt>
                <c:pt idx="105">
                  <c:v>-0.00150310900062323</c:v>
                </c:pt>
                <c:pt idx="106">
                  <c:v>-0.00101075321435928</c:v>
                </c:pt>
                <c:pt idx="107">
                  <c:v>-0.000867703929543495</c:v>
                </c:pt>
                <c:pt idx="108">
                  <c:v>-0.000854311627335846</c:v>
                </c:pt>
                <c:pt idx="109">
                  <c:v>-0.00113895279355347</c:v>
                </c:pt>
                <c:pt idx="110">
                  <c:v>-0.00108213978819549</c:v>
                </c:pt>
                <c:pt idx="111">
                  <c:v>-0.00108215538784862</c:v>
                </c:pt>
                <c:pt idx="112">
                  <c:v>-0.000665778934489936</c:v>
                </c:pt>
                <c:pt idx="113">
                  <c:v>-0.00144401378929615</c:v>
                </c:pt>
                <c:pt idx="114">
                  <c:v>-0.000515299558173865</c:v>
                </c:pt>
                <c:pt idx="115">
                  <c:v>-0.000246352516114712</c:v>
                </c:pt>
                <c:pt idx="116">
                  <c:v>-0.000302240572636947</c:v>
                </c:pt>
                <c:pt idx="117">
                  <c:v>-0.000221929716644809</c:v>
                </c:pt>
                <c:pt idx="118">
                  <c:v>-9.95957962004468E-05</c:v>
                </c:pt>
                <c:pt idx="119">
                  <c:v>9.19681042432785E-09</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0.0000</c:formatCode>
                <c:ptCount val="120"/>
                <c:pt idx="0">
                  <c:v>-0.00644729007035494</c:v>
                </c:pt>
                <c:pt idx="1">
                  <c:v>-0.00830927770584822</c:v>
                </c:pt>
                <c:pt idx="2">
                  <c:v>-0.00734382774680853</c:v>
                </c:pt>
                <c:pt idx="3">
                  <c:v>-0.00685088522732258</c:v>
                </c:pt>
                <c:pt idx="4">
                  <c:v>-0.00600094627588987</c:v>
                </c:pt>
                <c:pt idx="5">
                  <c:v>-0.00582110416144133</c:v>
                </c:pt>
                <c:pt idx="6">
                  <c:v>-0.00547163840383291</c:v>
                </c:pt>
                <c:pt idx="7">
                  <c:v>-0.00681864377111197</c:v>
                </c:pt>
                <c:pt idx="8">
                  <c:v>-0.00451658852398396</c:v>
                </c:pt>
                <c:pt idx="9">
                  <c:v>-0.00325946579687297</c:v>
                </c:pt>
                <c:pt idx="10">
                  <c:v>-0.00410232832655311</c:v>
                </c:pt>
                <c:pt idx="11">
                  <c:v>-0.00383186596445739</c:v>
                </c:pt>
                <c:pt idx="12">
                  <c:v>-0.003840287681669</c:v>
                </c:pt>
                <c:pt idx="13">
                  <c:v>-0.0040256311185658</c:v>
                </c:pt>
                <c:pt idx="14">
                  <c:v>-0.00325642595998943</c:v>
                </c:pt>
                <c:pt idx="15">
                  <c:v>-0.00411956571042538</c:v>
                </c:pt>
                <c:pt idx="16">
                  <c:v>-0.00281108031049371</c:v>
                </c:pt>
                <c:pt idx="17">
                  <c:v>-0.00463257823139429</c:v>
                </c:pt>
                <c:pt idx="18">
                  <c:v>-0.00351212988607585</c:v>
                </c:pt>
                <c:pt idx="19">
                  <c:v>-0.00311925681307912</c:v>
                </c:pt>
                <c:pt idx="20">
                  <c:v>-0.00268934178166091</c:v>
                </c:pt>
                <c:pt idx="21">
                  <c:v>-0.00380261661484838</c:v>
                </c:pt>
                <c:pt idx="22">
                  <c:v>-0.00278847431764007</c:v>
                </c:pt>
                <c:pt idx="23">
                  <c:v>-0.000948369677644223</c:v>
                </c:pt>
                <c:pt idx="24">
                  <c:v>-0.00268005486577749</c:v>
                </c:pt>
                <c:pt idx="25">
                  <c:v>-0.00249364296905696</c:v>
                </c:pt>
                <c:pt idx="26">
                  <c:v>-0.00295954383909702</c:v>
                </c:pt>
                <c:pt idx="27">
                  <c:v>-0.00321974372491241</c:v>
                </c:pt>
                <c:pt idx="28">
                  <c:v>-0.00282949768006802</c:v>
                </c:pt>
                <c:pt idx="29">
                  <c:v>-0.00298155983909965</c:v>
                </c:pt>
                <c:pt idx="30">
                  <c:v>-0.0025384989567101</c:v>
                </c:pt>
                <c:pt idx="31">
                  <c:v>-0.00330684403888881</c:v>
                </c:pt>
                <c:pt idx="32">
                  <c:v>-0.00340622756630182</c:v>
                </c:pt>
                <c:pt idx="33">
                  <c:v>-0.00323449145071208</c:v>
                </c:pt>
                <c:pt idx="34">
                  <c:v>-0.003376345615834</c:v>
                </c:pt>
                <c:pt idx="35">
                  <c:v>-0.00169588613789529</c:v>
                </c:pt>
                <c:pt idx="36">
                  <c:v>-0.00314122717827559</c:v>
                </c:pt>
                <c:pt idx="37">
                  <c:v>-0.00283044995740056</c:v>
                </c:pt>
                <c:pt idx="38">
                  <c:v>-0.00338003737851977</c:v>
                </c:pt>
                <c:pt idx="39">
                  <c:v>-0.00280506233684719</c:v>
                </c:pt>
                <c:pt idx="40">
                  <c:v>-0.00310722133144736</c:v>
                </c:pt>
                <c:pt idx="41">
                  <c:v>-0.00325837614946067</c:v>
                </c:pt>
                <c:pt idx="42">
                  <c:v>-0.00348191522061825</c:v>
                </c:pt>
                <c:pt idx="43">
                  <c:v>-0.00351855717599392</c:v>
                </c:pt>
                <c:pt idx="44">
                  <c:v>-0.00297033507376909</c:v>
                </c:pt>
                <c:pt idx="45">
                  <c:v>-0.00331276003271341</c:v>
                </c:pt>
                <c:pt idx="46">
                  <c:v>-0.00394836347550154</c:v>
                </c:pt>
                <c:pt idx="47">
                  <c:v>-0.00269347126595676</c:v>
                </c:pt>
                <c:pt idx="48">
                  <c:v>-0.00337772024795413</c:v>
                </c:pt>
                <c:pt idx="49">
                  <c:v>-0.00391088472679257</c:v>
                </c:pt>
                <c:pt idx="50">
                  <c:v>-0.00348473945632577</c:v>
                </c:pt>
                <c:pt idx="51">
                  <c:v>-0.0027084422763437</c:v>
                </c:pt>
                <c:pt idx="52">
                  <c:v>-0.00241486309096217</c:v>
                </c:pt>
                <c:pt idx="53">
                  <c:v>-0.00190867437049747</c:v>
                </c:pt>
                <c:pt idx="54">
                  <c:v>-0.00293047027662396</c:v>
                </c:pt>
                <c:pt idx="55">
                  <c:v>-0.00372336409054697</c:v>
                </c:pt>
                <c:pt idx="56">
                  <c:v>-0.00223059393465519</c:v>
                </c:pt>
                <c:pt idx="57">
                  <c:v>-0.00230502407066524</c:v>
                </c:pt>
                <c:pt idx="58">
                  <c:v>-0.00251959031447768</c:v>
                </c:pt>
                <c:pt idx="59">
                  <c:v>-0.00295652216300368</c:v>
                </c:pt>
                <c:pt idx="60">
                  <c:v>-0.00264866068027914</c:v>
                </c:pt>
                <c:pt idx="61">
                  <c:v>-0.00292965839616954</c:v>
                </c:pt>
                <c:pt idx="62">
                  <c:v>-0.00301309116184711</c:v>
                </c:pt>
                <c:pt idx="63">
                  <c:v>-0.00191146391443908</c:v>
                </c:pt>
                <c:pt idx="64">
                  <c:v>-0.00305707566440105</c:v>
                </c:pt>
                <c:pt idx="65">
                  <c:v>-0.00380556657910347</c:v>
                </c:pt>
                <c:pt idx="66">
                  <c:v>-0.00314432755112648</c:v>
                </c:pt>
                <c:pt idx="67">
                  <c:v>-0.00369114149361849</c:v>
                </c:pt>
                <c:pt idx="68">
                  <c:v>-0.00325017934665084</c:v>
                </c:pt>
                <c:pt idx="69">
                  <c:v>-0.00338252354413271</c:v>
                </c:pt>
                <c:pt idx="70">
                  <c:v>-0.00327078625559807</c:v>
                </c:pt>
                <c:pt idx="71">
                  <c:v>-0.00241468125022948</c:v>
                </c:pt>
                <c:pt idx="72">
                  <c:v>-0.0018933720421046</c:v>
                </c:pt>
                <c:pt idx="73">
                  <c:v>-0.00293315574526787</c:v>
                </c:pt>
                <c:pt idx="74">
                  <c:v>-0.0020160861313343</c:v>
                </c:pt>
                <c:pt idx="75">
                  <c:v>-0.00230416236445308</c:v>
                </c:pt>
                <c:pt idx="76">
                  <c:v>-0.00251433299854398</c:v>
                </c:pt>
                <c:pt idx="77">
                  <c:v>-0.00246778316795826</c:v>
                </c:pt>
                <c:pt idx="78">
                  <c:v>-0.0023686122149229</c:v>
                </c:pt>
                <c:pt idx="79">
                  <c:v>-0.00271546468138695</c:v>
                </c:pt>
                <c:pt idx="80">
                  <c:v>-0.00250508543103933</c:v>
                </c:pt>
                <c:pt idx="81">
                  <c:v>-0.00364535627886653</c:v>
                </c:pt>
                <c:pt idx="82">
                  <c:v>-0.00179417640902102</c:v>
                </c:pt>
                <c:pt idx="83">
                  <c:v>-0.00223977398127317</c:v>
                </c:pt>
                <c:pt idx="84">
                  <c:v>-0.00213334383442998</c:v>
                </c:pt>
                <c:pt idx="85">
                  <c:v>-0.00261833425611258</c:v>
                </c:pt>
                <c:pt idx="86">
                  <c:v>-0.00208245660178363</c:v>
                </c:pt>
                <c:pt idx="87">
                  <c:v>-0.00224829651415348</c:v>
                </c:pt>
                <c:pt idx="88">
                  <c:v>-0.00200876942835748</c:v>
                </c:pt>
                <c:pt idx="89">
                  <c:v>-0.00205778237432241</c:v>
                </c:pt>
                <c:pt idx="90">
                  <c:v>-0.002038270002231</c:v>
                </c:pt>
                <c:pt idx="91">
                  <c:v>-0.00211882358416915</c:v>
                </c:pt>
                <c:pt idx="92">
                  <c:v>-0.00283102504909039</c:v>
                </c:pt>
                <c:pt idx="93">
                  <c:v>-0.00190228666178882</c:v>
                </c:pt>
                <c:pt idx="94">
                  <c:v>-0.00175737030804157</c:v>
                </c:pt>
                <c:pt idx="95">
                  <c:v>-0.00160466076340526</c:v>
                </c:pt>
                <c:pt idx="96">
                  <c:v>-0.00241233455017209</c:v>
                </c:pt>
                <c:pt idx="97">
                  <c:v>-0.00199565989896655</c:v>
                </c:pt>
                <c:pt idx="98">
                  <c:v>-0.00143507902976125</c:v>
                </c:pt>
                <c:pt idx="99">
                  <c:v>-0.00232828082516789</c:v>
                </c:pt>
                <c:pt idx="100">
                  <c:v>-0.0024856748059392</c:v>
                </c:pt>
                <c:pt idx="101">
                  <c:v>-0.00132364069577307</c:v>
                </c:pt>
                <c:pt idx="102">
                  <c:v>-0.00226587033830583</c:v>
                </c:pt>
                <c:pt idx="103">
                  <c:v>-0.00111516180913895</c:v>
                </c:pt>
                <c:pt idx="104">
                  <c:v>-0.0012303120456636</c:v>
                </c:pt>
                <c:pt idx="105">
                  <c:v>-0.00104807270690799</c:v>
                </c:pt>
                <c:pt idx="106">
                  <c:v>-0.000725537422113121</c:v>
                </c:pt>
                <c:pt idx="107">
                  <c:v>-0.00146838580258191</c:v>
                </c:pt>
                <c:pt idx="108">
                  <c:v>-0.00154709606431425</c:v>
                </c:pt>
                <c:pt idx="109">
                  <c:v>-0.000470918137580156</c:v>
                </c:pt>
                <c:pt idx="110">
                  <c:v>-0.000575919344555587</c:v>
                </c:pt>
                <c:pt idx="111">
                  <c:v>-0.00111197750084102</c:v>
                </c:pt>
                <c:pt idx="112">
                  <c:v>-0.00100253731943667</c:v>
                </c:pt>
                <c:pt idx="113">
                  <c:v>-0.000757278583478183</c:v>
                </c:pt>
                <c:pt idx="114">
                  <c:v>-0.000559658394195139</c:v>
                </c:pt>
                <c:pt idx="115">
                  <c:v>-0.000572321237996221</c:v>
                </c:pt>
                <c:pt idx="116">
                  <c:v>-0.000383098027668893</c:v>
                </c:pt>
                <c:pt idx="117">
                  <c:v>-0.000316909397952259</c:v>
                </c:pt>
                <c:pt idx="118">
                  <c:v>-0.000153538392623886</c:v>
                </c:pt>
                <c:pt idx="119">
                  <c:v>-7.76102182520333E-10</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0.0000</c:formatCode>
                <c:ptCount val="120"/>
                <c:pt idx="0">
                  <c:v>-0.00848220195621252</c:v>
                </c:pt>
                <c:pt idx="1">
                  <c:v>-0.00744492700323462</c:v>
                </c:pt>
                <c:pt idx="2">
                  <c:v>-0.00562850385904312</c:v>
                </c:pt>
                <c:pt idx="3">
                  <c:v>-0.00639163283631206</c:v>
                </c:pt>
                <c:pt idx="4">
                  <c:v>-0.00496506504714489</c:v>
                </c:pt>
                <c:pt idx="5">
                  <c:v>-0.00580092053860426</c:v>
                </c:pt>
                <c:pt idx="6">
                  <c:v>-0.00508954236283898</c:v>
                </c:pt>
                <c:pt idx="7">
                  <c:v>-0.00450249668210745</c:v>
                </c:pt>
                <c:pt idx="8">
                  <c:v>-0.00345442327670753</c:v>
                </c:pt>
                <c:pt idx="9">
                  <c:v>-0.00434146961197257</c:v>
                </c:pt>
                <c:pt idx="10">
                  <c:v>-0.00382005888968706</c:v>
                </c:pt>
                <c:pt idx="11">
                  <c:v>-0.00315563566982746</c:v>
                </c:pt>
                <c:pt idx="12">
                  <c:v>-0.00336199812591076</c:v>
                </c:pt>
                <c:pt idx="13">
                  <c:v>-0.00299603957682848</c:v>
                </c:pt>
                <c:pt idx="14">
                  <c:v>-0.00371710723266006</c:v>
                </c:pt>
                <c:pt idx="15">
                  <c:v>-0.00360833713784814</c:v>
                </c:pt>
                <c:pt idx="16">
                  <c:v>-0.00348708173260093</c:v>
                </c:pt>
                <c:pt idx="17">
                  <c:v>-0.00361249758861959</c:v>
                </c:pt>
                <c:pt idx="18">
                  <c:v>-0.00300981104373932</c:v>
                </c:pt>
                <c:pt idx="19">
                  <c:v>-0.00359461456537247</c:v>
                </c:pt>
                <c:pt idx="20">
                  <c:v>-0.00257175322622061</c:v>
                </c:pt>
                <c:pt idx="21">
                  <c:v>-0.00386026129126549</c:v>
                </c:pt>
                <c:pt idx="22">
                  <c:v>-0.00412876904010773</c:v>
                </c:pt>
                <c:pt idx="23">
                  <c:v>-0.00245365547016263</c:v>
                </c:pt>
                <c:pt idx="24">
                  <c:v>-0.00441117957234383</c:v>
                </c:pt>
                <c:pt idx="25">
                  <c:v>-0.00290894461795688</c:v>
                </c:pt>
                <c:pt idx="26">
                  <c:v>-0.00362396705895662</c:v>
                </c:pt>
                <c:pt idx="27">
                  <c:v>-0.00309686921536922</c:v>
                </c:pt>
                <c:pt idx="28">
                  <c:v>-0.00199208385311067</c:v>
                </c:pt>
                <c:pt idx="29">
                  <c:v>-0.00344775198027492</c:v>
                </c:pt>
                <c:pt idx="30">
                  <c:v>-0.00244617089629173</c:v>
                </c:pt>
                <c:pt idx="31">
                  <c:v>-0.00385872879996896</c:v>
                </c:pt>
                <c:pt idx="32">
                  <c:v>-0.00313735357485712</c:v>
                </c:pt>
                <c:pt idx="33">
                  <c:v>-0.00259089889004827</c:v>
                </c:pt>
                <c:pt idx="34">
                  <c:v>-0.00325931189581752</c:v>
                </c:pt>
                <c:pt idx="35">
                  <c:v>-0.00302482955157757</c:v>
                </c:pt>
                <c:pt idx="36">
                  <c:v>-0.00328228063881397</c:v>
                </c:pt>
                <c:pt idx="37">
                  <c:v>-0.00289292447268963</c:v>
                </c:pt>
                <c:pt idx="38">
                  <c:v>-0.0041927844285965</c:v>
                </c:pt>
                <c:pt idx="39">
                  <c:v>-0.00325374444946647</c:v>
                </c:pt>
                <c:pt idx="40">
                  <c:v>-0.00325086899101734</c:v>
                </c:pt>
                <c:pt idx="41">
                  <c:v>-0.00212204083800316</c:v>
                </c:pt>
                <c:pt idx="42">
                  <c:v>-0.00367492297664285</c:v>
                </c:pt>
                <c:pt idx="43">
                  <c:v>-0.00265293335542083</c:v>
                </c:pt>
                <c:pt idx="44">
                  <c:v>-0.00300801172852516</c:v>
                </c:pt>
                <c:pt idx="45">
                  <c:v>-0.00263222074136138</c:v>
                </c:pt>
                <c:pt idx="46">
                  <c:v>-0.00281002814881504</c:v>
                </c:pt>
                <c:pt idx="47">
                  <c:v>-0.00238703167997301</c:v>
                </c:pt>
                <c:pt idx="48">
                  <c:v>-0.00334662571549416</c:v>
                </c:pt>
                <c:pt idx="49">
                  <c:v>-0.00317010655999184</c:v>
                </c:pt>
                <c:pt idx="50">
                  <c:v>-0.00332877575419843</c:v>
                </c:pt>
                <c:pt idx="51">
                  <c:v>-0.00292832031846046</c:v>
                </c:pt>
                <c:pt idx="52">
                  <c:v>-0.00334873609244823</c:v>
                </c:pt>
                <c:pt idx="53">
                  <c:v>-0.00340283894911408</c:v>
                </c:pt>
                <c:pt idx="54">
                  <c:v>-0.00213376875035465</c:v>
                </c:pt>
                <c:pt idx="55">
                  <c:v>-0.00368149345740676</c:v>
                </c:pt>
                <c:pt idx="56">
                  <c:v>-0.00265906378626823</c:v>
                </c:pt>
                <c:pt idx="57">
                  <c:v>-0.00286810286343098</c:v>
                </c:pt>
                <c:pt idx="58">
                  <c:v>-0.00274433987215161</c:v>
                </c:pt>
                <c:pt idx="59">
                  <c:v>-0.00278940703719854</c:v>
                </c:pt>
                <c:pt idx="60">
                  <c:v>-0.00235237763263285</c:v>
                </c:pt>
                <c:pt idx="61">
                  <c:v>-0.00295634078793228</c:v>
                </c:pt>
                <c:pt idx="62">
                  <c:v>-0.00263370061293244</c:v>
                </c:pt>
                <c:pt idx="63">
                  <c:v>-0.00285121100023389</c:v>
                </c:pt>
                <c:pt idx="64">
                  <c:v>-0.00337713467888534</c:v>
                </c:pt>
                <c:pt idx="65">
                  <c:v>-0.00274929031729698</c:v>
                </c:pt>
                <c:pt idx="66">
                  <c:v>-0.00227052858099341</c:v>
                </c:pt>
                <c:pt idx="67">
                  <c:v>-0.00267719547264278</c:v>
                </c:pt>
                <c:pt idx="68">
                  <c:v>-0.00257844082079828</c:v>
                </c:pt>
                <c:pt idx="69">
                  <c:v>-0.00187727343291044</c:v>
                </c:pt>
                <c:pt idx="70">
                  <c:v>-0.00235405191779137</c:v>
                </c:pt>
                <c:pt idx="71">
                  <c:v>-0.00249236915260553</c:v>
                </c:pt>
                <c:pt idx="72">
                  <c:v>-0.0032263626344502</c:v>
                </c:pt>
                <c:pt idx="73">
                  <c:v>-0.00329311704263091</c:v>
                </c:pt>
                <c:pt idx="74">
                  <c:v>-0.00314939999952912</c:v>
                </c:pt>
                <c:pt idx="75">
                  <c:v>-0.00250878510996699</c:v>
                </c:pt>
                <c:pt idx="76">
                  <c:v>-0.00178760883864015</c:v>
                </c:pt>
                <c:pt idx="77">
                  <c:v>-0.00245938613079488</c:v>
                </c:pt>
                <c:pt idx="78">
                  <c:v>-0.00289460341446102</c:v>
                </c:pt>
                <c:pt idx="79">
                  <c:v>-0.00250114826485515</c:v>
                </c:pt>
                <c:pt idx="80">
                  <c:v>-0.00257146824151278</c:v>
                </c:pt>
                <c:pt idx="81">
                  <c:v>-0.00231724441982806</c:v>
                </c:pt>
                <c:pt idx="82">
                  <c:v>-0.00259684282355011</c:v>
                </c:pt>
                <c:pt idx="83">
                  <c:v>-0.00293463235720992</c:v>
                </c:pt>
                <c:pt idx="84">
                  <c:v>-0.00264354608952999</c:v>
                </c:pt>
                <c:pt idx="85">
                  <c:v>-0.00235508126206696</c:v>
                </c:pt>
                <c:pt idx="86">
                  <c:v>-0.00188375473953784</c:v>
                </c:pt>
                <c:pt idx="87">
                  <c:v>-0.00227053998969495</c:v>
                </c:pt>
                <c:pt idx="88">
                  <c:v>-0.00229309452697635</c:v>
                </c:pt>
                <c:pt idx="89">
                  <c:v>-0.00260702590458095</c:v>
                </c:pt>
                <c:pt idx="90">
                  <c:v>-0.00218622293323278</c:v>
                </c:pt>
                <c:pt idx="91">
                  <c:v>-0.00213937903754413</c:v>
                </c:pt>
                <c:pt idx="92">
                  <c:v>-0.00193991884589195</c:v>
                </c:pt>
                <c:pt idx="93">
                  <c:v>-0.00237488094717264</c:v>
                </c:pt>
                <c:pt idx="94">
                  <c:v>-0.00178661511745304</c:v>
                </c:pt>
                <c:pt idx="95">
                  <c:v>-0.0018955881241709</c:v>
                </c:pt>
                <c:pt idx="96">
                  <c:v>-0.00191721494775265</c:v>
                </c:pt>
                <c:pt idx="97">
                  <c:v>-0.00214046542532742</c:v>
                </c:pt>
                <c:pt idx="98">
                  <c:v>-0.00147066521458328</c:v>
                </c:pt>
                <c:pt idx="99">
                  <c:v>-0.00115417665801942</c:v>
                </c:pt>
                <c:pt idx="100">
                  <c:v>-0.0013061867794022</c:v>
                </c:pt>
                <c:pt idx="101">
                  <c:v>-0.00170860881917179</c:v>
                </c:pt>
                <c:pt idx="102">
                  <c:v>-0.00182568083982915</c:v>
                </c:pt>
                <c:pt idx="103">
                  <c:v>-0.0020107903983444</c:v>
                </c:pt>
                <c:pt idx="104">
                  <c:v>-0.00121267628856003</c:v>
                </c:pt>
                <c:pt idx="105">
                  <c:v>-0.00170234614051878</c:v>
                </c:pt>
                <c:pt idx="106">
                  <c:v>-0.00137850572355092</c:v>
                </c:pt>
                <c:pt idx="107">
                  <c:v>-0.00099506787955761</c:v>
                </c:pt>
                <c:pt idx="108">
                  <c:v>-0.00139510107692331</c:v>
                </c:pt>
                <c:pt idx="109">
                  <c:v>-0.00107342330738902</c:v>
                </c:pt>
                <c:pt idx="110">
                  <c:v>-0.00087242730660364</c:v>
                </c:pt>
                <c:pt idx="111">
                  <c:v>-0.00129211391322315</c:v>
                </c:pt>
                <c:pt idx="112">
                  <c:v>-0.000766994780860841</c:v>
                </c:pt>
                <c:pt idx="113">
                  <c:v>-0.00099323783069849</c:v>
                </c:pt>
                <c:pt idx="114">
                  <c:v>-0.000556956394575536</c:v>
                </c:pt>
                <c:pt idx="115">
                  <c:v>-0.000601214589551091</c:v>
                </c:pt>
                <c:pt idx="116">
                  <c:v>-0.000277948973234743</c:v>
                </c:pt>
                <c:pt idx="117">
                  <c:v>-0.000204978481633589</c:v>
                </c:pt>
                <c:pt idx="118">
                  <c:v>-0.000103610262158327</c:v>
                </c:pt>
                <c:pt idx="119">
                  <c:v>-6.6744787474704E-09</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0.0000</c:formatCode>
                <c:ptCount val="120"/>
                <c:pt idx="0">
                  <c:v>-0.00758971003815532</c:v>
                </c:pt>
                <c:pt idx="1">
                  <c:v>-0.00740067139267921</c:v>
                </c:pt>
                <c:pt idx="2">
                  <c:v>-0.00684837577864528</c:v>
                </c:pt>
                <c:pt idx="3">
                  <c:v>-0.00656832912936807</c:v>
                </c:pt>
                <c:pt idx="4">
                  <c:v>-0.00565656078979373</c:v>
                </c:pt>
                <c:pt idx="5">
                  <c:v>-0.00626739524304867</c:v>
                </c:pt>
                <c:pt idx="6">
                  <c:v>-0.00535488165915012</c:v>
                </c:pt>
                <c:pt idx="7">
                  <c:v>-0.00529339136555791</c:v>
                </c:pt>
                <c:pt idx="8">
                  <c:v>-0.00448757433332503</c:v>
                </c:pt>
                <c:pt idx="9">
                  <c:v>-0.00373196923173964</c:v>
                </c:pt>
                <c:pt idx="10">
                  <c:v>-0.00365988872945309</c:v>
                </c:pt>
                <c:pt idx="11">
                  <c:v>-0.00333916605450213</c:v>
                </c:pt>
                <c:pt idx="12">
                  <c:v>-0.00334312063641846</c:v>
                </c:pt>
                <c:pt idx="13">
                  <c:v>-0.00348291900008917</c:v>
                </c:pt>
                <c:pt idx="14">
                  <c:v>-0.00324913100339472</c:v>
                </c:pt>
                <c:pt idx="15">
                  <c:v>-0.00365498876199126</c:v>
                </c:pt>
                <c:pt idx="16">
                  <c:v>-0.00364583092741668</c:v>
                </c:pt>
                <c:pt idx="17">
                  <c:v>-0.00352619769982994</c:v>
                </c:pt>
                <c:pt idx="18">
                  <c:v>-0.00298109222203493</c:v>
                </c:pt>
                <c:pt idx="19">
                  <c:v>-0.00312303272075951</c:v>
                </c:pt>
                <c:pt idx="20">
                  <c:v>-0.00290705072693527</c:v>
                </c:pt>
                <c:pt idx="21">
                  <c:v>-0.0032021745108068</c:v>
                </c:pt>
                <c:pt idx="22">
                  <c:v>-0.00272337696515024</c:v>
                </c:pt>
                <c:pt idx="23">
                  <c:v>-0.00222253639949486</c:v>
                </c:pt>
                <c:pt idx="24">
                  <c:v>-0.00302757560275495</c:v>
                </c:pt>
                <c:pt idx="25">
                  <c:v>-0.00336440266110003</c:v>
                </c:pt>
                <c:pt idx="26">
                  <c:v>-0.00278614824637771</c:v>
                </c:pt>
                <c:pt idx="27">
                  <c:v>-0.00291096023283899</c:v>
                </c:pt>
                <c:pt idx="28">
                  <c:v>-0.002655053534545</c:v>
                </c:pt>
                <c:pt idx="29">
                  <c:v>-0.00279899872839451</c:v>
                </c:pt>
                <c:pt idx="30">
                  <c:v>-0.00220400798134506</c:v>
                </c:pt>
                <c:pt idx="31">
                  <c:v>-0.00318469300400466</c:v>
                </c:pt>
                <c:pt idx="32">
                  <c:v>-0.00309810726903379</c:v>
                </c:pt>
                <c:pt idx="33">
                  <c:v>-0.0026804490480572</c:v>
                </c:pt>
                <c:pt idx="34">
                  <c:v>-0.00277537384536117</c:v>
                </c:pt>
                <c:pt idx="35">
                  <c:v>-0.00263343143742532</c:v>
                </c:pt>
                <c:pt idx="36">
                  <c:v>-0.00274619995616376</c:v>
                </c:pt>
                <c:pt idx="37">
                  <c:v>-0.00268238442949951</c:v>
                </c:pt>
                <c:pt idx="38">
                  <c:v>-0.00315944193862379</c:v>
                </c:pt>
                <c:pt idx="39">
                  <c:v>-0.00268761608749628</c:v>
                </c:pt>
                <c:pt idx="40">
                  <c:v>-0.00239923468325287</c:v>
                </c:pt>
                <c:pt idx="41">
                  <c:v>-0.00301879113540053</c:v>
                </c:pt>
                <c:pt idx="42">
                  <c:v>-0.00289273243397474</c:v>
                </c:pt>
                <c:pt idx="43">
                  <c:v>-0.00306435846723616</c:v>
                </c:pt>
                <c:pt idx="44">
                  <c:v>-0.0026063249912113</c:v>
                </c:pt>
                <c:pt idx="45">
                  <c:v>-0.00302475620992482</c:v>
                </c:pt>
                <c:pt idx="46">
                  <c:v>-0.00326194851659238</c:v>
                </c:pt>
                <c:pt idx="47">
                  <c:v>-0.00237422410864383</c:v>
                </c:pt>
                <c:pt idx="48">
                  <c:v>-0.00254204510711133</c:v>
                </c:pt>
                <c:pt idx="49">
                  <c:v>-0.00299935392104089</c:v>
                </c:pt>
                <c:pt idx="50">
                  <c:v>-0.00271184188313782</c:v>
                </c:pt>
                <c:pt idx="51">
                  <c:v>-0.00270040803588927</c:v>
                </c:pt>
                <c:pt idx="52">
                  <c:v>-0.0027268486097455</c:v>
                </c:pt>
                <c:pt idx="53">
                  <c:v>-0.00267088520340621</c:v>
                </c:pt>
                <c:pt idx="54">
                  <c:v>-0.00266930144280195</c:v>
                </c:pt>
                <c:pt idx="55">
                  <c:v>-0.00303404179867357</c:v>
                </c:pt>
                <c:pt idx="56">
                  <c:v>-0.00276005952619016</c:v>
                </c:pt>
                <c:pt idx="57">
                  <c:v>-0.0026337877381593</c:v>
                </c:pt>
                <c:pt idx="58">
                  <c:v>-0.00255296244286001</c:v>
                </c:pt>
                <c:pt idx="59">
                  <c:v>-0.00286407680250704</c:v>
                </c:pt>
                <c:pt idx="60">
                  <c:v>-0.00233760846313089</c:v>
                </c:pt>
                <c:pt idx="61">
                  <c:v>-0.00280082682147622</c:v>
                </c:pt>
                <c:pt idx="62">
                  <c:v>-0.00281496706884354</c:v>
                </c:pt>
                <c:pt idx="63">
                  <c:v>-0.00239386665634811</c:v>
                </c:pt>
                <c:pt idx="64">
                  <c:v>-0.00251749008893967</c:v>
                </c:pt>
                <c:pt idx="65">
                  <c:v>-0.00273068398237228</c:v>
                </c:pt>
                <c:pt idx="66">
                  <c:v>-0.00263247825205326</c:v>
                </c:pt>
                <c:pt idx="67">
                  <c:v>-0.0024806166999042</c:v>
                </c:pt>
                <c:pt idx="68">
                  <c:v>-0.00264584887772799</c:v>
                </c:pt>
                <c:pt idx="69">
                  <c:v>-0.00261727534234524</c:v>
                </c:pt>
                <c:pt idx="70">
                  <c:v>-0.00245434332173318</c:v>
                </c:pt>
                <c:pt idx="71">
                  <c:v>-0.00246193935163319</c:v>
                </c:pt>
                <c:pt idx="72">
                  <c:v>-0.00250832305755466</c:v>
                </c:pt>
                <c:pt idx="73">
                  <c:v>-0.00255564963445067</c:v>
                </c:pt>
                <c:pt idx="74">
                  <c:v>-0.00248640810605139</c:v>
                </c:pt>
                <c:pt idx="75">
                  <c:v>-0.0025819203350693</c:v>
                </c:pt>
                <c:pt idx="76">
                  <c:v>-0.00215723167639226</c:v>
                </c:pt>
                <c:pt idx="77">
                  <c:v>-0.00236500208266079</c:v>
                </c:pt>
                <c:pt idx="78">
                  <c:v>-0.00237539091613144</c:v>
                </c:pt>
                <c:pt idx="79">
                  <c:v>-0.00221302048303187</c:v>
                </c:pt>
                <c:pt idx="80">
                  <c:v>-0.00249450183473527</c:v>
                </c:pt>
                <c:pt idx="81">
                  <c:v>-0.00256540623959154</c:v>
                </c:pt>
                <c:pt idx="82">
                  <c:v>-0.00224247095175087</c:v>
                </c:pt>
                <c:pt idx="83">
                  <c:v>-0.00238401803653687</c:v>
                </c:pt>
                <c:pt idx="84">
                  <c:v>-0.00228164584841579</c:v>
                </c:pt>
                <c:pt idx="85">
                  <c:v>-0.00227659079246223</c:v>
                </c:pt>
                <c:pt idx="86">
                  <c:v>-0.00195898863021284</c:v>
                </c:pt>
                <c:pt idx="87">
                  <c:v>-0.00186830584425479</c:v>
                </c:pt>
                <c:pt idx="88">
                  <c:v>-0.00213299398310483</c:v>
                </c:pt>
                <c:pt idx="89">
                  <c:v>-0.00231708255596459</c:v>
                </c:pt>
                <c:pt idx="90">
                  <c:v>-0.00214170715771615</c:v>
                </c:pt>
                <c:pt idx="91">
                  <c:v>-0.00201463000848889</c:v>
                </c:pt>
                <c:pt idx="92">
                  <c:v>-0.00201219606678933</c:v>
                </c:pt>
                <c:pt idx="93">
                  <c:v>-0.00195662844926119</c:v>
                </c:pt>
                <c:pt idx="94">
                  <c:v>-0.00204953846987337</c:v>
                </c:pt>
                <c:pt idx="95">
                  <c:v>-0.00176042374223471</c:v>
                </c:pt>
                <c:pt idx="96">
                  <c:v>-0.00174121638992801</c:v>
                </c:pt>
                <c:pt idx="97">
                  <c:v>-0.0019425684120506</c:v>
                </c:pt>
                <c:pt idx="98">
                  <c:v>-0.00171463524457067</c:v>
                </c:pt>
                <c:pt idx="99">
                  <c:v>-0.00165368421003222</c:v>
                </c:pt>
                <c:pt idx="100">
                  <c:v>-0.00165840233676136</c:v>
                </c:pt>
                <c:pt idx="101">
                  <c:v>-0.00147148945834488</c:v>
                </c:pt>
                <c:pt idx="102">
                  <c:v>-0.0017236704705283</c:v>
                </c:pt>
                <c:pt idx="103">
                  <c:v>-0.00157277712132782</c:v>
                </c:pt>
                <c:pt idx="104">
                  <c:v>-0.00143500212579966</c:v>
                </c:pt>
                <c:pt idx="105">
                  <c:v>-0.00134670094121248</c:v>
                </c:pt>
                <c:pt idx="106">
                  <c:v>-0.00116973870899528</c:v>
                </c:pt>
                <c:pt idx="107">
                  <c:v>-0.000968356872908771</c:v>
                </c:pt>
                <c:pt idx="108">
                  <c:v>-0.00118030831217766</c:v>
                </c:pt>
                <c:pt idx="109">
                  <c:v>-0.000897794845513999</c:v>
                </c:pt>
                <c:pt idx="110">
                  <c:v>-0.000882878503762186</c:v>
                </c:pt>
                <c:pt idx="111">
                  <c:v>-0.000973608833737671</c:v>
                </c:pt>
                <c:pt idx="112">
                  <c:v>-0.000928590539842844</c:v>
                </c:pt>
                <c:pt idx="113">
                  <c:v>-0.000848637626040727</c:v>
                </c:pt>
                <c:pt idx="114">
                  <c:v>-0.000501634372631088</c:v>
                </c:pt>
                <c:pt idx="115">
                  <c:v>-0.000593220721930265</c:v>
                </c:pt>
                <c:pt idx="116">
                  <c:v>-0.000263240339700133</c:v>
                </c:pt>
                <c:pt idx="117">
                  <c:v>-0.000263397657545283</c:v>
                </c:pt>
                <c:pt idx="118">
                  <c:v>-0.000104382871359121</c:v>
                </c:pt>
                <c:pt idx="119">
                  <c:v>1.76175180000016E-09</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0.0000</c:formatCode>
                <c:ptCount val="120"/>
                <c:pt idx="0">
                  <c:v>-0.00898598940112254</c:v>
                </c:pt>
                <c:pt idx="1">
                  <c:v>-0.00839591997647264</c:v>
                </c:pt>
                <c:pt idx="2">
                  <c:v>-0.00769408109176068</c:v>
                </c:pt>
                <c:pt idx="3">
                  <c:v>-0.0069392670649084</c:v>
                </c:pt>
                <c:pt idx="4">
                  <c:v>-0.00677577455895716</c:v>
                </c:pt>
                <c:pt idx="5">
                  <c:v>-0.00698379301513735</c:v>
                </c:pt>
                <c:pt idx="6">
                  <c:v>-0.00564548509239428</c:v>
                </c:pt>
                <c:pt idx="7">
                  <c:v>-0.00693181779670598</c:v>
                </c:pt>
                <c:pt idx="8">
                  <c:v>-0.00529313509751023</c:v>
                </c:pt>
                <c:pt idx="9">
                  <c:v>-0.00461629934783402</c:v>
                </c:pt>
                <c:pt idx="10">
                  <c:v>-0.00404548843127877</c:v>
                </c:pt>
                <c:pt idx="11">
                  <c:v>-0.00408515843040956</c:v>
                </c:pt>
                <c:pt idx="12">
                  <c:v>-0.00392067362632848</c:v>
                </c:pt>
                <c:pt idx="13">
                  <c:v>-0.00404754777567603</c:v>
                </c:pt>
                <c:pt idx="14">
                  <c:v>-0.00367619491154047</c:v>
                </c:pt>
                <c:pt idx="15">
                  <c:v>-0.00400601160702657</c:v>
                </c:pt>
                <c:pt idx="16">
                  <c:v>-0.00440719304681666</c:v>
                </c:pt>
                <c:pt idx="17">
                  <c:v>-0.00427545592419043</c:v>
                </c:pt>
                <c:pt idx="18">
                  <c:v>-0.00336561127615566</c:v>
                </c:pt>
                <c:pt idx="19">
                  <c:v>-0.00367795956342409</c:v>
                </c:pt>
                <c:pt idx="20">
                  <c:v>-0.00340570995339533</c:v>
                </c:pt>
                <c:pt idx="21">
                  <c:v>-0.00381837711653008</c:v>
                </c:pt>
                <c:pt idx="22">
                  <c:v>-0.00358104431313381</c:v>
                </c:pt>
                <c:pt idx="23">
                  <c:v>-0.0029418435302204</c:v>
                </c:pt>
                <c:pt idx="24">
                  <c:v>-0.00385345814214891</c:v>
                </c:pt>
                <c:pt idx="25">
                  <c:v>-0.00415554432338789</c:v>
                </c:pt>
                <c:pt idx="26">
                  <c:v>-0.00346080584386004</c:v>
                </c:pt>
                <c:pt idx="27">
                  <c:v>-0.00349854288295225</c:v>
                </c:pt>
                <c:pt idx="28">
                  <c:v>-0.0033973597303148</c:v>
                </c:pt>
                <c:pt idx="29">
                  <c:v>-0.00357195257389596</c:v>
                </c:pt>
                <c:pt idx="30">
                  <c:v>-0.00288307241768456</c:v>
                </c:pt>
                <c:pt idx="31">
                  <c:v>-0.00425892849305202</c:v>
                </c:pt>
                <c:pt idx="32">
                  <c:v>-0.00368138854795984</c:v>
                </c:pt>
                <c:pt idx="33">
                  <c:v>-0.00315029971845169</c:v>
                </c:pt>
                <c:pt idx="34">
                  <c:v>-0.00345603889719016</c:v>
                </c:pt>
                <c:pt idx="35">
                  <c:v>-0.00336392155962881</c:v>
                </c:pt>
                <c:pt idx="36">
                  <c:v>-0.00326325671615334</c:v>
                </c:pt>
                <c:pt idx="37">
                  <c:v>-0.00306250924233677</c:v>
                </c:pt>
                <c:pt idx="38">
                  <c:v>-0.00394230831767477</c:v>
                </c:pt>
                <c:pt idx="39">
                  <c:v>-0.00311084557555457</c:v>
                </c:pt>
                <c:pt idx="40">
                  <c:v>-0.0031613867200061</c:v>
                </c:pt>
                <c:pt idx="41">
                  <c:v>-0.00377123603395492</c:v>
                </c:pt>
                <c:pt idx="42">
                  <c:v>-0.00366401362318846</c:v>
                </c:pt>
                <c:pt idx="43">
                  <c:v>-0.00370093103243564</c:v>
                </c:pt>
                <c:pt idx="44">
                  <c:v>-0.00301714887303401</c:v>
                </c:pt>
                <c:pt idx="45">
                  <c:v>-0.00374109614539319</c:v>
                </c:pt>
                <c:pt idx="46">
                  <c:v>-0.004209297653723</c:v>
                </c:pt>
                <c:pt idx="47">
                  <c:v>-0.00305878838920159</c:v>
                </c:pt>
                <c:pt idx="48">
                  <c:v>-0.00331750685820172</c:v>
                </c:pt>
                <c:pt idx="49">
                  <c:v>-0.00360972339857908</c:v>
                </c:pt>
                <c:pt idx="50">
                  <c:v>-0.0033817761156702</c:v>
                </c:pt>
                <c:pt idx="51">
                  <c:v>-0.00322438754941541</c:v>
                </c:pt>
                <c:pt idx="52">
                  <c:v>-0.00312763599862027</c:v>
                </c:pt>
                <c:pt idx="53">
                  <c:v>-0.00356857939184818</c:v>
                </c:pt>
                <c:pt idx="54">
                  <c:v>-0.00302321237072191</c:v>
                </c:pt>
                <c:pt idx="55">
                  <c:v>-0.00398230979072128</c:v>
                </c:pt>
                <c:pt idx="56">
                  <c:v>-0.00363911621198324</c:v>
                </c:pt>
                <c:pt idx="57">
                  <c:v>-0.00307910203850948</c:v>
                </c:pt>
                <c:pt idx="58">
                  <c:v>-0.00303097147481516</c:v>
                </c:pt>
                <c:pt idx="59">
                  <c:v>-0.0032655214309532</c:v>
                </c:pt>
                <c:pt idx="60">
                  <c:v>-0.00268765206937361</c:v>
                </c:pt>
                <c:pt idx="61">
                  <c:v>-0.00330267962054197</c:v>
                </c:pt>
                <c:pt idx="62">
                  <c:v>-0.00379846263083627</c:v>
                </c:pt>
                <c:pt idx="63">
                  <c:v>-0.00303773219964431</c:v>
                </c:pt>
                <c:pt idx="64">
                  <c:v>-0.0031795665247611</c:v>
                </c:pt>
                <c:pt idx="65">
                  <c:v>-0.00342529667267736</c:v>
                </c:pt>
                <c:pt idx="66">
                  <c:v>-0.00300239659237312</c:v>
                </c:pt>
                <c:pt idx="67">
                  <c:v>-0.00327557746395496</c:v>
                </c:pt>
                <c:pt idx="68">
                  <c:v>-0.00332514256411268</c:v>
                </c:pt>
                <c:pt idx="69">
                  <c:v>-0.00334683957812232</c:v>
                </c:pt>
                <c:pt idx="70">
                  <c:v>-0.00304100414909327</c:v>
                </c:pt>
                <c:pt idx="71">
                  <c:v>-0.00288708706724662</c:v>
                </c:pt>
                <c:pt idx="72">
                  <c:v>-0.0031468461604182</c:v>
                </c:pt>
                <c:pt idx="73">
                  <c:v>-0.00322664139562404</c:v>
                </c:pt>
                <c:pt idx="74">
                  <c:v>-0.00313005767928264</c:v>
                </c:pt>
                <c:pt idx="75">
                  <c:v>-0.00310734027210101</c:v>
                </c:pt>
                <c:pt idx="76">
                  <c:v>-0.00273123471906833</c:v>
                </c:pt>
                <c:pt idx="77">
                  <c:v>-0.00251612982254326</c:v>
                </c:pt>
                <c:pt idx="78">
                  <c:v>-0.00284996954088976</c:v>
                </c:pt>
                <c:pt idx="79">
                  <c:v>-0.00272143075228669</c:v>
                </c:pt>
                <c:pt idx="80">
                  <c:v>-0.002902405252499</c:v>
                </c:pt>
                <c:pt idx="81">
                  <c:v>-0.00329050703475323</c:v>
                </c:pt>
                <c:pt idx="82">
                  <c:v>-0.00261614473531962</c:v>
                </c:pt>
                <c:pt idx="83">
                  <c:v>-0.00288325717799054</c:v>
                </c:pt>
                <c:pt idx="84">
                  <c:v>-0.00264687752620562</c:v>
                </c:pt>
                <c:pt idx="85">
                  <c:v>-0.00250416928611929</c:v>
                </c:pt>
                <c:pt idx="86">
                  <c:v>-0.00260096306619958</c:v>
                </c:pt>
                <c:pt idx="87">
                  <c:v>-0.00247774613528183</c:v>
                </c:pt>
                <c:pt idx="88">
                  <c:v>-0.00262210485175181</c:v>
                </c:pt>
                <c:pt idx="89">
                  <c:v>-0.00293726925670065</c:v>
                </c:pt>
                <c:pt idx="90">
                  <c:v>-0.00232671306913882</c:v>
                </c:pt>
                <c:pt idx="91">
                  <c:v>-0.00237294614015934</c:v>
                </c:pt>
                <c:pt idx="92">
                  <c:v>-0.00248896241869753</c:v>
                </c:pt>
                <c:pt idx="93">
                  <c:v>-0.00225902243804308</c:v>
                </c:pt>
                <c:pt idx="94">
                  <c:v>-0.00252824340625536</c:v>
                </c:pt>
                <c:pt idx="95">
                  <c:v>-0.00195344737167922</c:v>
                </c:pt>
                <c:pt idx="96">
                  <c:v>-0.00230364261298417</c:v>
                </c:pt>
                <c:pt idx="97">
                  <c:v>-0.00230597752897113</c:v>
                </c:pt>
                <c:pt idx="98">
                  <c:v>-0.00196831120654534</c:v>
                </c:pt>
                <c:pt idx="99">
                  <c:v>-0.00229120688304741</c:v>
                </c:pt>
                <c:pt idx="100">
                  <c:v>-0.0022499064687653</c:v>
                </c:pt>
                <c:pt idx="101">
                  <c:v>-0.00170368075302882</c:v>
                </c:pt>
                <c:pt idx="102">
                  <c:v>-0.00215630021314361</c:v>
                </c:pt>
                <c:pt idx="103">
                  <c:v>-0.00215331196085713</c:v>
                </c:pt>
                <c:pt idx="104">
                  <c:v>-0.00193490225222074</c:v>
                </c:pt>
                <c:pt idx="105">
                  <c:v>-0.00163218179901751</c:v>
                </c:pt>
                <c:pt idx="106">
                  <c:v>-0.00150336181373115</c:v>
                </c:pt>
                <c:pt idx="107">
                  <c:v>-0.00126580651804523</c:v>
                </c:pt>
                <c:pt idx="108">
                  <c:v>-0.001510364761945</c:v>
                </c:pt>
                <c:pt idx="109">
                  <c:v>-0.00116082004455657</c:v>
                </c:pt>
                <c:pt idx="110">
                  <c:v>-0.00107633313651146</c:v>
                </c:pt>
                <c:pt idx="111">
                  <c:v>-0.0012453383326928</c:v>
                </c:pt>
                <c:pt idx="112">
                  <c:v>-0.00116364670168657</c:v>
                </c:pt>
                <c:pt idx="113">
                  <c:v>-0.00124160924821259</c:v>
                </c:pt>
                <c:pt idx="114">
                  <c:v>-0.000562227335734976</c:v>
                </c:pt>
                <c:pt idx="115">
                  <c:v>-0.000872549053057296</c:v>
                </c:pt>
                <c:pt idx="116">
                  <c:v>-0.00035372029020644</c:v>
                </c:pt>
                <c:pt idx="117">
                  <c:v>-0.00031376773881139</c:v>
                </c:pt>
                <c:pt idx="118">
                  <c:v>-0.000137853889003404</c:v>
                </c:pt>
                <c:pt idx="119">
                  <c:v>-4.82675672859983E-09</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0.0000</c:formatCode>
                <c:ptCount val="120"/>
                <c:pt idx="0">
                  <c:v>-0.00619343067518809</c:v>
                </c:pt>
                <c:pt idx="1">
                  <c:v>-0.00640542280888579</c:v>
                </c:pt>
                <c:pt idx="2">
                  <c:v>-0.00600267046552987</c:v>
                </c:pt>
                <c:pt idx="3">
                  <c:v>-0.00619739119382774</c:v>
                </c:pt>
                <c:pt idx="4">
                  <c:v>-0.0045373470206303</c:v>
                </c:pt>
                <c:pt idx="5">
                  <c:v>-0.00555099747095999</c:v>
                </c:pt>
                <c:pt idx="6">
                  <c:v>-0.00506427822590597</c:v>
                </c:pt>
                <c:pt idx="7">
                  <c:v>-0.00365496493440984</c:v>
                </c:pt>
                <c:pt idx="8">
                  <c:v>-0.00368201356913983</c:v>
                </c:pt>
                <c:pt idx="9">
                  <c:v>-0.00284763911564526</c:v>
                </c:pt>
                <c:pt idx="10">
                  <c:v>-0.00327428902762741</c:v>
                </c:pt>
                <c:pt idx="11">
                  <c:v>-0.0025931736785947</c:v>
                </c:pt>
                <c:pt idx="12">
                  <c:v>-0.00276556764650844</c:v>
                </c:pt>
                <c:pt idx="13">
                  <c:v>-0.0029182902245023</c:v>
                </c:pt>
                <c:pt idx="14">
                  <c:v>-0.00282206709524898</c:v>
                </c:pt>
                <c:pt idx="15">
                  <c:v>-0.00330396591695595</c:v>
                </c:pt>
                <c:pt idx="16">
                  <c:v>-0.0028844688080167</c:v>
                </c:pt>
                <c:pt idx="17">
                  <c:v>-0.00277693947546945</c:v>
                </c:pt>
                <c:pt idx="18">
                  <c:v>-0.0025965731679142</c:v>
                </c:pt>
                <c:pt idx="19">
                  <c:v>-0.00256810587809493</c:v>
                </c:pt>
                <c:pt idx="20">
                  <c:v>-0.00240839150047521</c:v>
                </c:pt>
                <c:pt idx="21">
                  <c:v>-0.00258597190508352</c:v>
                </c:pt>
                <c:pt idx="22">
                  <c:v>-0.00186570961716667</c:v>
                </c:pt>
                <c:pt idx="23">
                  <c:v>-0.00150322926876931</c:v>
                </c:pt>
                <c:pt idx="24">
                  <c:v>-0.00220169306336099</c:v>
                </c:pt>
                <c:pt idx="25">
                  <c:v>-0.00257326099881217</c:v>
                </c:pt>
                <c:pt idx="26">
                  <c:v>-0.00211149064889537</c:v>
                </c:pt>
                <c:pt idx="27">
                  <c:v>-0.00232337758272573</c:v>
                </c:pt>
                <c:pt idx="28">
                  <c:v>-0.00191274733877521</c:v>
                </c:pt>
                <c:pt idx="29">
                  <c:v>-0.00202604488289305</c:v>
                </c:pt>
                <c:pt idx="30">
                  <c:v>-0.00152494354500556</c:v>
                </c:pt>
                <c:pt idx="31">
                  <c:v>-0.00211045751495729</c:v>
                </c:pt>
                <c:pt idx="32">
                  <c:v>-0.00251482599010774</c:v>
                </c:pt>
                <c:pt idx="33">
                  <c:v>-0.00221059837766271</c:v>
                </c:pt>
                <c:pt idx="34">
                  <c:v>-0.00209470879353219</c:v>
                </c:pt>
                <c:pt idx="35">
                  <c:v>-0.00190294131522182</c:v>
                </c:pt>
                <c:pt idx="36">
                  <c:v>-0.00222914319617418</c:v>
                </c:pt>
                <c:pt idx="37">
                  <c:v>-0.00230225961666224</c:v>
                </c:pt>
                <c:pt idx="38">
                  <c:v>-0.0023765755595728</c:v>
                </c:pt>
                <c:pt idx="39">
                  <c:v>-0.00226438659943799</c:v>
                </c:pt>
                <c:pt idx="40">
                  <c:v>-0.00163708264649964</c:v>
                </c:pt>
                <c:pt idx="41">
                  <c:v>-0.00226634623684614</c:v>
                </c:pt>
                <c:pt idx="42">
                  <c:v>-0.00212145124476102</c:v>
                </c:pt>
                <c:pt idx="43">
                  <c:v>-0.00242778590203668</c:v>
                </c:pt>
                <c:pt idx="44">
                  <c:v>-0.00219550110938858</c:v>
                </c:pt>
                <c:pt idx="45">
                  <c:v>-0.00230841627445644</c:v>
                </c:pt>
                <c:pt idx="46">
                  <c:v>-0.00231459937946177</c:v>
                </c:pt>
                <c:pt idx="47">
                  <c:v>-0.00168965982808607</c:v>
                </c:pt>
                <c:pt idx="48">
                  <c:v>-0.00176658335602095</c:v>
                </c:pt>
                <c:pt idx="49">
                  <c:v>-0.0023889844435027</c:v>
                </c:pt>
                <c:pt idx="50">
                  <c:v>-0.00204190765060544</c:v>
                </c:pt>
                <c:pt idx="51">
                  <c:v>-0.00217642852236312</c:v>
                </c:pt>
                <c:pt idx="52">
                  <c:v>-0.00232606122087073</c:v>
                </c:pt>
                <c:pt idx="53">
                  <c:v>-0.00177319101496425</c:v>
                </c:pt>
                <c:pt idx="54">
                  <c:v>-0.00231539051488199</c:v>
                </c:pt>
                <c:pt idx="55">
                  <c:v>-0.00208577380662586</c:v>
                </c:pt>
                <c:pt idx="56">
                  <c:v>-0.00188100284039708</c:v>
                </c:pt>
                <c:pt idx="57">
                  <c:v>-0.00218847343780912</c:v>
                </c:pt>
                <c:pt idx="58">
                  <c:v>-0.00207495341090485</c:v>
                </c:pt>
                <c:pt idx="59">
                  <c:v>-0.00246263217406089</c:v>
                </c:pt>
                <c:pt idx="60">
                  <c:v>-0.00198756485688818</c:v>
                </c:pt>
                <c:pt idx="61">
                  <c:v>-0.00229897402241048</c:v>
                </c:pt>
                <c:pt idx="62">
                  <c:v>-0.00183147150685081</c:v>
                </c:pt>
                <c:pt idx="63">
                  <c:v>-0.00175000111305191</c:v>
                </c:pt>
                <c:pt idx="64">
                  <c:v>-0.00185541365311824</c:v>
                </c:pt>
                <c:pt idx="65">
                  <c:v>-0.00203607129206721</c:v>
                </c:pt>
                <c:pt idx="66">
                  <c:v>-0.0022625599117334</c:v>
                </c:pt>
                <c:pt idx="67">
                  <c:v>-0.00168565593585345</c:v>
                </c:pt>
                <c:pt idx="68">
                  <c:v>-0.00196655519134329</c:v>
                </c:pt>
                <c:pt idx="69">
                  <c:v>-0.00188771110656815</c:v>
                </c:pt>
                <c:pt idx="70">
                  <c:v>-0.00186768249437308</c:v>
                </c:pt>
                <c:pt idx="71">
                  <c:v>-0.00203679163601977</c:v>
                </c:pt>
                <c:pt idx="72">
                  <c:v>-0.00186979995469112</c:v>
                </c:pt>
                <c:pt idx="73">
                  <c:v>-0.00188465787327731</c:v>
                </c:pt>
                <c:pt idx="74">
                  <c:v>-0.00184275853282013</c:v>
                </c:pt>
                <c:pt idx="75">
                  <c:v>-0.00205650039803759</c:v>
                </c:pt>
                <c:pt idx="76">
                  <c:v>-0.00158322863371618</c:v>
                </c:pt>
                <c:pt idx="77">
                  <c:v>-0.00221387434277832</c:v>
                </c:pt>
                <c:pt idx="78">
                  <c:v>-0.00190081229137311</c:v>
                </c:pt>
                <c:pt idx="79">
                  <c:v>-0.00170461021377705</c:v>
                </c:pt>
                <c:pt idx="80">
                  <c:v>-0.00208659841697155</c:v>
                </c:pt>
                <c:pt idx="81">
                  <c:v>-0.00184030544442985</c:v>
                </c:pt>
                <c:pt idx="82">
                  <c:v>-0.00186879716818213</c:v>
                </c:pt>
                <c:pt idx="83">
                  <c:v>-0.0018847788950832</c:v>
                </c:pt>
                <c:pt idx="84">
                  <c:v>-0.00191641417062597</c:v>
                </c:pt>
                <c:pt idx="85">
                  <c:v>-0.00204901229880517</c:v>
                </c:pt>
                <c:pt idx="86">
                  <c:v>-0.0013170141942261</c:v>
                </c:pt>
                <c:pt idx="87">
                  <c:v>-0.00125886555322775</c:v>
                </c:pt>
                <c:pt idx="88">
                  <c:v>-0.00164388311445784</c:v>
                </c:pt>
                <c:pt idx="89">
                  <c:v>-0.00169689585522853</c:v>
                </c:pt>
                <c:pt idx="90">
                  <c:v>-0.00195670124629349</c:v>
                </c:pt>
                <c:pt idx="91">
                  <c:v>-0.00165631387681845</c:v>
                </c:pt>
                <c:pt idx="92">
                  <c:v>-0.00153542971488113</c:v>
                </c:pt>
                <c:pt idx="93">
                  <c:v>-0.0016542344604793</c:v>
                </c:pt>
                <c:pt idx="94">
                  <c:v>-0.00157083353349138</c:v>
                </c:pt>
                <c:pt idx="95">
                  <c:v>-0.00156740011279019</c:v>
                </c:pt>
                <c:pt idx="96">
                  <c:v>-0.00117879016687185</c:v>
                </c:pt>
                <c:pt idx="97">
                  <c:v>-0.00157915929513008</c:v>
                </c:pt>
                <c:pt idx="98">
                  <c:v>-0.00146095928259601</c:v>
                </c:pt>
                <c:pt idx="99">
                  <c:v>-0.00101616153701704</c:v>
                </c:pt>
                <c:pt idx="100">
                  <c:v>-0.00106689820475742</c:v>
                </c:pt>
                <c:pt idx="101">
                  <c:v>-0.00123929816366093</c:v>
                </c:pt>
                <c:pt idx="102">
                  <c:v>-0.001291040727913</c:v>
                </c:pt>
                <c:pt idx="103">
                  <c:v>-0.000992242281798508</c:v>
                </c:pt>
                <c:pt idx="104">
                  <c:v>-0.000935101999378573</c:v>
                </c:pt>
                <c:pt idx="105">
                  <c:v>-0.00106122008340744</c:v>
                </c:pt>
                <c:pt idx="106">
                  <c:v>-0.00083611560425942</c:v>
                </c:pt>
                <c:pt idx="107">
                  <c:v>-0.000670907227772315</c:v>
                </c:pt>
                <c:pt idx="108">
                  <c:v>-0.000850251862410316</c:v>
                </c:pt>
                <c:pt idx="109">
                  <c:v>-0.000634769646471426</c:v>
                </c:pt>
                <c:pt idx="110">
                  <c:v>-0.000689423871012908</c:v>
                </c:pt>
                <c:pt idx="111">
                  <c:v>-0.000701879334782542</c:v>
                </c:pt>
                <c:pt idx="112">
                  <c:v>-0.000693534377999114</c:v>
                </c:pt>
                <c:pt idx="113">
                  <c:v>-0.000455666003868868</c:v>
                </c:pt>
                <c:pt idx="114">
                  <c:v>-0.0004410414095272</c:v>
                </c:pt>
                <c:pt idx="115">
                  <c:v>-0.000313892390803235</c:v>
                </c:pt>
                <c:pt idx="116">
                  <c:v>-0.000172760389193826</c:v>
                </c:pt>
                <c:pt idx="117">
                  <c:v>-0.000213027576279177</c:v>
                </c:pt>
                <c:pt idx="118">
                  <c:v>-7.09118537148377E-05</c:v>
                </c:pt>
                <c:pt idx="119">
                  <c:v>8.35026032860014E-09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Value loss (half MSE)</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0.0000</c:formatCode>
                <c:ptCount val="120"/>
                <c:pt idx="0">
                  <c:v>0.0014415280893445</c:v>
                </c:pt>
                <c:pt idx="1">
                  <c:v>0.00113676697947085</c:v>
                </c:pt>
                <c:pt idx="2">
                  <c:v>0.00106220273301005</c:v>
                </c:pt>
                <c:pt idx="3">
                  <c:v>0.000948959379456937</c:v>
                </c:pt>
                <c:pt idx="4">
                  <c:v>0.000982660450972617</c:v>
                </c:pt>
                <c:pt idx="5">
                  <c:v>0.000801762449555099</c:v>
                </c:pt>
                <c:pt idx="6">
                  <c:v>0.00072261446621269</c:v>
                </c:pt>
                <c:pt idx="7">
                  <c:v>0.000763093237765133</c:v>
                </c:pt>
                <c:pt idx="8">
                  <c:v>0.0006488700164482</c:v>
                </c:pt>
                <c:pt idx="9">
                  <c:v>0.000605212757363915</c:v>
                </c:pt>
                <c:pt idx="10">
                  <c:v>0.000939426186960191</c:v>
                </c:pt>
                <c:pt idx="11">
                  <c:v>0.000604077707976103</c:v>
                </c:pt>
                <c:pt idx="12">
                  <c:v>0.000625359127297997</c:v>
                </c:pt>
                <c:pt idx="13">
                  <c:v>0.000559407286345959</c:v>
                </c:pt>
                <c:pt idx="14">
                  <c:v>0.000581118860282004</c:v>
                </c:pt>
                <c:pt idx="15">
                  <c:v>0.00053226383170113</c:v>
                </c:pt>
                <c:pt idx="16">
                  <c:v>0.000580757216084749</c:v>
                </c:pt>
                <c:pt idx="17">
                  <c:v>0.000506866141222417</c:v>
                </c:pt>
                <c:pt idx="18">
                  <c:v>0.000485583179397509</c:v>
                </c:pt>
                <c:pt idx="19">
                  <c:v>0.00042651902185753</c:v>
                </c:pt>
                <c:pt idx="20">
                  <c:v>0.000478501431643963</c:v>
                </c:pt>
                <c:pt idx="21">
                  <c:v>0.000513652455992997</c:v>
                </c:pt>
                <c:pt idx="22">
                  <c:v>0.000452707026852295</c:v>
                </c:pt>
                <c:pt idx="23">
                  <c:v>0.000397683237679303</c:v>
                </c:pt>
                <c:pt idx="24">
                  <c:v>0.00045022284029983</c:v>
                </c:pt>
                <c:pt idx="25">
                  <c:v>0.000426957267336547</c:v>
                </c:pt>
                <c:pt idx="26">
                  <c:v>0.000472008949145675</c:v>
                </c:pt>
                <c:pt idx="27">
                  <c:v>0.000401434022933245</c:v>
                </c:pt>
                <c:pt idx="28">
                  <c:v>0.000342557963449508</c:v>
                </c:pt>
                <c:pt idx="29">
                  <c:v>0.000465228222310543</c:v>
                </c:pt>
                <c:pt idx="30">
                  <c:v>0.000336038850946352</c:v>
                </c:pt>
                <c:pt idx="31">
                  <c:v>0.000312366464640945</c:v>
                </c:pt>
                <c:pt idx="32">
                  <c:v>0.000321535510011017</c:v>
                </c:pt>
                <c:pt idx="33">
                  <c:v>0.000349048292264342</c:v>
                </c:pt>
                <c:pt idx="34">
                  <c:v>0.000371538626495749</c:v>
                </c:pt>
                <c:pt idx="35">
                  <c:v>0.000320536084473133</c:v>
                </c:pt>
                <c:pt idx="36">
                  <c:v>0.000331295595970005</c:v>
                </c:pt>
                <c:pt idx="37">
                  <c:v>0.000298775965347886</c:v>
                </c:pt>
                <c:pt idx="38">
                  <c:v>0.000330881332047284</c:v>
                </c:pt>
                <c:pt idx="39">
                  <c:v>0.0003380281268619</c:v>
                </c:pt>
                <c:pt idx="40">
                  <c:v>0.000289490853901953</c:v>
                </c:pt>
                <c:pt idx="41">
                  <c:v>0.000325628992868587</c:v>
                </c:pt>
                <c:pt idx="42">
                  <c:v>0.000328274414641783</c:v>
                </c:pt>
                <c:pt idx="43">
                  <c:v>0.000316781137371436</c:v>
                </c:pt>
                <c:pt idx="44">
                  <c:v>0.000271070195594802</c:v>
                </c:pt>
                <c:pt idx="45">
                  <c:v>0.000319963961374015</c:v>
                </c:pt>
                <c:pt idx="46">
                  <c:v>0.000307028676616028</c:v>
                </c:pt>
                <c:pt idx="47">
                  <c:v>0.000295030855340883</c:v>
                </c:pt>
                <c:pt idx="48">
                  <c:v>0.000300139014143497</c:v>
                </c:pt>
                <c:pt idx="49">
                  <c:v>0.000291999138426036</c:v>
                </c:pt>
                <c:pt idx="50">
                  <c:v>0.000307252601487562</c:v>
                </c:pt>
                <c:pt idx="51">
                  <c:v>0.000267885625362396</c:v>
                </c:pt>
                <c:pt idx="52">
                  <c:v>0.00027547322679311</c:v>
                </c:pt>
                <c:pt idx="53">
                  <c:v>0.000326486071571708</c:v>
                </c:pt>
                <c:pt idx="54">
                  <c:v>0.000266842951532453</c:v>
                </c:pt>
                <c:pt idx="55">
                  <c:v>0.000276729639153928</c:v>
                </c:pt>
                <c:pt idx="56">
                  <c:v>0.000262612855294719</c:v>
                </c:pt>
                <c:pt idx="57">
                  <c:v>0.000243853646679781</c:v>
                </c:pt>
                <c:pt idx="58">
                  <c:v>0.000283202098216861</c:v>
                </c:pt>
                <c:pt idx="59">
                  <c:v>0.00025855447165668</c:v>
                </c:pt>
                <c:pt idx="60">
                  <c:v>0.000269411480985582</c:v>
                </c:pt>
                <c:pt idx="61">
                  <c:v>0.000259383115917444</c:v>
                </c:pt>
                <c:pt idx="62">
                  <c:v>0.000242413312662393</c:v>
                </c:pt>
                <c:pt idx="63">
                  <c:v>0.00024974811822176</c:v>
                </c:pt>
                <c:pt idx="64">
                  <c:v>0.000282013381365687</c:v>
                </c:pt>
                <c:pt idx="65">
                  <c:v>0.000268329516984522</c:v>
                </c:pt>
                <c:pt idx="66">
                  <c:v>0.000266831193584949</c:v>
                </c:pt>
                <c:pt idx="67">
                  <c:v>0.000257448293268681</c:v>
                </c:pt>
                <c:pt idx="68">
                  <c:v>0.00025365172768943</c:v>
                </c:pt>
                <c:pt idx="69">
                  <c:v>0.000301269697956741</c:v>
                </c:pt>
                <c:pt idx="70">
                  <c:v>0.000255584775004536</c:v>
                </c:pt>
                <c:pt idx="71">
                  <c:v>0.000237444997765124</c:v>
                </c:pt>
                <c:pt idx="72">
                  <c:v>0.000233955215662718</c:v>
                </c:pt>
                <c:pt idx="73">
                  <c:v>0.000268311036052182</c:v>
                </c:pt>
                <c:pt idx="74">
                  <c:v>0.000253500853432342</c:v>
                </c:pt>
                <c:pt idx="75">
                  <c:v>0.000232534643146209</c:v>
                </c:pt>
                <c:pt idx="76">
                  <c:v>0.000252414436545223</c:v>
                </c:pt>
                <c:pt idx="77">
                  <c:v>0.000253359787166119</c:v>
                </c:pt>
                <c:pt idx="78">
                  <c:v>0.000262502813711762</c:v>
                </c:pt>
                <c:pt idx="79">
                  <c:v>0.000245023518800735</c:v>
                </c:pt>
                <c:pt idx="80">
                  <c:v>0.000240824272623286</c:v>
                </c:pt>
                <c:pt idx="81">
                  <c:v>0.000257504172623158</c:v>
                </c:pt>
                <c:pt idx="82">
                  <c:v>0.000239133238210343</c:v>
                </c:pt>
                <c:pt idx="83">
                  <c:v>0.000252316705882549</c:v>
                </c:pt>
                <c:pt idx="84">
                  <c:v>0.000217407519812696</c:v>
                </c:pt>
                <c:pt idx="85">
                  <c:v>0.000264696514932439</c:v>
                </c:pt>
                <c:pt idx="86">
                  <c:v>0.000234306644415483</c:v>
                </c:pt>
                <c:pt idx="87">
                  <c:v>0.000233999919146299</c:v>
                </c:pt>
                <c:pt idx="88">
                  <c:v>0.000217048436752521</c:v>
                </c:pt>
                <c:pt idx="89">
                  <c:v>0.0002365832333453</c:v>
                </c:pt>
                <c:pt idx="90">
                  <c:v>0.000249893870204687</c:v>
                </c:pt>
                <c:pt idx="91">
                  <c:v>0.000237437358009629</c:v>
                </c:pt>
                <c:pt idx="92">
                  <c:v>0.000262085814028978</c:v>
                </c:pt>
                <c:pt idx="93">
                  <c:v>0.000241691916016862</c:v>
                </c:pt>
                <c:pt idx="94">
                  <c:v>0.000258446671068668</c:v>
                </c:pt>
                <c:pt idx="95">
                  <c:v>0.000212883169297129</c:v>
                </c:pt>
                <c:pt idx="96">
                  <c:v>0.000226204312639311</c:v>
                </c:pt>
                <c:pt idx="97">
                  <c:v>0.000229278550250456</c:v>
                </c:pt>
                <c:pt idx="98">
                  <c:v>0.000222198781557381</c:v>
                </c:pt>
                <c:pt idx="99">
                  <c:v>0.000241770903812721</c:v>
                </c:pt>
                <c:pt idx="100">
                  <c:v>0.000229367287829518</c:v>
                </c:pt>
                <c:pt idx="101">
                  <c:v>0.000233983781072311</c:v>
                </c:pt>
                <c:pt idx="102">
                  <c:v>0.000224049013922922</c:v>
                </c:pt>
                <c:pt idx="103">
                  <c:v>0.000220808084122837</c:v>
                </c:pt>
                <c:pt idx="104">
                  <c:v>0.000243067188421264</c:v>
                </c:pt>
                <c:pt idx="105">
                  <c:v>0.000232251171837561</c:v>
                </c:pt>
                <c:pt idx="106">
                  <c:v>0.000210192985832691</c:v>
                </c:pt>
                <c:pt idx="107">
                  <c:v>0.000201637740246952</c:v>
                </c:pt>
                <c:pt idx="108">
                  <c:v>0.000213431048905477</c:v>
                </c:pt>
                <c:pt idx="109">
                  <c:v>0.000222283342736773</c:v>
                </c:pt>
                <c:pt idx="110">
                  <c:v>0.000220789559534751</c:v>
                </c:pt>
                <c:pt idx="111">
                  <c:v>0.000242712674662471</c:v>
                </c:pt>
                <c:pt idx="112">
                  <c:v>0.000210759797482751</c:v>
                </c:pt>
                <c:pt idx="113">
                  <c:v>0.000241089524934068</c:v>
                </c:pt>
                <c:pt idx="114">
                  <c:v>0.000238151158555411</c:v>
                </c:pt>
                <c:pt idx="115">
                  <c:v>0.000209905963856727</c:v>
                </c:pt>
                <c:pt idx="116">
                  <c:v>0.000224791336222552</c:v>
                </c:pt>
                <c:pt idx="117">
                  <c:v>0.000201347327674739</c:v>
                </c:pt>
                <c:pt idx="118">
                  <c:v>0.000232315651373938</c:v>
                </c:pt>
                <c:pt idx="119">
                  <c:v>0.000233543847571127</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0.0000</c:formatCode>
                <c:ptCount val="120"/>
                <c:pt idx="0">
                  <c:v>0.00157869595568627</c:v>
                </c:pt>
                <c:pt idx="1">
                  <c:v>0.00114545866381377</c:v>
                </c:pt>
                <c:pt idx="2">
                  <c:v>0.00116198952309787</c:v>
                </c:pt>
                <c:pt idx="3">
                  <c:v>0.000909676775336266</c:v>
                </c:pt>
                <c:pt idx="4">
                  <c:v>0.000914840376935899</c:v>
                </c:pt>
                <c:pt idx="5">
                  <c:v>0.000914745673071593</c:v>
                </c:pt>
                <c:pt idx="6">
                  <c:v>0.00103449006564915</c:v>
                </c:pt>
                <c:pt idx="7">
                  <c:v>0.000766529643442482</c:v>
                </c:pt>
                <c:pt idx="8">
                  <c:v>0.00051674951100722</c:v>
                </c:pt>
                <c:pt idx="9">
                  <c:v>0.000638009631074965</c:v>
                </c:pt>
                <c:pt idx="10">
                  <c:v>0.000570968317333609</c:v>
                </c:pt>
                <c:pt idx="11">
                  <c:v>0.000548497540876269</c:v>
                </c:pt>
                <c:pt idx="12">
                  <c:v>0.000535175262484699</c:v>
                </c:pt>
                <c:pt idx="13">
                  <c:v>0.000698687857948244</c:v>
                </c:pt>
                <c:pt idx="14">
                  <c:v>0.000439279712736607</c:v>
                </c:pt>
                <c:pt idx="15">
                  <c:v>0.000460852490505204</c:v>
                </c:pt>
                <c:pt idx="16">
                  <c:v>0.000450989668024704</c:v>
                </c:pt>
                <c:pt idx="17">
                  <c:v>0.000415613118093461</c:v>
                </c:pt>
                <c:pt idx="18">
                  <c:v>0.000422362005338073</c:v>
                </c:pt>
                <c:pt idx="19">
                  <c:v>0.000409403000958264</c:v>
                </c:pt>
                <c:pt idx="20">
                  <c:v>0.000408801017329097</c:v>
                </c:pt>
                <c:pt idx="21">
                  <c:v>0.000367796921636909</c:v>
                </c:pt>
                <c:pt idx="22">
                  <c:v>0.000407438608817756</c:v>
                </c:pt>
                <c:pt idx="23">
                  <c:v>0.000424316356657073</c:v>
                </c:pt>
                <c:pt idx="24">
                  <c:v>0.000419861229602247</c:v>
                </c:pt>
                <c:pt idx="25">
                  <c:v>0.000379661651095375</c:v>
                </c:pt>
                <c:pt idx="26">
                  <c:v>0.000391200999729335</c:v>
                </c:pt>
                <c:pt idx="27">
                  <c:v>0.000398300122469664</c:v>
                </c:pt>
                <c:pt idx="28">
                  <c:v>0.000452157051768154</c:v>
                </c:pt>
                <c:pt idx="29">
                  <c:v>0.000345937674865127</c:v>
                </c:pt>
                <c:pt idx="30">
                  <c:v>0.00032905931584537</c:v>
                </c:pt>
                <c:pt idx="31">
                  <c:v>0.000349735317286104</c:v>
                </c:pt>
                <c:pt idx="32">
                  <c:v>0.000428198894951493</c:v>
                </c:pt>
                <c:pt idx="33">
                  <c:v>0.000330862792907283</c:v>
                </c:pt>
                <c:pt idx="34">
                  <c:v>0.000333552656229585</c:v>
                </c:pt>
                <c:pt idx="35">
                  <c:v>0.00041500708903186</c:v>
                </c:pt>
                <c:pt idx="36">
                  <c:v>0.000360343809006736</c:v>
                </c:pt>
                <c:pt idx="37">
                  <c:v>0.000332335708662868</c:v>
                </c:pt>
                <c:pt idx="38">
                  <c:v>0.000311271025566384</c:v>
                </c:pt>
                <c:pt idx="39">
                  <c:v>0.000408488616812974</c:v>
                </c:pt>
                <c:pt idx="40">
                  <c:v>0.000312156567815691</c:v>
                </c:pt>
                <c:pt idx="41">
                  <c:v>0.000310605973936617</c:v>
                </c:pt>
                <c:pt idx="42">
                  <c:v>0.000306928006466478</c:v>
                </c:pt>
                <c:pt idx="43">
                  <c:v>0.000322788284393027</c:v>
                </c:pt>
                <c:pt idx="44">
                  <c:v>0.000287158531136811</c:v>
                </c:pt>
                <c:pt idx="45">
                  <c:v>0.000356749689672142</c:v>
                </c:pt>
                <c:pt idx="46">
                  <c:v>0.000290874129859731</c:v>
                </c:pt>
                <c:pt idx="47">
                  <c:v>0.000273058860329911</c:v>
                </c:pt>
                <c:pt idx="48">
                  <c:v>0.0003010593354702</c:v>
                </c:pt>
                <c:pt idx="49">
                  <c:v>0.00031629332806915</c:v>
                </c:pt>
                <c:pt idx="50">
                  <c:v>0.000301478517940268</c:v>
                </c:pt>
                <c:pt idx="51">
                  <c:v>0.000264815054833889</c:v>
                </c:pt>
                <c:pt idx="52">
                  <c:v>0.000317749829264358</c:v>
                </c:pt>
                <c:pt idx="53">
                  <c:v>0.000277332321275026</c:v>
                </c:pt>
                <c:pt idx="54">
                  <c:v>0.0002898016537074</c:v>
                </c:pt>
                <c:pt idx="55">
                  <c:v>0.000305825320538133</c:v>
                </c:pt>
                <c:pt idx="56">
                  <c:v>0.000270217919023708</c:v>
                </c:pt>
                <c:pt idx="57">
                  <c:v>0.000263610912952572</c:v>
                </c:pt>
                <c:pt idx="58">
                  <c:v>0.000255190709140152</c:v>
                </c:pt>
                <c:pt idx="59">
                  <c:v>0.000271649390924722</c:v>
                </c:pt>
                <c:pt idx="60">
                  <c:v>0.000287573493551463</c:v>
                </c:pt>
                <c:pt idx="61">
                  <c:v>0.000253725447691977</c:v>
                </c:pt>
                <c:pt idx="62">
                  <c:v>0.000234377846936695</c:v>
                </c:pt>
                <c:pt idx="63">
                  <c:v>0.000285991933196783</c:v>
                </c:pt>
                <c:pt idx="64">
                  <c:v>0.000266344926785678</c:v>
                </c:pt>
                <c:pt idx="65">
                  <c:v>0.000252570956945419</c:v>
                </c:pt>
                <c:pt idx="66">
                  <c:v>0.000258468964602798</c:v>
                </c:pt>
                <c:pt idx="67">
                  <c:v>0.000253156293183565</c:v>
                </c:pt>
                <c:pt idx="68">
                  <c:v>0.000272685894742608</c:v>
                </c:pt>
                <c:pt idx="69">
                  <c:v>0.000243296031840146</c:v>
                </c:pt>
                <c:pt idx="70">
                  <c:v>0.000249321979936212</c:v>
                </c:pt>
                <c:pt idx="71">
                  <c:v>0.000236085208598524</c:v>
                </c:pt>
                <c:pt idx="72">
                  <c:v>0.000235579660511576</c:v>
                </c:pt>
                <c:pt idx="73">
                  <c:v>0.000261236797086895</c:v>
                </c:pt>
                <c:pt idx="74">
                  <c:v>0.00025042484048754</c:v>
                </c:pt>
                <c:pt idx="75">
                  <c:v>0.00025643763365224</c:v>
                </c:pt>
                <c:pt idx="76">
                  <c:v>0.000249642704147846</c:v>
                </c:pt>
                <c:pt idx="77">
                  <c:v>0.000261692155618221</c:v>
                </c:pt>
                <c:pt idx="78">
                  <c:v>0.000220732559682801</c:v>
                </c:pt>
                <c:pt idx="79">
                  <c:v>0.000247430813033134</c:v>
                </c:pt>
                <c:pt idx="80">
                  <c:v>0.000250048586167395</c:v>
                </c:pt>
                <c:pt idx="81">
                  <c:v>0.000239322107518092</c:v>
                </c:pt>
                <c:pt idx="82">
                  <c:v>0.000256555213127285</c:v>
                </c:pt>
                <c:pt idx="83">
                  <c:v>0.000270248390734196</c:v>
                </c:pt>
                <c:pt idx="84">
                  <c:v>0.00024718587519601</c:v>
                </c:pt>
                <c:pt idx="85">
                  <c:v>0.000237686646869406</c:v>
                </c:pt>
                <c:pt idx="86">
                  <c:v>0.000213482417166233</c:v>
                </c:pt>
                <c:pt idx="87">
                  <c:v>0.000224509625695646</c:v>
                </c:pt>
                <c:pt idx="88">
                  <c:v>0.000219672045204788</c:v>
                </c:pt>
                <c:pt idx="89">
                  <c:v>0.000219896654016338</c:v>
                </c:pt>
                <c:pt idx="90">
                  <c:v>0.000220584275666624</c:v>
                </c:pt>
                <c:pt idx="91">
                  <c:v>0.000240720793954097</c:v>
                </c:pt>
                <c:pt idx="92">
                  <c:v>0.000228775810683146</c:v>
                </c:pt>
                <c:pt idx="93">
                  <c:v>0.000215482519706711</c:v>
                </c:pt>
                <c:pt idx="94">
                  <c:v>0.000255299266427755</c:v>
                </c:pt>
                <c:pt idx="95">
                  <c:v>0.000229715689783916</c:v>
                </c:pt>
                <c:pt idx="96">
                  <c:v>0.000229070574278012</c:v>
                </c:pt>
                <c:pt idx="97">
                  <c:v>0.000231810074183159</c:v>
                </c:pt>
                <c:pt idx="98">
                  <c:v>0.00020380798378028</c:v>
                </c:pt>
                <c:pt idx="99">
                  <c:v>0.000247905205469579</c:v>
                </c:pt>
                <c:pt idx="100">
                  <c:v>0.000204105745069683</c:v>
                </c:pt>
                <c:pt idx="101">
                  <c:v>0.000194197447854094</c:v>
                </c:pt>
                <c:pt idx="102">
                  <c:v>0.000212773360544816</c:v>
                </c:pt>
                <c:pt idx="103">
                  <c:v>0.000231374782742932</c:v>
                </c:pt>
                <c:pt idx="104">
                  <c:v>0.000234249571803957</c:v>
                </c:pt>
                <c:pt idx="105">
                  <c:v>0.000226024771109223</c:v>
                </c:pt>
                <c:pt idx="106">
                  <c:v>0.000226297765038908</c:v>
                </c:pt>
                <c:pt idx="107">
                  <c:v>0.000201262868358754</c:v>
                </c:pt>
                <c:pt idx="108">
                  <c:v>0.000203204035642557</c:v>
                </c:pt>
                <c:pt idx="109">
                  <c:v>0.000226405012654141</c:v>
                </c:pt>
                <c:pt idx="110">
                  <c:v>0.000226191623369232</c:v>
                </c:pt>
                <c:pt idx="111">
                  <c:v>0.000233365382882766</c:v>
                </c:pt>
                <c:pt idx="112">
                  <c:v>0.000235798885114491</c:v>
                </c:pt>
                <c:pt idx="113">
                  <c:v>0.000207433869945817</c:v>
                </c:pt>
                <c:pt idx="114">
                  <c:v>0.00022522103972733</c:v>
                </c:pt>
                <c:pt idx="115">
                  <c:v>0.000229011726332828</c:v>
                </c:pt>
                <c:pt idx="116">
                  <c:v>0.000248396769165993</c:v>
                </c:pt>
                <c:pt idx="117">
                  <c:v>0.00022200342209544</c:v>
                </c:pt>
                <c:pt idx="118">
                  <c:v>0.000222754926653579</c:v>
                </c:pt>
                <c:pt idx="119">
                  <c:v>0.000209761579753831</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0.0000</c:formatCode>
                <c:ptCount val="120"/>
                <c:pt idx="0">
                  <c:v>0.00156109733507037</c:v>
                </c:pt>
                <c:pt idx="1">
                  <c:v>0.00117058167234063</c:v>
                </c:pt>
                <c:pt idx="2">
                  <c:v>0.00112564396113157</c:v>
                </c:pt>
                <c:pt idx="3">
                  <c:v>0.000868591712787747</c:v>
                </c:pt>
                <c:pt idx="4">
                  <c:v>0.000897512189112604</c:v>
                </c:pt>
                <c:pt idx="5">
                  <c:v>0.000900682178325951</c:v>
                </c:pt>
                <c:pt idx="6">
                  <c:v>0.000877898826729506</c:v>
                </c:pt>
                <c:pt idx="7">
                  <c:v>0.000639309932012111</c:v>
                </c:pt>
                <c:pt idx="8">
                  <c:v>0.000601286243181676</c:v>
                </c:pt>
                <c:pt idx="9">
                  <c:v>0.000548830721527338</c:v>
                </c:pt>
                <c:pt idx="10">
                  <c:v>0.000571979093365371</c:v>
                </c:pt>
                <c:pt idx="11">
                  <c:v>0.000514946121256799</c:v>
                </c:pt>
                <c:pt idx="12">
                  <c:v>0.000517882755957544</c:v>
                </c:pt>
                <c:pt idx="13">
                  <c:v>0.000460043258499354</c:v>
                </c:pt>
                <c:pt idx="14">
                  <c:v>0.00055233552120626</c:v>
                </c:pt>
                <c:pt idx="15">
                  <c:v>0.000427224207669497</c:v>
                </c:pt>
                <c:pt idx="16">
                  <c:v>0.000399844691855833</c:v>
                </c:pt>
                <c:pt idx="17">
                  <c:v>0.000392801302950829</c:v>
                </c:pt>
                <c:pt idx="18">
                  <c:v>0.000404612103011459</c:v>
                </c:pt>
                <c:pt idx="19">
                  <c:v>0.000411534914746881</c:v>
                </c:pt>
                <c:pt idx="20">
                  <c:v>0.000421184464357793</c:v>
                </c:pt>
                <c:pt idx="21">
                  <c:v>0.000364041945431381</c:v>
                </c:pt>
                <c:pt idx="22">
                  <c:v>0.00036894076038152</c:v>
                </c:pt>
                <c:pt idx="23">
                  <c:v>0.000388751475838944</c:v>
                </c:pt>
                <c:pt idx="24">
                  <c:v>0.000512202037498355</c:v>
                </c:pt>
                <c:pt idx="25">
                  <c:v>0.00038018258055672</c:v>
                </c:pt>
                <c:pt idx="26">
                  <c:v>0.000396378163713962</c:v>
                </c:pt>
                <c:pt idx="27">
                  <c:v>0.000394085946027189</c:v>
                </c:pt>
                <c:pt idx="28">
                  <c:v>0.000336994999088347</c:v>
                </c:pt>
                <c:pt idx="29">
                  <c:v>0.000310714385705069</c:v>
                </c:pt>
                <c:pt idx="30">
                  <c:v>0.000365770654752851</c:v>
                </c:pt>
                <c:pt idx="31">
                  <c:v>0.000337330129696056</c:v>
                </c:pt>
                <c:pt idx="32">
                  <c:v>0.000363602594006807</c:v>
                </c:pt>
                <c:pt idx="33">
                  <c:v>0.000435578374890611</c:v>
                </c:pt>
                <c:pt idx="34">
                  <c:v>0.000467167788883671</c:v>
                </c:pt>
                <c:pt idx="35">
                  <c:v>0.000308517104713246</c:v>
                </c:pt>
                <c:pt idx="36">
                  <c:v>0.000295539241051301</c:v>
                </c:pt>
                <c:pt idx="37">
                  <c:v>0.000289366027573124</c:v>
                </c:pt>
                <c:pt idx="38">
                  <c:v>0.000280582666164264</c:v>
                </c:pt>
                <c:pt idx="39">
                  <c:v>0.0002926844463218</c:v>
                </c:pt>
                <c:pt idx="40">
                  <c:v>0.000293206190690398</c:v>
                </c:pt>
                <c:pt idx="41">
                  <c:v>0.000274626770988107</c:v>
                </c:pt>
                <c:pt idx="42">
                  <c:v>0.00031163141829893</c:v>
                </c:pt>
                <c:pt idx="43">
                  <c:v>0.000278793682809919</c:v>
                </c:pt>
                <c:pt idx="44">
                  <c:v>0.00026880030054599</c:v>
                </c:pt>
                <c:pt idx="45">
                  <c:v>0.000279269501334056</c:v>
                </c:pt>
                <c:pt idx="46">
                  <c:v>0.00030894874362275</c:v>
                </c:pt>
                <c:pt idx="47">
                  <c:v>0.00029826577519998</c:v>
                </c:pt>
                <c:pt idx="48">
                  <c:v>0.000239467830397189</c:v>
                </c:pt>
                <c:pt idx="49">
                  <c:v>0.000254759099334478</c:v>
                </c:pt>
                <c:pt idx="50">
                  <c:v>0.000267567142145708</c:v>
                </c:pt>
                <c:pt idx="51">
                  <c:v>0.000262750341789797</c:v>
                </c:pt>
                <c:pt idx="52">
                  <c:v>0.000254706479609013</c:v>
                </c:pt>
                <c:pt idx="53">
                  <c:v>0.00031157917692326</c:v>
                </c:pt>
                <c:pt idx="54">
                  <c:v>0.000267551862634718</c:v>
                </c:pt>
                <c:pt idx="55">
                  <c:v>0.000245837902184576</c:v>
                </c:pt>
                <c:pt idx="56">
                  <c:v>0.000267051305854693</c:v>
                </c:pt>
                <c:pt idx="57">
                  <c:v>0.000259937340160832</c:v>
                </c:pt>
                <c:pt idx="58">
                  <c:v>0.000240374400164001</c:v>
                </c:pt>
                <c:pt idx="59">
                  <c:v>0.000240984838455915</c:v>
                </c:pt>
                <c:pt idx="60">
                  <c:v>0.000262840767391026</c:v>
                </c:pt>
                <c:pt idx="61">
                  <c:v>0.000271938624791801</c:v>
                </c:pt>
                <c:pt idx="62">
                  <c:v>0.000254734302870929</c:v>
                </c:pt>
                <c:pt idx="63">
                  <c:v>0.000241972316871397</c:v>
                </c:pt>
                <c:pt idx="64">
                  <c:v>0.000228641598368995</c:v>
                </c:pt>
                <c:pt idx="65">
                  <c:v>0.000237872212892398</c:v>
                </c:pt>
                <c:pt idx="66">
                  <c:v>0.000222117640078068</c:v>
                </c:pt>
                <c:pt idx="67">
                  <c:v>0.000208761019166559</c:v>
                </c:pt>
                <c:pt idx="68">
                  <c:v>0.000236978507018648</c:v>
                </c:pt>
                <c:pt idx="69">
                  <c:v>0.000226889664190821</c:v>
                </c:pt>
                <c:pt idx="70">
                  <c:v>0.000205920747248456</c:v>
                </c:pt>
                <c:pt idx="71">
                  <c:v>0.000251892604865134</c:v>
                </c:pt>
                <c:pt idx="72">
                  <c:v>0.000224382951273583</c:v>
                </c:pt>
                <c:pt idx="73">
                  <c:v>0.000230131889111362</c:v>
                </c:pt>
                <c:pt idx="74">
                  <c:v>0.000217205670196563</c:v>
                </c:pt>
                <c:pt idx="75">
                  <c:v>0.00019405315106269</c:v>
                </c:pt>
                <c:pt idx="76">
                  <c:v>0.000242077556322329</c:v>
                </c:pt>
                <c:pt idx="77">
                  <c:v>0.000228796605370007</c:v>
                </c:pt>
                <c:pt idx="78">
                  <c:v>0.000215530715649948</c:v>
                </c:pt>
                <c:pt idx="79">
                  <c:v>0.000223910028580576</c:v>
                </c:pt>
                <c:pt idx="80">
                  <c:v>0.000188782199984416</c:v>
                </c:pt>
                <c:pt idx="81">
                  <c:v>0.000237268919590861</c:v>
                </c:pt>
                <c:pt idx="82">
                  <c:v>0.00019303141743876</c:v>
                </c:pt>
                <c:pt idx="83">
                  <c:v>0.000211551727261394</c:v>
                </c:pt>
                <c:pt idx="84">
                  <c:v>0.000254667713306844</c:v>
                </c:pt>
                <c:pt idx="85">
                  <c:v>0.000206550641451031</c:v>
                </c:pt>
                <c:pt idx="86">
                  <c:v>0.000221702037379146</c:v>
                </c:pt>
                <c:pt idx="87">
                  <c:v>0.000210349535336718</c:v>
                </c:pt>
                <c:pt idx="88">
                  <c:v>0.000213251332752407</c:v>
                </c:pt>
                <c:pt idx="89">
                  <c:v>0.000228511751629412</c:v>
                </c:pt>
                <c:pt idx="90">
                  <c:v>0.000226459815166891</c:v>
                </c:pt>
                <c:pt idx="91">
                  <c:v>0.000197841014596634</c:v>
                </c:pt>
                <c:pt idx="92">
                  <c:v>0.000197468310943805</c:v>
                </c:pt>
                <c:pt idx="93">
                  <c:v>0.0002003358094953</c:v>
                </c:pt>
                <c:pt idx="94">
                  <c:v>0.000225520256208256</c:v>
                </c:pt>
                <c:pt idx="95">
                  <c:v>0.000207800330827013</c:v>
                </c:pt>
                <c:pt idx="96">
                  <c:v>0.000206712575163692</c:v>
                </c:pt>
                <c:pt idx="97">
                  <c:v>0.000203211820917204</c:v>
                </c:pt>
                <c:pt idx="98">
                  <c:v>0.000205363176064566</c:v>
                </c:pt>
                <c:pt idx="99">
                  <c:v>0.000196826586034149</c:v>
                </c:pt>
                <c:pt idx="100">
                  <c:v>0.000199603498913348</c:v>
                </c:pt>
                <c:pt idx="101">
                  <c:v>0.000218139422941022</c:v>
                </c:pt>
                <c:pt idx="102">
                  <c:v>0.00021277173073031</c:v>
                </c:pt>
                <c:pt idx="103">
                  <c:v>0.000218630128074437</c:v>
                </c:pt>
                <c:pt idx="104">
                  <c:v>0.000215242776903324</c:v>
                </c:pt>
                <c:pt idx="105">
                  <c:v>0.000226844669668935</c:v>
                </c:pt>
                <c:pt idx="106">
                  <c:v>0.000208665063837543</c:v>
                </c:pt>
                <c:pt idx="107">
                  <c:v>0.000200868453248404</c:v>
                </c:pt>
                <c:pt idx="108">
                  <c:v>0.000226889125769958</c:v>
                </c:pt>
                <c:pt idx="109">
                  <c:v>0.000185573226190172</c:v>
                </c:pt>
                <c:pt idx="110">
                  <c:v>0.000192538631381467</c:v>
                </c:pt>
                <c:pt idx="111">
                  <c:v>0.00021587495575659</c:v>
                </c:pt>
                <c:pt idx="112">
                  <c:v>0.000215988198760897</c:v>
                </c:pt>
                <c:pt idx="113">
                  <c:v>0.000186553632374853</c:v>
                </c:pt>
                <c:pt idx="114">
                  <c:v>0.000215184089029208</c:v>
                </c:pt>
                <c:pt idx="115">
                  <c:v>0.000205371936317533</c:v>
                </c:pt>
                <c:pt idx="116">
                  <c:v>0.000195338143385015</c:v>
                </c:pt>
                <c:pt idx="117">
                  <c:v>0.000211182195926085</c:v>
                </c:pt>
                <c:pt idx="118">
                  <c:v>0.000190278718946502</c:v>
                </c:pt>
                <c:pt idx="119">
                  <c:v>0.000193943007616326</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0.0000</c:formatCode>
                <c:ptCount val="120"/>
                <c:pt idx="0">
                  <c:v>0.00159635185264051</c:v>
                </c:pt>
                <c:pt idx="1">
                  <c:v>0.00124530307948589</c:v>
                </c:pt>
                <c:pt idx="2">
                  <c:v>0.00105373037513345</c:v>
                </c:pt>
                <c:pt idx="3">
                  <c:v>0.0010590594029054</c:v>
                </c:pt>
                <c:pt idx="4">
                  <c:v>0.000813978665973991</c:v>
                </c:pt>
                <c:pt idx="5">
                  <c:v>0.00096985325217247</c:v>
                </c:pt>
                <c:pt idx="6">
                  <c:v>0.000734230736270547</c:v>
                </c:pt>
                <c:pt idx="7">
                  <c:v>0.000688945990987122</c:v>
                </c:pt>
                <c:pt idx="8">
                  <c:v>0.000652948569040745</c:v>
                </c:pt>
                <c:pt idx="9">
                  <c:v>0.000559923180844635</c:v>
                </c:pt>
                <c:pt idx="10">
                  <c:v>0.000529395998455584</c:v>
                </c:pt>
                <c:pt idx="11">
                  <c:v>0.000540984212420881</c:v>
                </c:pt>
                <c:pt idx="12">
                  <c:v>0.000489989528432488</c:v>
                </c:pt>
                <c:pt idx="13">
                  <c:v>0.000532515114173293</c:v>
                </c:pt>
                <c:pt idx="14">
                  <c:v>0.000537694897502661</c:v>
                </c:pt>
                <c:pt idx="15">
                  <c:v>0.00045752149890177</c:v>
                </c:pt>
                <c:pt idx="16">
                  <c:v>0.000431801890954375</c:v>
                </c:pt>
                <c:pt idx="17">
                  <c:v>0.000540988985449076</c:v>
                </c:pt>
                <c:pt idx="18">
                  <c:v>0.000470320926979184</c:v>
                </c:pt>
                <c:pt idx="19">
                  <c:v>0.000498726440127939</c:v>
                </c:pt>
                <c:pt idx="20">
                  <c:v>0.000401500496082008</c:v>
                </c:pt>
                <c:pt idx="21">
                  <c:v>0.000361866870662197</c:v>
                </c:pt>
                <c:pt idx="22">
                  <c:v>0.000377651973394677</c:v>
                </c:pt>
                <c:pt idx="23">
                  <c:v>0.000452142965514213</c:v>
                </c:pt>
                <c:pt idx="24">
                  <c:v>0.000352816889062524</c:v>
                </c:pt>
                <c:pt idx="25">
                  <c:v>0.000438281742390245</c:v>
                </c:pt>
                <c:pt idx="26">
                  <c:v>0.00036487597390078</c:v>
                </c:pt>
                <c:pt idx="27">
                  <c:v>0.000389272230677307</c:v>
                </c:pt>
                <c:pt idx="28">
                  <c:v>0.000329045229591429</c:v>
                </c:pt>
                <c:pt idx="29">
                  <c:v>0.000355320022208616</c:v>
                </c:pt>
                <c:pt idx="30">
                  <c:v>0.000298966944683343</c:v>
                </c:pt>
                <c:pt idx="31">
                  <c:v>0.000314029341097921</c:v>
                </c:pt>
                <c:pt idx="32">
                  <c:v>0.000311071635223925</c:v>
                </c:pt>
                <c:pt idx="33">
                  <c:v>0.000350701157003641</c:v>
                </c:pt>
                <c:pt idx="34">
                  <c:v>0.000302001717500389</c:v>
                </c:pt>
                <c:pt idx="35">
                  <c:v>0.00027888995828107</c:v>
                </c:pt>
                <c:pt idx="36">
                  <c:v>0.000413699250202626</c:v>
                </c:pt>
                <c:pt idx="37">
                  <c:v>0.000303311593597755</c:v>
                </c:pt>
                <c:pt idx="38">
                  <c:v>0.000299460254609585</c:v>
                </c:pt>
                <c:pt idx="39">
                  <c:v>0.00030113133834675</c:v>
                </c:pt>
                <c:pt idx="40">
                  <c:v>0.000364831939805299</c:v>
                </c:pt>
                <c:pt idx="41">
                  <c:v>0.000278242863714695</c:v>
                </c:pt>
                <c:pt idx="42">
                  <c:v>0.000272116507403553</c:v>
                </c:pt>
                <c:pt idx="43">
                  <c:v>0.000323924235999584</c:v>
                </c:pt>
                <c:pt idx="44">
                  <c:v>0.000333360745571554</c:v>
                </c:pt>
                <c:pt idx="45">
                  <c:v>0.000305122695863247</c:v>
                </c:pt>
                <c:pt idx="46">
                  <c:v>0.000262146233581007</c:v>
                </c:pt>
                <c:pt idx="47">
                  <c:v>0.000270055286819115</c:v>
                </c:pt>
                <c:pt idx="48">
                  <c:v>0.000280970270978287</c:v>
                </c:pt>
                <c:pt idx="49">
                  <c:v>0.00026454811450094</c:v>
                </c:pt>
                <c:pt idx="50">
                  <c:v>0.000229408891755156</c:v>
                </c:pt>
                <c:pt idx="51">
                  <c:v>0.000244018010562286</c:v>
                </c:pt>
                <c:pt idx="52">
                  <c:v>0.000257312669418752</c:v>
                </c:pt>
                <c:pt idx="53">
                  <c:v>0.000247135292738676</c:v>
                </c:pt>
                <c:pt idx="54">
                  <c:v>0.000240659137489274</c:v>
                </c:pt>
                <c:pt idx="55">
                  <c:v>0.000262494140770286</c:v>
                </c:pt>
                <c:pt idx="56">
                  <c:v>0.000231550409807824</c:v>
                </c:pt>
                <c:pt idx="57">
                  <c:v>0.000276203412795439</c:v>
                </c:pt>
                <c:pt idx="58">
                  <c:v>0.000259386433754116</c:v>
                </c:pt>
                <c:pt idx="59">
                  <c:v>0.000239169501583092</c:v>
                </c:pt>
                <c:pt idx="60">
                  <c:v>0.000211433711228892</c:v>
                </c:pt>
                <c:pt idx="61">
                  <c:v>0.00025378874852322</c:v>
                </c:pt>
                <c:pt idx="62">
                  <c:v>0.000219797249883413</c:v>
                </c:pt>
                <c:pt idx="63">
                  <c:v>0.000233978411415592</c:v>
                </c:pt>
                <c:pt idx="64">
                  <c:v>0.000259799242485315</c:v>
                </c:pt>
                <c:pt idx="65">
                  <c:v>0.000234181454288773</c:v>
                </c:pt>
                <c:pt idx="66">
                  <c:v>0.000237520071095787</c:v>
                </c:pt>
                <c:pt idx="67">
                  <c:v>0.000234982391702943</c:v>
                </c:pt>
                <c:pt idx="68">
                  <c:v>0.000238533364608884</c:v>
                </c:pt>
                <c:pt idx="69">
                  <c:v>0.000238282955251634</c:v>
                </c:pt>
                <c:pt idx="70">
                  <c:v>0.000238242777413689</c:v>
                </c:pt>
                <c:pt idx="71">
                  <c:v>0.000203653107746504</c:v>
                </c:pt>
                <c:pt idx="72">
                  <c:v>0.00022819142031949</c:v>
                </c:pt>
                <c:pt idx="73">
                  <c:v>0.00022180619998835</c:v>
                </c:pt>
                <c:pt idx="74">
                  <c:v>0.000264708884060383</c:v>
                </c:pt>
                <c:pt idx="75">
                  <c:v>0.00021922419546172</c:v>
                </c:pt>
                <c:pt idx="76">
                  <c:v>0.00021019484847784</c:v>
                </c:pt>
                <c:pt idx="77">
                  <c:v>0.000203385759959929</c:v>
                </c:pt>
                <c:pt idx="78">
                  <c:v>0.000220920104766265</c:v>
                </c:pt>
                <c:pt idx="79">
                  <c:v>0.000216612796066329</c:v>
                </c:pt>
                <c:pt idx="80">
                  <c:v>0.000212876999285072</c:v>
                </c:pt>
                <c:pt idx="81">
                  <c:v>0.00019719525880646</c:v>
                </c:pt>
                <c:pt idx="82">
                  <c:v>0.000226832402404398</c:v>
                </c:pt>
                <c:pt idx="83">
                  <c:v>0.000208407785976306</c:v>
                </c:pt>
                <c:pt idx="84">
                  <c:v>0.000207443124963902</c:v>
                </c:pt>
                <c:pt idx="85">
                  <c:v>0.000201754446607083</c:v>
                </c:pt>
                <c:pt idx="86">
                  <c:v>0.000249959644861519</c:v>
                </c:pt>
                <c:pt idx="87">
                  <c:v>0.000191105355042964</c:v>
                </c:pt>
                <c:pt idx="88">
                  <c:v>0.000210949496249668</c:v>
                </c:pt>
                <c:pt idx="89">
                  <c:v>0.000201665912754834</c:v>
                </c:pt>
                <c:pt idx="90">
                  <c:v>0.000224465184146538</c:v>
                </c:pt>
                <c:pt idx="91">
                  <c:v>0.000218549655983225</c:v>
                </c:pt>
                <c:pt idx="92">
                  <c:v>0.000202057693968527</c:v>
                </c:pt>
                <c:pt idx="93">
                  <c:v>0.000189188082003966</c:v>
                </c:pt>
                <c:pt idx="94">
                  <c:v>0.000226605217903852</c:v>
                </c:pt>
                <c:pt idx="95">
                  <c:v>0.000206901924684644</c:v>
                </c:pt>
                <c:pt idx="96">
                  <c:v>0.000241165384068154</c:v>
                </c:pt>
                <c:pt idx="97">
                  <c:v>0.000208581594051793</c:v>
                </c:pt>
                <c:pt idx="98">
                  <c:v>0.00021591066615656</c:v>
                </c:pt>
                <c:pt idx="99">
                  <c:v>0.00020510503964033</c:v>
                </c:pt>
                <c:pt idx="100">
                  <c:v>0.000205384087166749</c:v>
                </c:pt>
                <c:pt idx="101">
                  <c:v>0.00023978840908967</c:v>
                </c:pt>
                <c:pt idx="102">
                  <c:v>0.000225837517064065</c:v>
                </c:pt>
                <c:pt idx="103">
                  <c:v>0.000207402918022126</c:v>
                </c:pt>
                <c:pt idx="104">
                  <c:v>0.000199626083485782</c:v>
                </c:pt>
                <c:pt idx="105">
                  <c:v>0.000209210091270506</c:v>
                </c:pt>
                <c:pt idx="106">
                  <c:v>0.000189924525329843</c:v>
                </c:pt>
                <c:pt idx="107">
                  <c:v>0.000204050069442019</c:v>
                </c:pt>
                <c:pt idx="108">
                  <c:v>0.000228486882406287</c:v>
                </c:pt>
                <c:pt idx="109">
                  <c:v>0.000205892065423541</c:v>
                </c:pt>
                <c:pt idx="110">
                  <c:v>0.000213451363379136</c:v>
                </c:pt>
                <c:pt idx="111">
                  <c:v>0.000200637834495865</c:v>
                </c:pt>
                <c:pt idx="112">
                  <c:v>0.000195763190276921</c:v>
                </c:pt>
                <c:pt idx="113">
                  <c:v>0.000202115144929849</c:v>
                </c:pt>
                <c:pt idx="114">
                  <c:v>0.000196069304365665</c:v>
                </c:pt>
                <c:pt idx="115">
                  <c:v>0.000197663481230848</c:v>
                </c:pt>
                <c:pt idx="116">
                  <c:v>0.000209785968763754</c:v>
                </c:pt>
                <c:pt idx="117">
                  <c:v>0.00020517804659903</c:v>
                </c:pt>
                <c:pt idx="118">
                  <c:v>0.000211542981560342</c:v>
                </c:pt>
                <c:pt idx="119">
                  <c:v>0.000198951398488134</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0.0000</c:formatCode>
                <c:ptCount val="120"/>
                <c:pt idx="0">
                  <c:v>0.00160103756934404</c:v>
                </c:pt>
                <c:pt idx="1">
                  <c:v>0.00126512255519629</c:v>
                </c:pt>
                <c:pt idx="2">
                  <c:v>0.00111771933734417</c:v>
                </c:pt>
                <c:pt idx="3">
                  <c:v>0.000892683048732579</c:v>
                </c:pt>
                <c:pt idx="4">
                  <c:v>0.000807204865850508</c:v>
                </c:pt>
                <c:pt idx="5">
                  <c:v>0.000747530139051378</c:v>
                </c:pt>
                <c:pt idx="6">
                  <c:v>0.000783899973612279</c:v>
                </c:pt>
                <c:pt idx="7">
                  <c:v>0.000688424916006625</c:v>
                </c:pt>
                <c:pt idx="8">
                  <c:v>0.000690235174261034</c:v>
                </c:pt>
                <c:pt idx="9">
                  <c:v>0.000568346644286066</c:v>
                </c:pt>
                <c:pt idx="10">
                  <c:v>0.000555524253286421</c:v>
                </c:pt>
                <c:pt idx="11">
                  <c:v>0.000519946508575231</c:v>
                </c:pt>
                <c:pt idx="12">
                  <c:v>0.000579879386350513</c:v>
                </c:pt>
                <c:pt idx="13">
                  <c:v>0.000518563902005553</c:v>
                </c:pt>
                <c:pt idx="14">
                  <c:v>0.000513942912220955</c:v>
                </c:pt>
                <c:pt idx="15">
                  <c:v>0.000467126374132931</c:v>
                </c:pt>
                <c:pt idx="16">
                  <c:v>0.000517380540259182</c:v>
                </c:pt>
                <c:pt idx="17">
                  <c:v>0.000419980700826272</c:v>
                </c:pt>
                <c:pt idx="18">
                  <c:v>0.000644267071038485</c:v>
                </c:pt>
                <c:pt idx="19">
                  <c:v>0.000398514413973317</c:v>
                </c:pt>
                <c:pt idx="20">
                  <c:v>0.000429014762630686</c:v>
                </c:pt>
                <c:pt idx="21">
                  <c:v>0.000432043190812692</c:v>
                </c:pt>
                <c:pt idx="22">
                  <c:v>0.000394685659557581</c:v>
                </c:pt>
                <c:pt idx="23">
                  <c:v>0.000363773986464366</c:v>
                </c:pt>
                <c:pt idx="24">
                  <c:v>0.000428787054261193</c:v>
                </c:pt>
                <c:pt idx="25">
                  <c:v>0.000410145585192367</c:v>
                </c:pt>
                <c:pt idx="26">
                  <c:v>0.000409308006055653</c:v>
                </c:pt>
                <c:pt idx="27">
                  <c:v>0.000333803327521309</c:v>
                </c:pt>
                <c:pt idx="28">
                  <c:v>0.000356930075213313</c:v>
                </c:pt>
                <c:pt idx="29">
                  <c:v>0.000340802449500188</c:v>
                </c:pt>
                <c:pt idx="30">
                  <c:v>0.000315002456773072</c:v>
                </c:pt>
                <c:pt idx="31">
                  <c:v>0.000315396522637457</c:v>
                </c:pt>
                <c:pt idx="32">
                  <c:v>0.000331803981680423</c:v>
                </c:pt>
                <c:pt idx="33">
                  <c:v>0.000330675742588937</c:v>
                </c:pt>
                <c:pt idx="34">
                  <c:v>0.000308162969304249</c:v>
                </c:pt>
                <c:pt idx="35">
                  <c:v>0.000295172503683716</c:v>
                </c:pt>
                <c:pt idx="36">
                  <c:v>0.000308508839225397</c:v>
                </c:pt>
                <c:pt idx="37">
                  <c:v>0.000309479073621333</c:v>
                </c:pt>
                <c:pt idx="38">
                  <c:v>0.000291916425339878</c:v>
                </c:pt>
                <c:pt idx="39">
                  <c:v>0.000301498948829249</c:v>
                </c:pt>
                <c:pt idx="40">
                  <c:v>0.000294783356366679</c:v>
                </c:pt>
                <c:pt idx="41">
                  <c:v>0.000287826027488336</c:v>
                </c:pt>
                <c:pt idx="42">
                  <c:v>0.000282406894257292</c:v>
                </c:pt>
                <c:pt idx="43">
                  <c:v>0.000250722223427147</c:v>
                </c:pt>
                <c:pt idx="44">
                  <c:v>0.000242386580794118</c:v>
                </c:pt>
                <c:pt idx="45">
                  <c:v>0.000264377798885107</c:v>
                </c:pt>
                <c:pt idx="46">
                  <c:v>0.000263067369814962</c:v>
                </c:pt>
                <c:pt idx="47">
                  <c:v>0.000263975642155856</c:v>
                </c:pt>
                <c:pt idx="48">
                  <c:v>0.000267322640866041</c:v>
                </c:pt>
                <c:pt idx="49">
                  <c:v>0.000258433981798589</c:v>
                </c:pt>
                <c:pt idx="50">
                  <c:v>0.00027262419462204</c:v>
                </c:pt>
                <c:pt idx="51">
                  <c:v>0.000241761896177195</c:v>
                </c:pt>
                <c:pt idx="52">
                  <c:v>0.000269880256382748</c:v>
                </c:pt>
                <c:pt idx="53">
                  <c:v>0.000296199141303077</c:v>
                </c:pt>
                <c:pt idx="54">
                  <c:v>0.000252389581874013</c:v>
                </c:pt>
                <c:pt idx="55">
                  <c:v>0.000259177148109302</c:v>
                </c:pt>
                <c:pt idx="56">
                  <c:v>0.0002626103523653</c:v>
                </c:pt>
                <c:pt idx="57">
                  <c:v>0.000253269652603194</c:v>
                </c:pt>
                <c:pt idx="58">
                  <c:v>0.000287019531242549</c:v>
                </c:pt>
                <c:pt idx="59">
                  <c:v>0.000230803605518304</c:v>
                </c:pt>
                <c:pt idx="60">
                  <c:v>0.000241050001932308</c:v>
                </c:pt>
                <c:pt idx="61">
                  <c:v>0.000262967863818631</c:v>
                </c:pt>
                <c:pt idx="62">
                  <c:v>0.000233011203818023</c:v>
                </c:pt>
                <c:pt idx="63">
                  <c:v>0.000241212575929239</c:v>
                </c:pt>
                <c:pt idx="64">
                  <c:v>0.000225378782488406</c:v>
                </c:pt>
                <c:pt idx="65">
                  <c:v>0.000237587315496057</c:v>
                </c:pt>
                <c:pt idx="66">
                  <c:v>0.000226534291869029</c:v>
                </c:pt>
                <c:pt idx="67">
                  <c:v>0.000252326688496396</c:v>
                </c:pt>
                <c:pt idx="68">
                  <c:v>0.000224834861001</c:v>
                </c:pt>
                <c:pt idx="69">
                  <c:v>0.000253572739893571</c:v>
                </c:pt>
                <c:pt idx="70">
                  <c:v>0.000216779910260811</c:v>
                </c:pt>
                <c:pt idx="71">
                  <c:v>0.000247534597292542</c:v>
                </c:pt>
                <c:pt idx="72">
                  <c:v>0.000236021063756198</c:v>
                </c:pt>
                <c:pt idx="73">
                  <c:v>0.000226027652388439</c:v>
                </c:pt>
                <c:pt idx="74">
                  <c:v>0.000205270713195205</c:v>
                </c:pt>
                <c:pt idx="75">
                  <c:v>0.000236694468185306</c:v>
                </c:pt>
                <c:pt idx="76">
                  <c:v>0.000216982502024621</c:v>
                </c:pt>
                <c:pt idx="77">
                  <c:v>0.000233108090469614</c:v>
                </c:pt>
                <c:pt idx="78">
                  <c:v>0.00024423171998933</c:v>
                </c:pt>
                <c:pt idx="79">
                  <c:v>0.000209684745641425</c:v>
                </c:pt>
                <c:pt idx="80">
                  <c:v>0.000216402972000651</c:v>
                </c:pt>
                <c:pt idx="81">
                  <c:v>0.000231260957662016</c:v>
                </c:pt>
                <c:pt idx="82">
                  <c:v>0.000225021940423176</c:v>
                </c:pt>
                <c:pt idx="83">
                  <c:v>0.000216030253795907</c:v>
                </c:pt>
                <c:pt idx="84">
                  <c:v>0.00022291018103715</c:v>
                </c:pt>
                <c:pt idx="85">
                  <c:v>0.000227230120799504</c:v>
                </c:pt>
                <c:pt idx="86">
                  <c:v>0.000223735856707208</c:v>
                </c:pt>
                <c:pt idx="87">
                  <c:v>0.000216145446756855</c:v>
                </c:pt>
                <c:pt idx="88">
                  <c:v>0.000206796379643492</c:v>
                </c:pt>
                <c:pt idx="89">
                  <c:v>0.000229988538194448</c:v>
                </c:pt>
                <c:pt idx="90">
                  <c:v>0.000227894634008408</c:v>
                </c:pt>
                <c:pt idx="91">
                  <c:v>0.000211260441574268</c:v>
                </c:pt>
                <c:pt idx="92">
                  <c:v>0.000203795672859997</c:v>
                </c:pt>
                <c:pt idx="93">
                  <c:v>0.000210973244975321</c:v>
                </c:pt>
                <c:pt idx="94">
                  <c:v>0.000211688224226236</c:v>
                </c:pt>
                <c:pt idx="95">
                  <c:v>0.000202594354050234</c:v>
                </c:pt>
                <c:pt idx="96">
                  <c:v>0.00018839500262402</c:v>
                </c:pt>
                <c:pt idx="97">
                  <c:v>0.000208670666324906</c:v>
                </c:pt>
                <c:pt idx="98">
                  <c:v>0.000203686824534088</c:v>
                </c:pt>
                <c:pt idx="99">
                  <c:v>0.000199808899196796</c:v>
                </c:pt>
                <c:pt idx="100">
                  <c:v>0.000204943746211939</c:v>
                </c:pt>
                <c:pt idx="101">
                  <c:v>0.000204955489607528</c:v>
                </c:pt>
                <c:pt idx="102">
                  <c:v>0.000232639300520532</c:v>
                </c:pt>
                <c:pt idx="103">
                  <c:v>0.000202403738512658</c:v>
                </c:pt>
                <c:pt idx="104">
                  <c:v>0.000180811388418078</c:v>
                </c:pt>
                <c:pt idx="105">
                  <c:v>0.000201413800823502</c:v>
                </c:pt>
                <c:pt idx="106">
                  <c:v>0.000206605749554001</c:v>
                </c:pt>
                <c:pt idx="107">
                  <c:v>0.000209424819331616</c:v>
                </c:pt>
                <c:pt idx="108">
                  <c:v>0.000212759870919399</c:v>
                </c:pt>
                <c:pt idx="109">
                  <c:v>0.000199210058781318</c:v>
                </c:pt>
                <c:pt idx="110">
                  <c:v>0.000194465595996007</c:v>
                </c:pt>
                <c:pt idx="111">
                  <c:v>0.000200026173843071</c:v>
                </c:pt>
                <c:pt idx="112">
                  <c:v>0.000199405709281564</c:v>
                </c:pt>
                <c:pt idx="113">
                  <c:v>0.000177250869455747</c:v>
                </c:pt>
                <c:pt idx="114">
                  <c:v>0.000189775775652379</c:v>
                </c:pt>
                <c:pt idx="115">
                  <c:v>0.000211220511118881</c:v>
                </c:pt>
                <c:pt idx="116">
                  <c:v>0.0002051436167676</c:v>
                </c:pt>
                <c:pt idx="117">
                  <c:v>0.000188123129191808</c:v>
                </c:pt>
                <c:pt idx="118">
                  <c:v>0.000169590872246772</c:v>
                </c:pt>
                <c:pt idx="119">
                  <c:v>0.000199556976440363</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0.0000</c:formatCode>
                <c:ptCount val="120"/>
                <c:pt idx="0">
                  <c:v>0.00155574216041714</c:v>
                </c:pt>
                <c:pt idx="1">
                  <c:v>0.00119264659006149</c:v>
                </c:pt>
                <c:pt idx="2">
                  <c:v>0.00110425718594342</c:v>
                </c:pt>
                <c:pt idx="3">
                  <c:v>0.000935794063843787</c:v>
                </c:pt>
                <c:pt idx="4">
                  <c:v>0.000883239309769124</c:v>
                </c:pt>
                <c:pt idx="5">
                  <c:v>0.000866914738435298</c:v>
                </c:pt>
                <c:pt idx="6">
                  <c:v>0.000830626813694835</c:v>
                </c:pt>
                <c:pt idx="7">
                  <c:v>0.000709260744042695</c:v>
                </c:pt>
                <c:pt idx="8">
                  <c:v>0.000622017902787775</c:v>
                </c:pt>
                <c:pt idx="9">
                  <c:v>0.000584064587019384</c:v>
                </c:pt>
                <c:pt idx="10">
                  <c:v>0.000633458769880235</c:v>
                </c:pt>
                <c:pt idx="11">
                  <c:v>0.000545690418221056</c:v>
                </c:pt>
                <c:pt idx="12">
                  <c:v>0.000549657212104648</c:v>
                </c:pt>
                <c:pt idx="13">
                  <c:v>0.000553843483794481</c:v>
                </c:pt>
                <c:pt idx="14">
                  <c:v>0.000524874380789697</c:v>
                </c:pt>
                <c:pt idx="15">
                  <c:v>0.000468997680582106</c:v>
                </c:pt>
                <c:pt idx="16">
                  <c:v>0.000476154801435769</c:v>
                </c:pt>
                <c:pt idx="17">
                  <c:v>0.000455250049708411</c:v>
                </c:pt>
                <c:pt idx="18">
                  <c:v>0.000485429057152942</c:v>
                </c:pt>
                <c:pt idx="19">
                  <c:v>0.000428939558332786</c:v>
                </c:pt>
                <c:pt idx="20">
                  <c:v>0.000427800434408709</c:v>
                </c:pt>
                <c:pt idx="21">
                  <c:v>0.000407880276907235</c:v>
                </c:pt>
                <c:pt idx="22">
                  <c:v>0.000400284805800766</c:v>
                </c:pt>
                <c:pt idx="23">
                  <c:v>0.00040533360443078</c:v>
                </c:pt>
                <c:pt idx="24">
                  <c:v>0.00043277801014483</c:v>
                </c:pt>
                <c:pt idx="25">
                  <c:v>0.000407045765314251</c:v>
                </c:pt>
                <c:pt idx="26">
                  <c:v>0.000406754418509081</c:v>
                </c:pt>
                <c:pt idx="27">
                  <c:v>0.000383379129925743</c:v>
                </c:pt>
                <c:pt idx="28">
                  <c:v>0.00036353706382215</c:v>
                </c:pt>
                <c:pt idx="29">
                  <c:v>0.000363600550917909</c:v>
                </c:pt>
                <c:pt idx="30">
                  <c:v>0.000328967644600198</c:v>
                </c:pt>
                <c:pt idx="31">
                  <c:v>0.000325771555071697</c:v>
                </c:pt>
                <c:pt idx="32">
                  <c:v>0.000351242523174733</c:v>
                </c:pt>
                <c:pt idx="33">
                  <c:v>0.000359373271930963</c:v>
                </c:pt>
                <c:pt idx="34">
                  <c:v>0.000356484751682729</c:v>
                </c:pt>
                <c:pt idx="35">
                  <c:v>0.000323624548036605</c:v>
                </c:pt>
                <c:pt idx="36">
                  <c:v>0.000341877347091213</c:v>
                </c:pt>
                <c:pt idx="37">
                  <c:v>0.000306653673760593</c:v>
                </c:pt>
                <c:pt idx="38">
                  <c:v>0.000302822340745479</c:v>
                </c:pt>
                <c:pt idx="39">
                  <c:v>0.000328366295434535</c:v>
                </c:pt>
                <c:pt idx="40">
                  <c:v>0.000310893781716004</c:v>
                </c:pt>
                <c:pt idx="41">
                  <c:v>0.000295386125799268</c:v>
                </c:pt>
                <c:pt idx="42">
                  <c:v>0.000300271448213607</c:v>
                </c:pt>
                <c:pt idx="43">
                  <c:v>0.000298601912800223</c:v>
                </c:pt>
                <c:pt idx="44">
                  <c:v>0.000280555270728655</c:v>
                </c:pt>
                <c:pt idx="45">
                  <c:v>0.000305096729425713</c:v>
                </c:pt>
                <c:pt idx="46">
                  <c:v>0.000286413030698895</c:v>
                </c:pt>
                <c:pt idx="47">
                  <c:v>0.000280077283969149</c:v>
                </c:pt>
                <c:pt idx="48">
                  <c:v>0.000277791818371043</c:v>
                </c:pt>
                <c:pt idx="49">
                  <c:v>0.000277206732425839</c:v>
                </c:pt>
                <c:pt idx="50">
                  <c:v>0.000275666269590147</c:v>
                </c:pt>
                <c:pt idx="51">
                  <c:v>0.000256246185745113</c:v>
                </c:pt>
                <c:pt idx="52">
                  <c:v>0.000275024492293596</c:v>
                </c:pt>
                <c:pt idx="53">
                  <c:v>0.000291746400762349</c:v>
                </c:pt>
                <c:pt idx="54">
                  <c:v>0.000263449037447572</c:v>
                </c:pt>
                <c:pt idx="55">
                  <c:v>0.000270012830151245</c:v>
                </c:pt>
                <c:pt idx="56">
                  <c:v>0.000258808568469249</c:v>
                </c:pt>
                <c:pt idx="57">
                  <c:v>0.000259374993038364</c:v>
                </c:pt>
                <c:pt idx="58">
                  <c:v>0.000265034634503536</c:v>
                </c:pt>
                <c:pt idx="59">
                  <c:v>0.000248232361627743</c:v>
                </c:pt>
                <c:pt idx="60">
                  <c:v>0.000254461891017854</c:v>
                </c:pt>
                <c:pt idx="61">
                  <c:v>0.000260360760148615</c:v>
                </c:pt>
                <c:pt idx="62">
                  <c:v>0.000236866783234291</c:v>
                </c:pt>
                <c:pt idx="63">
                  <c:v>0.000250580671126954</c:v>
                </c:pt>
                <c:pt idx="64">
                  <c:v>0.000252435586298816</c:v>
                </c:pt>
                <c:pt idx="65">
                  <c:v>0.000246108291321434</c:v>
                </c:pt>
                <c:pt idx="66">
                  <c:v>0.000242294432246126</c:v>
                </c:pt>
                <c:pt idx="67">
                  <c:v>0.000241334937163629</c:v>
                </c:pt>
                <c:pt idx="68">
                  <c:v>0.000245336871012114</c:v>
                </c:pt>
                <c:pt idx="69">
                  <c:v>0.000252662217826582</c:v>
                </c:pt>
                <c:pt idx="70">
                  <c:v>0.000233170037972741</c:v>
                </c:pt>
                <c:pt idx="71">
                  <c:v>0.000235322103253566</c:v>
                </c:pt>
                <c:pt idx="72">
                  <c:v>0.000231626062304713</c:v>
                </c:pt>
                <c:pt idx="73">
                  <c:v>0.000241502714925446</c:v>
                </c:pt>
                <c:pt idx="74">
                  <c:v>0.000238222192274407</c:v>
                </c:pt>
                <c:pt idx="75">
                  <c:v>0.000227788818301633</c:v>
                </c:pt>
                <c:pt idx="76">
                  <c:v>0.000234262409503572</c:v>
                </c:pt>
                <c:pt idx="77">
                  <c:v>0.000236068479716778</c:v>
                </c:pt>
                <c:pt idx="78">
                  <c:v>0.000232783582760021</c:v>
                </c:pt>
                <c:pt idx="79">
                  <c:v>0.00022853238042444</c:v>
                </c:pt>
                <c:pt idx="80">
                  <c:v>0.000221787006012164</c:v>
                </c:pt>
                <c:pt idx="81">
                  <c:v>0.000232510283240117</c:v>
                </c:pt>
                <c:pt idx="82">
                  <c:v>0.000228114842320792</c:v>
                </c:pt>
                <c:pt idx="83">
                  <c:v>0.00023171097273007</c:v>
                </c:pt>
                <c:pt idx="84">
                  <c:v>0.00022992288286332</c:v>
                </c:pt>
                <c:pt idx="85">
                  <c:v>0.000227583674131893</c:v>
                </c:pt>
                <c:pt idx="86">
                  <c:v>0.000228637320105918</c:v>
                </c:pt>
                <c:pt idx="87">
                  <c:v>0.000215221976395696</c:v>
                </c:pt>
                <c:pt idx="88">
                  <c:v>0.000213543538120575</c:v>
                </c:pt>
                <c:pt idx="89">
                  <c:v>0.000223329217988066</c:v>
                </c:pt>
                <c:pt idx="90">
                  <c:v>0.00022985955583863</c:v>
                </c:pt>
                <c:pt idx="91">
                  <c:v>0.00022116185282357</c:v>
                </c:pt>
                <c:pt idx="92">
                  <c:v>0.000218836660496891</c:v>
                </c:pt>
                <c:pt idx="93">
                  <c:v>0.000211534314439632</c:v>
                </c:pt>
                <c:pt idx="94">
                  <c:v>0.000235511927166954</c:v>
                </c:pt>
                <c:pt idx="95">
                  <c:v>0.000211979093728587</c:v>
                </c:pt>
                <c:pt idx="96">
                  <c:v>0.000218309569754638</c:v>
                </c:pt>
                <c:pt idx="97">
                  <c:v>0.000216310541145504</c:v>
                </c:pt>
                <c:pt idx="98">
                  <c:v>0.000210193486418575</c:v>
                </c:pt>
                <c:pt idx="99">
                  <c:v>0.000218283326830715</c:v>
                </c:pt>
                <c:pt idx="100">
                  <c:v>0.000208680873038247</c:v>
                </c:pt>
                <c:pt idx="101">
                  <c:v>0.000218212910112925</c:v>
                </c:pt>
                <c:pt idx="102">
                  <c:v>0.000221614184556529</c:v>
                </c:pt>
                <c:pt idx="103">
                  <c:v>0.000216123930294998</c:v>
                </c:pt>
                <c:pt idx="104">
                  <c:v>0.000214599401806481</c:v>
                </c:pt>
                <c:pt idx="105">
                  <c:v>0.000219148900941946</c:v>
                </c:pt>
                <c:pt idx="106">
                  <c:v>0.000208337217918597</c:v>
                </c:pt>
                <c:pt idx="107">
                  <c:v>0.000203448790125549</c:v>
                </c:pt>
                <c:pt idx="108">
                  <c:v>0.000216954192728736</c:v>
                </c:pt>
                <c:pt idx="109">
                  <c:v>0.000207872741157189</c:v>
                </c:pt>
                <c:pt idx="110">
                  <c:v>0.000209487354732119</c:v>
                </c:pt>
                <c:pt idx="111">
                  <c:v>0.000218523404328153</c:v>
                </c:pt>
                <c:pt idx="112">
                  <c:v>0.000211543156183325</c:v>
                </c:pt>
                <c:pt idx="113">
                  <c:v>0.000202888608328067</c:v>
                </c:pt>
                <c:pt idx="114">
                  <c:v>0.000212880273465998</c:v>
                </c:pt>
                <c:pt idx="115">
                  <c:v>0.000210634723771363</c:v>
                </c:pt>
                <c:pt idx="116">
                  <c:v>0.000216691166860983</c:v>
                </c:pt>
                <c:pt idx="117">
                  <c:v>0.000205566824297421</c:v>
                </c:pt>
                <c:pt idx="118">
                  <c:v>0.000205296630156226</c:v>
                </c:pt>
                <c:pt idx="119">
                  <c:v>0.000207151361973956</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0.0000</c:formatCode>
                <c:ptCount val="120"/>
                <c:pt idx="0">
                  <c:v>0.00148997509073911</c:v>
                </c:pt>
                <c:pt idx="1">
                  <c:v>0.00113377901991868</c:v>
                </c:pt>
                <c:pt idx="2">
                  <c:v>0.00105872373107574</c:v>
                </c:pt>
                <c:pt idx="3">
                  <c:v>0.000860920006721956</c:v>
                </c:pt>
                <c:pt idx="4">
                  <c:v>0.000809643828776799</c:v>
                </c:pt>
                <c:pt idx="5">
                  <c:v>0.000776745620618059</c:v>
                </c:pt>
                <c:pt idx="6">
                  <c:v>0.000701265751886003</c:v>
                </c:pt>
                <c:pt idx="7">
                  <c:v>0.000654676860788947</c:v>
                </c:pt>
                <c:pt idx="8">
                  <c:v>0.000555229853205104</c:v>
                </c:pt>
                <c:pt idx="9">
                  <c:v>0.0005472250722952</c:v>
                </c:pt>
                <c:pt idx="10">
                  <c:v>0.000461554932756304</c:v>
                </c:pt>
                <c:pt idx="11">
                  <c:v>0.000510169070431123</c:v>
                </c:pt>
                <c:pt idx="12">
                  <c:v>0.000496216274652335</c:v>
                </c:pt>
                <c:pt idx="13">
                  <c:v>0.000465089780871528</c:v>
                </c:pt>
                <c:pt idx="14">
                  <c:v>0.000471190431700341</c:v>
                </c:pt>
                <c:pt idx="15">
                  <c:v>0.000430432224628068</c:v>
                </c:pt>
                <c:pt idx="16">
                  <c:v>0.000403585999385917</c:v>
                </c:pt>
                <c:pt idx="17">
                  <c:v>0.000390577324980101</c:v>
                </c:pt>
                <c:pt idx="18">
                  <c:v>0.000390604710190462</c:v>
                </c:pt>
                <c:pt idx="19">
                  <c:v>0.000388670600160226</c:v>
                </c:pt>
                <c:pt idx="20">
                  <c:v>0.000397516356996859</c:v>
                </c:pt>
                <c:pt idx="21">
                  <c:v>0.000341892951405406</c:v>
                </c:pt>
                <c:pt idx="22">
                  <c:v>0.000367401257930289</c:v>
                </c:pt>
                <c:pt idx="23">
                  <c:v>0.000371377168690605</c:v>
                </c:pt>
                <c:pt idx="24">
                  <c:v>0.000375356215385828</c:v>
                </c:pt>
                <c:pt idx="25">
                  <c:v>0.000380337697868148</c:v>
                </c:pt>
                <c:pt idx="26">
                  <c:v>0.000366854374022633</c:v>
                </c:pt>
                <c:pt idx="27">
                  <c:v>0.000355291143563466</c:v>
                </c:pt>
                <c:pt idx="28">
                  <c:v>0.000312961760947611</c:v>
                </c:pt>
                <c:pt idx="29">
                  <c:v>0.000304386051346387</c:v>
                </c:pt>
                <c:pt idx="30">
                  <c:v>0.000303969942777573</c:v>
                </c:pt>
                <c:pt idx="31">
                  <c:v>0.000308940929093368</c:v>
                </c:pt>
                <c:pt idx="32">
                  <c:v>0.000303942633446246</c:v>
                </c:pt>
                <c:pt idx="33">
                  <c:v>0.000315711434750149</c:v>
                </c:pt>
                <c:pt idx="34">
                  <c:v>0.000288833752911959</c:v>
                </c:pt>
                <c:pt idx="35">
                  <c:v>0.000270240925552374</c:v>
                </c:pt>
                <c:pt idx="36">
                  <c:v>0.000294781575445631</c:v>
                </c:pt>
                <c:pt idx="37">
                  <c:v>0.000290531946949793</c:v>
                </c:pt>
                <c:pt idx="38">
                  <c:v>0.000283564011329513</c:v>
                </c:pt>
                <c:pt idx="39">
                  <c:v>0.000280278539906524</c:v>
                </c:pt>
                <c:pt idx="40">
                  <c:v>0.000279503490513794</c:v>
                </c:pt>
                <c:pt idx="41">
                  <c:v>0.000273430078116207</c:v>
                </c:pt>
                <c:pt idx="42">
                  <c:v>0.000277526295999528</c:v>
                </c:pt>
                <c:pt idx="43">
                  <c:v>0.000266038453759222</c:v>
                </c:pt>
                <c:pt idx="44">
                  <c:v>0.00024695089568979</c:v>
                </c:pt>
                <c:pt idx="45">
                  <c:v>0.000268992226321707</c:v>
                </c:pt>
                <c:pt idx="46">
                  <c:v>0.000263573033195841</c:v>
                </c:pt>
                <c:pt idx="47">
                  <c:v>0.000264558005020352</c:v>
                </c:pt>
                <c:pt idx="48">
                  <c:v>0.000252153912822423</c:v>
                </c:pt>
                <c:pt idx="49">
                  <c:v>0.000250923989800952</c:v>
                </c:pt>
                <c:pt idx="50">
                  <c:v>0.000244527212052771</c:v>
                </c:pt>
                <c:pt idx="51">
                  <c:v>0.00024389174291563</c:v>
                </c:pt>
                <c:pt idx="52">
                  <c:v>0.000249634291161942</c:v>
                </c:pt>
                <c:pt idx="53">
                  <c:v>0.000260851711562257</c:v>
                </c:pt>
                <c:pt idx="54">
                  <c:v>0.000244979445486985</c:v>
                </c:pt>
                <c:pt idx="55">
                  <c:v>0.00024717634712296</c:v>
                </c:pt>
                <c:pt idx="56">
                  <c:v>0.000243235760659367</c:v>
                </c:pt>
                <c:pt idx="57">
                  <c:v>0.000247337111809318</c:v>
                </c:pt>
                <c:pt idx="58">
                  <c:v>0.00024534755359786</c:v>
                </c:pt>
                <c:pt idx="59">
                  <c:v>0.000231699615482724</c:v>
                </c:pt>
                <c:pt idx="60">
                  <c:v>0.000225215621783053</c:v>
                </c:pt>
                <c:pt idx="61">
                  <c:v>0.000252794082613421</c:v>
                </c:pt>
                <c:pt idx="62">
                  <c:v>0.000223997813656195</c:v>
                </c:pt>
                <c:pt idx="63">
                  <c:v>0.000230012791898263</c:v>
                </c:pt>
                <c:pt idx="64">
                  <c:v>0.000227834958053435</c:v>
                </c:pt>
                <c:pt idx="65">
                  <c:v>0.000231805858176626</c:v>
                </c:pt>
                <c:pt idx="66">
                  <c:v>0.00022266061164717</c:v>
                </c:pt>
                <c:pt idx="67">
                  <c:v>0.000221200276327215</c:v>
                </c:pt>
                <c:pt idx="68">
                  <c:v>0.000226941298833616</c:v>
                </c:pt>
                <c:pt idx="69">
                  <c:v>0.000223842826229612</c:v>
                </c:pt>
                <c:pt idx="70">
                  <c:v>0.000211955665001677</c:v>
                </c:pt>
                <c:pt idx="71">
                  <c:v>0.000216402927653054</c:v>
                </c:pt>
                <c:pt idx="72">
                  <c:v>0.000226511588849877</c:v>
                </c:pt>
                <c:pt idx="73">
                  <c:v>0.000219910783438923</c:v>
                </c:pt>
                <c:pt idx="74">
                  <c:v>0.000212671355078175</c:v>
                </c:pt>
                <c:pt idx="75">
                  <c:v>0.000204691004104475</c:v>
                </c:pt>
                <c:pt idx="76">
                  <c:v>0.000214865446048738</c:v>
                </c:pt>
                <c:pt idx="77">
                  <c:v>0.000213235574121319</c:v>
                </c:pt>
                <c:pt idx="78">
                  <c:v>0.000212796566817053</c:v>
                </c:pt>
                <c:pt idx="79">
                  <c:v>0.000211592897221255</c:v>
                </c:pt>
                <c:pt idx="80">
                  <c:v>0.000197503124032872</c:v>
                </c:pt>
                <c:pt idx="81">
                  <c:v>0.000210473655540114</c:v>
                </c:pt>
                <c:pt idx="82">
                  <c:v>0.000204810780789965</c:v>
                </c:pt>
                <c:pt idx="83">
                  <c:v>0.000203849496359393</c:v>
                </c:pt>
                <c:pt idx="84">
                  <c:v>0.0002097891465461</c:v>
                </c:pt>
                <c:pt idx="85">
                  <c:v>0.00020214209660286</c:v>
                </c:pt>
                <c:pt idx="86">
                  <c:v>0.000214596519343757</c:v>
                </c:pt>
                <c:pt idx="87">
                  <c:v>0.000199058155155686</c:v>
                </c:pt>
                <c:pt idx="88">
                  <c:v>0.000208489294897759</c:v>
                </c:pt>
                <c:pt idx="89">
                  <c:v>0.000209838893560048</c:v>
                </c:pt>
                <c:pt idx="90">
                  <c:v>0.000218327828140951</c:v>
                </c:pt>
                <c:pt idx="91">
                  <c:v>0.000203160691334125</c:v>
                </c:pt>
                <c:pt idx="92">
                  <c:v>0.000191755082915705</c:v>
                </c:pt>
                <c:pt idx="93">
                  <c:v>0.00019184837609698</c:v>
                </c:pt>
                <c:pt idx="94">
                  <c:v>0.000215114175739951</c:v>
                </c:pt>
                <c:pt idx="95">
                  <c:v>0.000201411250571368</c:v>
                </c:pt>
                <c:pt idx="96">
                  <c:v>0.000197513620379484</c:v>
                </c:pt>
                <c:pt idx="97">
                  <c:v>0.000203099886670776</c:v>
                </c:pt>
                <c:pt idx="98">
                  <c:v>0.000201778374320911</c:v>
                </c:pt>
                <c:pt idx="99">
                  <c:v>0.000193765550515022</c:v>
                </c:pt>
                <c:pt idx="100">
                  <c:v>0.000196890058945837</c:v>
                </c:pt>
                <c:pt idx="101">
                  <c:v>0.000199063957444177</c:v>
                </c:pt>
                <c:pt idx="102">
                  <c:v>0.000212929898857531</c:v>
                </c:pt>
                <c:pt idx="103">
                  <c:v>0.000204666285004746</c:v>
                </c:pt>
                <c:pt idx="104">
                  <c:v>0.000189287408120396</c:v>
                </c:pt>
                <c:pt idx="105">
                  <c:v>0.000206000843448774</c:v>
                </c:pt>
                <c:pt idx="106">
                  <c:v>0.000195412843258444</c:v>
                </c:pt>
                <c:pt idx="107">
                  <c:v>0.000199885408447948</c:v>
                </c:pt>
                <c:pt idx="108">
                  <c:v>0.000206338431763707</c:v>
                </c:pt>
                <c:pt idx="109">
                  <c:v>0.000191084769013467</c:v>
                </c:pt>
                <c:pt idx="110">
                  <c:v>0.000194195214206689</c:v>
                </c:pt>
                <c:pt idx="111">
                  <c:v>0.000199324051797387</c:v>
                </c:pt>
                <c:pt idx="112">
                  <c:v>0.000195691993910066</c:v>
                </c:pt>
                <c:pt idx="113">
                  <c:v>0.000178369774892225</c:v>
                </c:pt>
                <c:pt idx="114">
                  <c:v>0.000192801390201606</c:v>
                </c:pt>
                <c:pt idx="115">
                  <c:v>0.000199074679158529</c:v>
                </c:pt>
                <c:pt idx="116">
                  <c:v>0.000196028173087718</c:v>
                </c:pt>
                <c:pt idx="117">
                  <c:v>0.000193077509419424</c:v>
                </c:pt>
                <c:pt idx="118">
                  <c:v>0.000179927971662881</c:v>
                </c:pt>
                <c:pt idx="119">
                  <c:v>0.000191318238067935</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0.0000</c:formatCode>
                <c:ptCount val="120"/>
                <c:pt idx="0">
                  <c:v>0.00162150923009517</c:v>
                </c:pt>
                <c:pt idx="1">
                  <c:v>0.00125151416020429</c:v>
                </c:pt>
                <c:pt idx="2">
                  <c:v>0.00114979064081111</c:v>
                </c:pt>
                <c:pt idx="3">
                  <c:v>0.00101066812096562</c:v>
                </c:pt>
                <c:pt idx="4">
                  <c:v>0.000956834790761449</c:v>
                </c:pt>
                <c:pt idx="5">
                  <c:v>0.000957083856252537</c:v>
                </c:pt>
                <c:pt idx="6">
                  <c:v>0.000959987875503666</c:v>
                </c:pt>
                <c:pt idx="7">
                  <c:v>0.000763844627296442</c:v>
                </c:pt>
                <c:pt idx="8">
                  <c:v>0.000688805952370445</c:v>
                </c:pt>
                <c:pt idx="9">
                  <c:v>0.000620904101743568</c:v>
                </c:pt>
                <c:pt idx="10">
                  <c:v>0.000805362607004167</c:v>
                </c:pt>
                <c:pt idx="11">
                  <c:v>0.00058121176601099</c:v>
                </c:pt>
                <c:pt idx="12">
                  <c:v>0.000603098149556962</c:v>
                </c:pt>
                <c:pt idx="13">
                  <c:v>0.000642597186717434</c:v>
                </c:pt>
                <c:pt idx="14">
                  <c:v>0.000578558329879053</c:v>
                </c:pt>
                <c:pt idx="15">
                  <c:v>0.000507563136536144</c:v>
                </c:pt>
                <c:pt idx="16">
                  <c:v>0.000548723603485621</c:v>
                </c:pt>
                <c:pt idx="17">
                  <c:v>0.000519922774436721</c:v>
                </c:pt>
                <c:pt idx="18">
                  <c:v>0.000580253404115422</c:v>
                </c:pt>
                <c:pt idx="19">
                  <c:v>0.000469208516505346</c:v>
                </c:pt>
                <c:pt idx="20">
                  <c:v>0.00045808451182056</c:v>
                </c:pt>
                <c:pt idx="21">
                  <c:v>0.000473867602409065</c:v>
                </c:pt>
                <c:pt idx="22">
                  <c:v>0.000433168353671242</c:v>
                </c:pt>
                <c:pt idx="23">
                  <c:v>0.000439290040170955</c:v>
                </c:pt>
                <c:pt idx="24">
                  <c:v>0.000490199804903832</c:v>
                </c:pt>
                <c:pt idx="25">
                  <c:v>0.000433753832760354</c:v>
                </c:pt>
                <c:pt idx="26">
                  <c:v>0.000446654462995529</c:v>
                </c:pt>
                <c:pt idx="27">
                  <c:v>0.00041146711628802</c:v>
                </c:pt>
                <c:pt idx="28">
                  <c:v>0.000414112366696689</c:v>
                </c:pt>
                <c:pt idx="29">
                  <c:v>0.000422815050489431</c:v>
                </c:pt>
                <c:pt idx="30">
                  <c:v>0.000353965346422822</c:v>
                </c:pt>
                <c:pt idx="31">
                  <c:v>0.000342602181050026</c:v>
                </c:pt>
                <c:pt idx="32">
                  <c:v>0.00039854241290322</c:v>
                </c:pt>
                <c:pt idx="33">
                  <c:v>0.000403035109111776</c:v>
                </c:pt>
                <c:pt idx="34">
                  <c:v>0.000424135750453498</c:v>
                </c:pt>
                <c:pt idx="35">
                  <c:v>0.000377008170520836</c:v>
                </c:pt>
                <c:pt idx="36">
                  <c:v>0.000388973118736794</c:v>
                </c:pt>
                <c:pt idx="37">
                  <c:v>0.000322775400571393</c:v>
                </c:pt>
                <c:pt idx="38">
                  <c:v>0.000322080670161444</c:v>
                </c:pt>
                <c:pt idx="39">
                  <c:v>0.000376454050962545</c:v>
                </c:pt>
                <c:pt idx="40">
                  <c:v>0.000342284072918214</c:v>
                </c:pt>
                <c:pt idx="41">
                  <c:v>0.00031734217348233</c:v>
                </c:pt>
                <c:pt idx="42">
                  <c:v>0.000323016600427687</c:v>
                </c:pt>
                <c:pt idx="43">
                  <c:v>0.000331165371841223</c:v>
                </c:pt>
                <c:pt idx="44">
                  <c:v>0.000314159645767521</c:v>
                </c:pt>
                <c:pt idx="45">
                  <c:v>0.00034120123252972</c:v>
                </c:pt>
                <c:pt idx="46">
                  <c:v>0.00030925302820195</c:v>
                </c:pt>
                <c:pt idx="47">
                  <c:v>0.000295596562917945</c:v>
                </c:pt>
                <c:pt idx="48">
                  <c:v>0.000303429723919662</c:v>
                </c:pt>
                <c:pt idx="49">
                  <c:v>0.000303489475050726</c:v>
                </c:pt>
                <c:pt idx="50">
                  <c:v>0.000306805327127522</c:v>
                </c:pt>
                <c:pt idx="51">
                  <c:v>0.000268600628574595</c:v>
                </c:pt>
                <c:pt idx="52">
                  <c:v>0.00030041469342525</c:v>
                </c:pt>
                <c:pt idx="53">
                  <c:v>0.000322641089962441</c:v>
                </c:pt>
                <c:pt idx="54">
                  <c:v>0.000281918629408159</c:v>
                </c:pt>
                <c:pt idx="55">
                  <c:v>0.00029284931317953</c:v>
                </c:pt>
                <c:pt idx="56">
                  <c:v>0.000274381376279131</c:v>
                </c:pt>
                <c:pt idx="57">
                  <c:v>0.00027141287426741</c:v>
                </c:pt>
                <c:pt idx="58">
                  <c:v>0.000284721715409212</c:v>
                </c:pt>
                <c:pt idx="59">
                  <c:v>0.000264765107772761</c:v>
                </c:pt>
                <c:pt idx="60">
                  <c:v>0.000283708160252656</c:v>
                </c:pt>
                <c:pt idx="61">
                  <c:v>0.000267927437683808</c:v>
                </c:pt>
                <c:pt idx="62">
                  <c:v>0.000249735752812387</c:v>
                </c:pt>
                <c:pt idx="63">
                  <c:v>0.000271148550355646</c:v>
                </c:pt>
                <c:pt idx="64">
                  <c:v>0.000277036214544197</c:v>
                </c:pt>
                <c:pt idx="65">
                  <c:v>0.000260410724466243</c:v>
                </c:pt>
                <c:pt idx="66">
                  <c:v>0.000261928252845083</c:v>
                </c:pt>
                <c:pt idx="67">
                  <c:v>0.000261469598000042</c:v>
                </c:pt>
                <c:pt idx="68">
                  <c:v>0.000263732443190612</c:v>
                </c:pt>
                <c:pt idx="69">
                  <c:v>0.000281481609423553</c:v>
                </c:pt>
                <c:pt idx="70">
                  <c:v>0.000254384410943804</c:v>
                </c:pt>
                <c:pt idx="71">
                  <c:v>0.000254241278854078</c:v>
                </c:pt>
                <c:pt idx="72">
                  <c:v>0.000236740535759549</c:v>
                </c:pt>
                <c:pt idx="73">
                  <c:v>0.000263094646411968</c:v>
                </c:pt>
                <c:pt idx="74">
                  <c:v>0.000263773029470638</c:v>
                </c:pt>
                <c:pt idx="75">
                  <c:v>0.000250886632498791</c:v>
                </c:pt>
                <c:pt idx="76">
                  <c:v>0.000253659372958406</c:v>
                </c:pt>
                <c:pt idx="77">
                  <c:v>0.000258901385312236</c:v>
                </c:pt>
                <c:pt idx="78">
                  <c:v>0.00025277059870299</c:v>
                </c:pt>
                <c:pt idx="79">
                  <c:v>0.000245471863627625</c:v>
                </c:pt>
                <c:pt idx="80">
                  <c:v>0.000246070887991456</c:v>
                </c:pt>
                <c:pt idx="81">
                  <c:v>0.00025454691094012</c:v>
                </c:pt>
                <c:pt idx="82">
                  <c:v>0.000251418903851619</c:v>
                </c:pt>
                <c:pt idx="83">
                  <c:v>0.000259572449100748</c:v>
                </c:pt>
                <c:pt idx="84">
                  <c:v>0.000250056619180541</c:v>
                </c:pt>
                <c:pt idx="85">
                  <c:v>0.000253025251660925</c:v>
                </c:pt>
                <c:pt idx="86">
                  <c:v>0.000242678120868079</c:v>
                </c:pt>
                <c:pt idx="87">
                  <c:v>0.000231385797635706</c:v>
                </c:pt>
                <c:pt idx="88">
                  <c:v>0.000218597781343392</c:v>
                </c:pt>
                <c:pt idx="89">
                  <c:v>0.000236819542416085</c:v>
                </c:pt>
                <c:pt idx="90">
                  <c:v>0.000241391283536308</c:v>
                </c:pt>
                <c:pt idx="91">
                  <c:v>0.000239163014313015</c:v>
                </c:pt>
                <c:pt idx="92">
                  <c:v>0.000245918238078076</c:v>
                </c:pt>
                <c:pt idx="93">
                  <c:v>0.000231220252782284</c:v>
                </c:pt>
                <c:pt idx="94">
                  <c:v>0.000255909678593956</c:v>
                </c:pt>
                <c:pt idx="95">
                  <c:v>0.000222546936885806</c:v>
                </c:pt>
                <c:pt idx="96">
                  <c:v>0.000239105519129791</c:v>
                </c:pt>
                <c:pt idx="97">
                  <c:v>0.000229521195620231</c:v>
                </c:pt>
                <c:pt idx="98">
                  <c:v>0.000218608598516239</c:v>
                </c:pt>
                <c:pt idx="99">
                  <c:v>0.000242801103146408</c:v>
                </c:pt>
                <c:pt idx="100">
                  <c:v>0.000220471687130657</c:v>
                </c:pt>
                <c:pt idx="101">
                  <c:v>0.000237361862781673</c:v>
                </c:pt>
                <c:pt idx="102">
                  <c:v>0.000230298470255527</c:v>
                </c:pt>
                <c:pt idx="103">
                  <c:v>0.00022758157558525</c:v>
                </c:pt>
                <c:pt idx="104">
                  <c:v>0.000239911395492566</c:v>
                </c:pt>
                <c:pt idx="105">
                  <c:v>0.000232296958435117</c:v>
                </c:pt>
                <c:pt idx="106">
                  <c:v>0.00022126159257875</c:v>
                </c:pt>
                <c:pt idx="107">
                  <c:v>0.00020701217180315</c:v>
                </c:pt>
                <c:pt idx="108">
                  <c:v>0.000227569953693764</c:v>
                </c:pt>
                <c:pt idx="109">
                  <c:v>0.000224660713300911</c:v>
                </c:pt>
                <c:pt idx="110">
                  <c:v>0.000224779495257548</c:v>
                </c:pt>
                <c:pt idx="111">
                  <c:v>0.000237722756858918</c:v>
                </c:pt>
                <c:pt idx="112">
                  <c:v>0.000227394318456584</c:v>
                </c:pt>
                <c:pt idx="113">
                  <c:v>0.000227407441763908</c:v>
                </c:pt>
                <c:pt idx="114">
                  <c:v>0.00023295915673039</c:v>
                </c:pt>
                <c:pt idx="115">
                  <c:v>0.000222194768384198</c:v>
                </c:pt>
                <c:pt idx="116">
                  <c:v>0.000237354160634248</c:v>
                </c:pt>
                <c:pt idx="117">
                  <c:v>0.000218056139175418</c:v>
                </c:pt>
                <c:pt idx="118">
                  <c:v>0.000230665288649572</c:v>
                </c:pt>
                <c:pt idx="119">
                  <c:v>0.000222984485879977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Policy entropy (nats)</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c:formatCode>
                <c:ptCount val="120"/>
                <c:pt idx="0">
                  <c:v>1.87043261528015</c:v>
                </c:pt>
                <c:pt idx="1">
                  <c:v>1.53305995464325</c:v>
                </c:pt>
                <c:pt idx="2">
                  <c:v>1.39604651927948</c:v>
                </c:pt>
                <c:pt idx="3">
                  <c:v>1.31297516822815</c:v>
                </c:pt>
                <c:pt idx="4">
                  <c:v>1.21073400974274</c:v>
                </c:pt>
                <c:pt idx="5">
                  <c:v>1.11786639690399</c:v>
                </c:pt>
                <c:pt idx="6">
                  <c:v>0.991504848003387</c:v>
                </c:pt>
                <c:pt idx="7">
                  <c:v>0.990608930587769</c:v>
                </c:pt>
                <c:pt idx="8">
                  <c:v>0.850520610809326</c:v>
                </c:pt>
                <c:pt idx="9">
                  <c:v>0.738195598125458</c:v>
                </c:pt>
                <c:pt idx="10">
                  <c:v>0.714038968086243</c:v>
                </c:pt>
                <c:pt idx="11">
                  <c:v>0.638019561767578</c:v>
                </c:pt>
                <c:pt idx="12">
                  <c:v>0.598781824111938</c:v>
                </c:pt>
                <c:pt idx="13">
                  <c:v>0.549585580825806</c:v>
                </c:pt>
                <c:pt idx="14">
                  <c:v>0.532147824764252</c:v>
                </c:pt>
                <c:pt idx="15">
                  <c:v>0.50592315196991</c:v>
                </c:pt>
                <c:pt idx="16">
                  <c:v>0.458395928144455</c:v>
                </c:pt>
                <c:pt idx="17">
                  <c:v>0.44633948802948</c:v>
                </c:pt>
                <c:pt idx="18">
                  <c:v>0.445928931236267</c:v>
                </c:pt>
                <c:pt idx="19">
                  <c:v>0.459059715270996</c:v>
                </c:pt>
                <c:pt idx="20">
                  <c:v>0.422477841377258</c:v>
                </c:pt>
                <c:pt idx="21">
                  <c:v>0.373541325330734</c:v>
                </c:pt>
                <c:pt idx="22">
                  <c:v>0.402678310871124</c:v>
                </c:pt>
                <c:pt idx="23">
                  <c:v>0.416932195425034</c:v>
                </c:pt>
                <c:pt idx="24">
                  <c:v>0.387600392103195</c:v>
                </c:pt>
                <c:pt idx="25">
                  <c:v>0.338805794715881</c:v>
                </c:pt>
                <c:pt idx="26">
                  <c:v>0.319153130054474</c:v>
                </c:pt>
                <c:pt idx="27">
                  <c:v>0.300668269395828</c:v>
                </c:pt>
                <c:pt idx="28">
                  <c:v>0.288538366556168</c:v>
                </c:pt>
                <c:pt idx="29">
                  <c:v>0.271119654178619</c:v>
                </c:pt>
                <c:pt idx="30">
                  <c:v>0.277485936880112</c:v>
                </c:pt>
                <c:pt idx="31">
                  <c:v>0.265289783477783</c:v>
                </c:pt>
                <c:pt idx="32">
                  <c:v>0.258731663227081</c:v>
                </c:pt>
                <c:pt idx="33">
                  <c:v>0.244377374649048</c:v>
                </c:pt>
                <c:pt idx="34">
                  <c:v>0.239072322845459</c:v>
                </c:pt>
                <c:pt idx="35">
                  <c:v>0.230286657810211</c:v>
                </c:pt>
                <c:pt idx="36">
                  <c:v>0.232095405459404</c:v>
                </c:pt>
                <c:pt idx="37">
                  <c:v>0.229661762714386</c:v>
                </c:pt>
                <c:pt idx="38">
                  <c:v>0.224186360836029</c:v>
                </c:pt>
                <c:pt idx="39">
                  <c:v>0.236160725355148</c:v>
                </c:pt>
                <c:pt idx="40">
                  <c:v>0.235680133104324</c:v>
                </c:pt>
                <c:pt idx="41">
                  <c:v>0.245863527059555</c:v>
                </c:pt>
                <c:pt idx="42">
                  <c:v>0.24274268746376</c:v>
                </c:pt>
                <c:pt idx="43">
                  <c:v>0.252564340829849</c:v>
                </c:pt>
                <c:pt idx="44">
                  <c:v>0.241266414523125</c:v>
                </c:pt>
                <c:pt idx="45">
                  <c:v>0.237107023596764</c:v>
                </c:pt>
                <c:pt idx="46">
                  <c:v>0.255682796239853</c:v>
                </c:pt>
                <c:pt idx="47">
                  <c:v>0.247961446642876</c:v>
                </c:pt>
                <c:pt idx="48">
                  <c:v>0.239443048834801</c:v>
                </c:pt>
                <c:pt idx="49">
                  <c:v>0.250115871429443</c:v>
                </c:pt>
                <c:pt idx="50">
                  <c:v>0.240523442625999</c:v>
                </c:pt>
                <c:pt idx="51">
                  <c:v>0.243764936923981</c:v>
                </c:pt>
                <c:pt idx="52">
                  <c:v>0.253842115402222</c:v>
                </c:pt>
                <c:pt idx="53">
                  <c:v>0.237859889864922</c:v>
                </c:pt>
                <c:pt idx="54">
                  <c:v>0.238621294498444</c:v>
                </c:pt>
                <c:pt idx="55">
                  <c:v>0.223288744688034</c:v>
                </c:pt>
                <c:pt idx="56">
                  <c:v>0.236076697707176</c:v>
                </c:pt>
                <c:pt idx="57">
                  <c:v>0.224948018789291</c:v>
                </c:pt>
                <c:pt idx="58">
                  <c:v>0.226798325777054</c:v>
                </c:pt>
                <c:pt idx="59">
                  <c:v>0.22838406264782</c:v>
                </c:pt>
                <c:pt idx="60">
                  <c:v>0.224451422691345</c:v>
                </c:pt>
                <c:pt idx="61">
                  <c:v>0.225634843111038</c:v>
                </c:pt>
                <c:pt idx="62">
                  <c:v>0.230298921465874</c:v>
                </c:pt>
                <c:pt idx="63">
                  <c:v>0.247444003820419</c:v>
                </c:pt>
                <c:pt idx="64">
                  <c:v>0.235829144716263</c:v>
                </c:pt>
                <c:pt idx="65">
                  <c:v>0.236756429076195</c:v>
                </c:pt>
                <c:pt idx="66">
                  <c:v>0.231900602579117</c:v>
                </c:pt>
                <c:pt idx="67">
                  <c:v>0.231586694717407</c:v>
                </c:pt>
                <c:pt idx="68">
                  <c:v>0.214794382452965</c:v>
                </c:pt>
                <c:pt idx="69">
                  <c:v>0.219953402876854</c:v>
                </c:pt>
                <c:pt idx="70">
                  <c:v>0.216086015105247</c:v>
                </c:pt>
                <c:pt idx="71">
                  <c:v>0.231229215860367</c:v>
                </c:pt>
                <c:pt idx="72">
                  <c:v>0.222184330224991</c:v>
                </c:pt>
                <c:pt idx="73">
                  <c:v>0.222102388739586</c:v>
                </c:pt>
                <c:pt idx="74">
                  <c:v>0.212064489722252</c:v>
                </c:pt>
                <c:pt idx="75">
                  <c:v>0.209723353385925</c:v>
                </c:pt>
                <c:pt idx="76">
                  <c:v>0.222120821475983</c:v>
                </c:pt>
                <c:pt idx="77">
                  <c:v>0.211551830172539</c:v>
                </c:pt>
                <c:pt idx="78">
                  <c:v>0.217886418104172</c:v>
                </c:pt>
                <c:pt idx="79">
                  <c:v>0.216623887419701</c:v>
                </c:pt>
                <c:pt idx="80">
                  <c:v>0.205689951777458</c:v>
                </c:pt>
                <c:pt idx="81">
                  <c:v>0.224705740809441</c:v>
                </c:pt>
                <c:pt idx="82">
                  <c:v>0.226050436496735</c:v>
                </c:pt>
                <c:pt idx="83">
                  <c:v>0.216807052493095</c:v>
                </c:pt>
                <c:pt idx="84">
                  <c:v>0.225229203701019</c:v>
                </c:pt>
                <c:pt idx="85">
                  <c:v>0.228570848703384</c:v>
                </c:pt>
                <c:pt idx="86">
                  <c:v>0.213531374931335</c:v>
                </c:pt>
                <c:pt idx="87">
                  <c:v>0.212686330080032</c:v>
                </c:pt>
                <c:pt idx="88">
                  <c:v>0.229979142546654</c:v>
                </c:pt>
                <c:pt idx="89">
                  <c:v>0.207401037216187</c:v>
                </c:pt>
                <c:pt idx="90">
                  <c:v>0.220176726579666</c:v>
                </c:pt>
                <c:pt idx="91">
                  <c:v>0.205325648188591</c:v>
                </c:pt>
                <c:pt idx="92">
                  <c:v>0.211506098508835</c:v>
                </c:pt>
                <c:pt idx="93">
                  <c:v>0.216953724622726</c:v>
                </c:pt>
                <c:pt idx="94">
                  <c:v>0.203391119837761</c:v>
                </c:pt>
                <c:pt idx="95">
                  <c:v>0.193958342075348</c:v>
                </c:pt>
                <c:pt idx="96">
                  <c:v>0.189541339874268</c:v>
                </c:pt>
                <c:pt idx="97">
                  <c:v>0.203371196985245</c:v>
                </c:pt>
                <c:pt idx="98">
                  <c:v>0.215816646814346</c:v>
                </c:pt>
                <c:pt idx="99">
                  <c:v>0.201076418161392</c:v>
                </c:pt>
                <c:pt idx="100">
                  <c:v>0.211982637643814</c:v>
                </c:pt>
                <c:pt idx="101">
                  <c:v>0.206935942173004</c:v>
                </c:pt>
                <c:pt idx="102">
                  <c:v>0.200124189257622</c:v>
                </c:pt>
                <c:pt idx="103">
                  <c:v>0.205845147371292</c:v>
                </c:pt>
                <c:pt idx="104">
                  <c:v>0.200377225875854</c:v>
                </c:pt>
                <c:pt idx="105">
                  <c:v>0.213903307914734</c:v>
                </c:pt>
                <c:pt idx="106">
                  <c:v>0.205972284078598</c:v>
                </c:pt>
                <c:pt idx="107">
                  <c:v>0.206704720854759</c:v>
                </c:pt>
                <c:pt idx="108">
                  <c:v>0.209483534097672</c:v>
                </c:pt>
                <c:pt idx="109">
                  <c:v>0.201256737112999</c:v>
                </c:pt>
                <c:pt idx="110">
                  <c:v>0.200525045394897</c:v>
                </c:pt>
                <c:pt idx="111">
                  <c:v>0.201970964670181</c:v>
                </c:pt>
                <c:pt idx="112">
                  <c:v>0.200312793254852</c:v>
                </c:pt>
                <c:pt idx="113">
                  <c:v>0.205116361379623</c:v>
                </c:pt>
                <c:pt idx="114">
                  <c:v>0.206511169672012</c:v>
                </c:pt>
                <c:pt idx="115">
                  <c:v>0.196030110120773</c:v>
                </c:pt>
                <c:pt idx="116">
                  <c:v>0.200396880507469</c:v>
                </c:pt>
                <c:pt idx="117">
                  <c:v>0.197668671607971</c:v>
                </c:pt>
                <c:pt idx="118">
                  <c:v>0.197448834776878</c:v>
                </c:pt>
                <c:pt idx="119">
                  <c:v>0.202265009284019</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c:formatCode>
                <c:ptCount val="120"/>
                <c:pt idx="0">
                  <c:v>1.86440181732178</c:v>
                </c:pt>
                <c:pt idx="1">
                  <c:v>1.65351033210754</c:v>
                </c:pt>
                <c:pt idx="2">
                  <c:v>1.40584540367126</c:v>
                </c:pt>
                <c:pt idx="3">
                  <c:v>1.28230357170105</c:v>
                </c:pt>
                <c:pt idx="4">
                  <c:v>1.16759467124939</c:v>
                </c:pt>
                <c:pt idx="5">
                  <c:v>1.12575435638428</c:v>
                </c:pt>
                <c:pt idx="6">
                  <c:v>1.09113168716431</c:v>
                </c:pt>
                <c:pt idx="7">
                  <c:v>0.994549870491028</c:v>
                </c:pt>
                <c:pt idx="8">
                  <c:v>0.901520431041718</c:v>
                </c:pt>
                <c:pt idx="9">
                  <c:v>0.824705004692078</c:v>
                </c:pt>
                <c:pt idx="10">
                  <c:v>0.790246725082397</c:v>
                </c:pt>
                <c:pt idx="11">
                  <c:v>0.73400342464447</c:v>
                </c:pt>
                <c:pt idx="12">
                  <c:v>0.712414920330048</c:v>
                </c:pt>
                <c:pt idx="13">
                  <c:v>0.668136775493622</c:v>
                </c:pt>
                <c:pt idx="14">
                  <c:v>0.651877462863922</c:v>
                </c:pt>
                <c:pt idx="15">
                  <c:v>0.604374051094055</c:v>
                </c:pt>
                <c:pt idx="16">
                  <c:v>0.614683628082275</c:v>
                </c:pt>
                <c:pt idx="17">
                  <c:v>0.592386662960052</c:v>
                </c:pt>
                <c:pt idx="18">
                  <c:v>0.541100382804871</c:v>
                </c:pt>
                <c:pt idx="19">
                  <c:v>0.531730890274048</c:v>
                </c:pt>
                <c:pt idx="20">
                  <c:v>0.502961218357086</c:v>
                </c:pt>
                <c:pt idx="21">
                  <c:v>0.491362392902374</c:v>
                </c:pt>
                <c:pt idx="22">
                  <c:v>0.473103582859039</c:v>
                </c:pt>
                <c:pt idx="23">
                  <c:v>0.453775882720947</c:v>
                </c:pt>
                <c:pt idx="24">
                  <c:v>0.451775550842285</c:v>
                </c:pt>
                <c:pt idx="25">
                  <c:v>0.437863290309906</c:v>
                </c:pt>
                <c:pt idx="26">
                  <c:v>0.450187921524048</c:v>
                </c:pt>
                <c:pt idx="27">
                  <c:v>0.423844993114471</c:v>
                </c:pt>
                <c:pt idx="28">
                  <c:v>0.414862334728241</c:v>
                </c:pt>
                <c:pt idx="29">
                  <c:v>0.430269837379456</c:v>
                </c:pt>
                <c:pt idx="30">
                  <c:v>0.422934055328369</c:v>
                </c:pt>
                <c:pt idx="31">
                  <c:v>0.425689339637756</c:v>
                </c:pt>
                <c:pt idx="32">
                  <c:v>0.405291050672531</c:v>
                </c:pt>
                <c:pt idx="33">
                  <c:v>0.380073249340057</c:v>
                </c:pt>
                <c:pt idx="34">
                  <c:v>0.371334731578827</c:v>
                </c:pt>
                <c:pt idx="35">
                  <c:v>0.399290025234222</c:v>
                </c:pt>
                <c:pt idx="36">
                  <c:v>0.401550710201263</c:v>
                </c:pt>
                <c:pt idx="37">
                  <c:v>0.392222136259079</c:v>
                </c:pt>
                <c:pt idx="38">
                  <c:v>0.381552189588547</c:v>
                </c:pt>
                <c:pt idx="39">
                  <c:v>0.367602199316025</c:v>
                </c:pt>
                <c:pt idx="40">
                  <c:v>0.382152289152145</c:v>
                </c:pt>
                <c:pt idx="41">
                  <c:v>0.377964496612549</c:v>
                </c:pt>
                <c:pt idx="42">
                  <c:v>0.386873334646225</c:v>
                </c:pt>
                <c:pt idx="43">
                  <c:v>0.359438538551331</c:v>
                </c:pt>
                <c:pt idx="44">
                  <c:v>0.358161449432373</c:v>
                </c:pt>
                <c:pt idx="45">
                  <c:v>0.354239672422409</c:v>
                </c:pt>
                <c:pt idx="46">
                  <c:v>0.343929052352905</c:v>
                </c:pt>
                <c:pt idx="47">
                  <c:v>0.375814139842987</c:v>
                </c:pt>
                <c:pt idx="48">
                  <c:v>0.368893146514893</c:v>
                </c:pt>
                <c:pt idx="49">
                  <c:v>0.348310202360153</c:v>
                </c:pt>
                <c:pt idx="50">
                  <c:v>0.345644593238831</c:v>
                </c:pt>
                <c:pt idx="51">
                  <c:v>0.341263949871063</c:v>
                </c:pt>
                <c:pt idx="52">
                  <c:v>0.353834837675095</c:v>
                </c:pt>
                <c:pt idx="53">
                  <c:v>0.341992199420929</c:v>
                </c:pt>
                <c:pt idx="54">
                  <c:v>0.327668309211731</c:v>
                </c:pt>
                <c:pt idx="55">
                  <c:v>0.346167623996735</c:v>
                </c:pt>
                <c:pt idx="56">
                  <c:v>0.336727231740952</c:v>
                </c:pt>
                <c:pt idx="57">
                  <c:v>0.346530437469482</c:v>
                </c:pt>
                <c:pt idx="58">
                  <c:v>0.341321289539337</c:v>
                </c:pt>
                <c:pt idx="59">
                  <c:v>0.334095001220703</c:v>
                </c:pt>
                <c:pt idx="60">
                  <c:v>0.345482438802719</c:v>
                </c:pt>
                <c:pt idx="61">
                  <c:v>0.332826852798462</c:v>
                </c:pt>
                <c:pt idx="62">
                  <c:v>0.344293683767319</c:v>
                </c:pt>
                <c:pt idx="63">
                  <c:v>0.342128694057465</c:v>
                </c:pt>
                <c:pt idx="64">
                  <c:v>0.318918138742447</c:v>
                </c:pt>
                <c:pt idx="65">
                  <c:v>0.334420263767242</c:v>
                </c:pt>
                <c:pt idx="66">
                  <c:v>0.347684323787689</c:v>
                </c:pt>
                <c:pt idx="67">
                  <c:v>0.337215900421143</c:v>
                </c:pt>
                <c:pt idx="68">
                  <c:v>0.325208872556686</c:v>
                </c:pt>
                <c:pt idx="69">
                  <c:v>0.33480566740036</c:v>
                </c:pt>
                <c:pt idx="70">
                  <c:v>0.325296849012375</c:v>
                </c:pt>
                <c:pt idx="71">
                  <c:v>0.332038372755051</c:v>
                </c:pt>
                <c:pt idx="72">
                  <c:v>0.321812093257904</c:v>
                </c:pt>
                <c:pt idx="73">
                  <c:v>0.3405721783638</c:v>
                </c:pt>
                <c:pt idx="74">
                  <c:v>0.34865865111351</c:v>
                </c:pt>
                <c:pt idx="75">
                  <c:v>0.333381116390228</c:v>
                </c:pt>
                <c:pt idx="76">
                  <c:v>0.332094877958298</c:v>
                </c:pt>
                <c:pt idx="77">
                  <c:v>0.341773241758347</c:v>
                </c:pt>
                <c:pt idx="78">
                  <c:v>0.342119067907333</c:v>
                </c:pt>
                <c:pt idx="79">
                  <c:v>0.348946899175644</c:v>
                </c:pt>
                <c:pt idx="80">
                  <c:v>0.347909450531006</c:v>
                </c:pt>
                <c:pt idx="81">
                  <c:v>0.331919610500336</c:v>
                </c:pt>
                <c:pt idx="82">
                  <c:v>0.342439770698547</c:v>
                </c:pt>
                <c:pt idx="83">
                  <c:v>0.350661247968674</c:v>
                </c:pt>
                <c:pt idx="84">
                  <c:v>0.34901088476181</c:v>
                </c:pt>
                <c:pt idx="85">
                  <c:v>0.344707608222961</c:v>
                </c:pt>
                <c:pt idx="86">
                  <c:v>0.339549124240875</c:v>
                </c:pt>
                <c:pt idx="87">
                  <c:v>0.33880227804184</c:v>
                </c:pt>
                <c:pt idx="88">
                  <c:v>0.333770990371704</c:v>
                </c:pt>
                <c:pt idx="89">
                  <c:v>0.3330919444561</c:v>
                </c:pt>
                <c:pt idx="90">
                  <c:v>0.338769376277924</c:v>
                </c:pt>
                <c:pt idx="91">
                  <c:v>0.340826869010925</c:v>
                </c:pt>
                <c:pt idx="92">
                  <c:v>0.338543474674225</c:v>
                </c:pt>
                <c:pt idx="93">
                  <c:v>0.345622599124908</c:v>
                </c:pt>
                <c:pt idx="94">
                  <c:v>0.346896350383759</c:v>
                </c:pt>
                <c:pt idx="95">
                  <c:v>0.322207927703857</c:v>
                </c:pt>
                <c:pt idx="96">
                  <c:v>0.337282776832581</c:v>
                </c:pt>
                <c:pt idx="97">
                  <c:v>0.324082732200623</c:v>
                </c:pt>
                <c:pt idx="98">
                  <c:v>0.333099871873856</c:v>
                </c:pt>
                <c:pt idx="99">
                  <c:v>0.336230725049973</c:v>
                </c:pt>
                <c:pt idx="100">
                  <c:v>0.333484053611755</c:v>
                </c:pt>
                <c:pt idx="101">
                  <c:v>0.329763829708099</c:v>
                </c:pt>
                <c:pt idx="102">
                  <c:v>0.328668355941772</c:v>
                </c:pt>
                <c:pt idx="103">
                  <c:v>0.323731958866119</c:v>
                </c:pt>
                <c:pt idx="104">
                  <c:v>0.334260225296021</c:v>
                </c:pt>
                <c:pt idx="105">
                  <c:v>0.329823017120361</c:v>
                </c:pt>
                <c:pt idx="106">
                  <c:v>0.336816608905792</c:v>
                </c:pt>
                <c:pt idx="107">
                  <c:v>0.342825591564178</c:v>
                </c:pt>
                <c:pt idx="108">
                  <c:v>0.34161788225174</c:v>
                </c:pt>
                <c:pt idx="109">
                  <c:v>0.329216331243515</c:v>
                </c:pt>
                <c:pt idx="110">
                  <c:v>0.338869541883469</c:v>
                </c:pt>
                <c:pt idx="111">
                  <c:v>0.332247048616409</c:v>
                </c:pt>
                <c:pt idx="112">
                  <c:v>0.324677228927612</c:v>
                </c:pt>
                <c:pt idx="113">
                  <c:v>0.329536736011505</c:v>
                </c:pt>
                <c:pt idx="114">
                  <c:v>0.331076502799988</c:v>
                </c:pt>
                <c:pt idx="115">
                  <c:v>0.336737602949142</c:v>
                </c:pt>
                <c:pt idx="116">
                  <c:v>0.339140892028809</c:v>
                </c:pt>
                <c:pt idx="117">
                  <c:v>0.33032238483429</c:v>
                </c:pt>
                <c:pt idx="118">
                  <c:v>0.331383228302002</c:v>
                </c:pt>
                <c:pt idx="119">
                  <c:v>0.330716341733932</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c:formatCode>
                <c:ptCount val="120"/>
                <c:pt idx="0">
                  <c:v>1.90808272361755</c:v>
                </c:pt>
                <c:pt idx="1">
                  <c:v>1.63663363456726</c:v>
                </c:pt>
                <c:pt idx="2">
                  <c:v>1.39389967918396</c:v>
                </c:pt>
                <c:pt idx="3">
                  <c:v>1.25192356109619</c:v>
                </c:pt>
                <c:pt idx="4">
                  <c:v>1.11578941345215</c:v>
                </c:pt>
                <c:pt idx="5">
                  <c:v>1.00232124328613</c:v>
                </c:pt>
                <c:pt idx="6">
                  <c:v>0.938017249107361</c:v>
                </c:pt>
                <c:pt idx="7">
                  <c:v>0.851766228675842</c:v>
                </c:pt>
                <c:pt idx="8">
                  <c:v>0.765390634536743</c:v>
                </c:pt>
                <c:pt idx="9">
                  <c:v>0.692922711372375</c:v>
                </c:pt>
                <c:pt idx="10">
                  <c:v>0.651101589202881</c:v>
                </c:pt>
                <c:pt idx="11">
                  <c:v>0.59092903137207</c:v>
                </c:pt>
                <c:pt idx="12">
                  <c:v>0.584318220615387</c:v>
                </c:pt>
                <c:pt idx="13">
                  <c:v>0.626864492893219</c:v>
                </c:pt>
                <c:pt idx="14">
                  <c:v>0.570806980133057</c:v>
                </c:pt>
                <c:pt idx="15">
                  <c:v>0.55818122625351</c:v>
                </c:pt>
                <c:pt idx="16">
                  <c:v>0.53991961479187</c:v>
                </c:pt>
                <c:pt idx="17">
                  <c:v>0.558269739151001</c:v>
                </c:pt>
                <c:pt idx="18">
                  <c:v>0.48915633559227</c:v>
                </c:pt>
                <c:pt idx="19">
                  <c:v>0.478405922651291</c:v>
                </c:pt>
                <c:pt idx="20">
                  <c:v>0.435599148273468</c:v>
                </c:pt>
                <c:pt idx="21">
                  <c:v>0.43511837720871</c:v>
                </c:pt>
                <c:pt idx="22">
                  <c:v>0.415082901716232</c:v>
                </c:pt>
                <c:pt idx="23">
                  <c:v>0.430065363645554</c:v>
                </c:pt>
                <c:pt idx="24">
                  <c:v>0.42770129442215</c:v>
                </c:pt>
                <c:pt idx="25">
                  <c:v>0.43872281908989</c:v>
                </c:pt>
                <c:pt idx="26">
                  <c:v>0.419997453689575</c:v>
                </c:pt>
                <c:pt idx="27">
                  <c:v>0.42690098285675</c:v>
                </c:pt>
                <c:pt idx="28">
                  <c:v>0.42136162519455</c:v>
                </c:pt>
                <c:pt idx="29">
                  <c:v>0.410093903541565</c:v>
                </c:pt>
                <c:pt idx="30">
                  <c:v>0.3955197930336</c:v>
                </c:pt>
                <c:pt idx="31">
                  <c:v>0.385965317487717</c:v>
                </c:pt>
                <c:pt idx="32">
                  <c:v>0.397626638412476</c:v>
                </c:pt>
                <c:pt idx="33">
                  <c:v>0.399243474006653</c:v>
                </c:pt>
                <c:pt idx="34">
                  <c:v>0.397376745939255</c:v>
                </c:pt>
                <c:pt idx="35">
                  <c:v>0.375736445188522</c:v>
                </c:pt>
                <c:pt idx="36">
                  <c:v>0.424680411815643</c:v>
                </c:pt>
                <c:pt idx="37">
                  <c:v>0.374129861593246</c:v>
                </c:pt>
                <c:pt idx="38">
                  <c:v>0.404090493917465</c:v>
                </c:pt>
                <c:pt idx="39">
                  <c:v>0.390506267547607</c:v>
                </c:pt>
                <c:pt idx="40">
                  <c:v>0.408025979995728</c:v>
                </c:pt>
                <c:pt idx="41">
                  <c:v>0.405768990516663</c:v>
                </c:pt>
                <c:pt idx="42">
                  <c:v>0.395305037498474</c:v>
                </c:pt>
                <c:pt idx="43">
                  <c:v>0.419469088315964</c:v>
                </c:pt>
                <c:pt idx="44">
                  <c:v>0.395464420318604</c:v>
                </c:pt>
                <c:pt idx="45">
                  <c:v>0.385637372732162</c:v>
                </c:pt>
                <c:pt idx="46">
                  <c:v>0.374047219753265</c:v>
                </c:pt>
                <c:pt idx="47">
                  <c:v>0.355374187231064</c:v>
                </c:pt>
                <c:pt idx="48">
                  <c:v>0.370332062244415</c:v>
                </c:pt>
                <c:pt idx="49">
                  <c:v>0.363286733627319</c:v>
                </c:pt>
                <c:pt idx="50">
                  <c:v>0.379271268844604</c:v>
                </c:pt>
                <c:pt idx="51">
                  <c:v>0.396238088607788</c:v>
                </c:pt>
                <c:pt idx="52">
                  <c:v>0.396588265895844</c:v>
                </c:pt>
                <c:pt idx="53">
                  <c:v>0.403936743736267</c:v>
                </c:pt>
                <c:pt idx="54">
                  <c:v>0.385566592216492</c:v>
                </c:pt>
                <c:pt idx="55">
                  <c:v>0.365242183208466</c:v>
                </c:pt>
                <c:pt idx="56">
                  <c:v>0.363757491111755</c:v>
                </c:pt>
                <c:pt idx="57">
                  <c:v>0.372051298618317</c:v>
                </c:pt>
                <c:pt idx="58">
                  <c:v>0.371484935283661</c:v>
                </c:pt>
                <c:pt idx="59">
                  <c:v>0.363461971282959</c:v>
                </c:pt>
                <c:pt idx="60">
                  <c:v>0.37104457616806</c:v>
                </c:pt>
                <c:pt idx="61">
                  <c:v>0.383854001760483</c:v>
                </c:pt>
                <c:pt idx="62">
                  <c:v>0.369918286800385</c:v>
                </c:pt>
                <c:pt idx="63">
                  <c:v>0.362380504608154</c:v>
                </c:pt>
                <c:pt idx="64">
                  <c:v>0.360759615898132</c:v>
                </c:pt>
                <c:pt idx="65">
                  <c:v>0.346700727939606</c:v>
                </c:pt>
                <c:pt idx="66">
                  <c:v>0.360893905162811</c:v>
                </c:pt>
                <c:pt idx="67">
                  <c:v>0.346727311611176</c:v>
                </c:pt>
                <c:pt idx="68">
                  <c:v>0.366117298603058</c:v>
                </c:pt>
                <c:pt idx="69">
                  <c:v>0.342403382062912</c:v>
                </c:pt>
                <c:pt idx="70">
                  <c:v>0.354668706655502</c:v>
                </c:pt>
                <c:pt idx="71">
                  <c:v>0.361452668905258</c:v>
                </c:pt>
                <c:pt idx="72">
                  <c:v>0.346528232097626</c:v>
                </c:pt>
                <c:pt idx="73">
                  <c:v>0.358410567045212</c:v>
                </c:pt>
                <c:pt idx="74">
                  <c:v>0.359760582447052</c:v>
                </c:pt>
                <c:pt idx="75">
                  <c:v>0.354501575231552</c:v>
                </c:pt>
                <c:pt idx="76">
                  <c:v>0.336416959762573</c:v>
                </c:pt>
                <c:pt idx="77">
                  <c:v>0.35333725810051</c:v>
                </c:pt>
                <c:pt idx="78">
                  <c:v>0.334650456905365</c:v>
                </c:pt>
                <c:pt idx="79">
                  <c:v>0.33957239985466</c:v>
                </c:pt>
                <c:pt idx="80">
                  <c:v>0.347682684659958</c:v>
                </c:pt>
                <c:pt idx="81">
                  <c:v>0.332402378320694</c:v>
                </c:pt>
                <c:pt idx="82">
                  <c:v>0.340893864631653</c:v>
                </c:pt>
                <c:pt idx="83">
                  <c:v>0.351764261722565</c:v>
                </c:pt>
                <c:pt idx="84">
                  <c:v>0.349438518285751</c:v>
                </c:pt>
                <c:pt idx="85">
                  <c:v>0.349176406860352</c:v>
                </c:pt>
                <c:pt idx="86">
                  <c:v>0.357220143079758</c:v>
                </c:pt>
                <c:pt idx="87">
                  <c:v>0.356726884841919</c:v>
                </c:pt>
                <c:pt idx="88">
                  <c:v>0.363341063261032</c:v>
                </c:pt>
                <c:pt idx="89">
                  <c:v>0.353106588125229</c:v>
                </c:pt>
                <c:pt idx="90">
                  <c:v>0.337725639343262</c:v>
                </c:pt>
                <c:pt idx="91">
                  <c:v>0.344477713108063</c:v>
                </c:pt>
                <c:pt idx="92">
                  <c:v>0.340970635414124</c:v>
                </c:pt>
                <c:pt idx="93">
                  <c:v>0.330123364925385</c:v>
                </c:pt>
                <c:pt idx="94">
                  <c:v>0.343287438154221</c:v>
                </c:pt>
                <c:pt idx="95">
                  <c:v>0.336997240781784</c:v>
                </c:pt>
                <c:pt idx="96">
                  <c:v>0.357117384672165</c:v>
                </c:pt>
                <c:pt idx="97">
                  <c:v>0.342520117759705</c:v>
                </c:pt>
                <c:pt idx="98">
                  <c:v>0.330447554588318</c:v>
                </c:pt>
                <c:pt idx="99">
                  <c:v>0.329755425453186</c:v>
                </c:pt>
                <c:pt idx="100">
                  <c:v>0.334773153066635</c:v>
                </c:pt>
                <c:pt idx="101">
                  <c:v>0.342662036418915</c:v>
                </c:pt>
                <c:pt idx="102">
                  <c:v>0.334794372320175</c:v>
                </c:pt>
                <c:pt idx="103">
                  <c:v>0.348945111036301</c:v>
                </c:pt>
                <c:pt idx="104">
                  <c:v>0.33262038230896</c:v>
                </c:pt>
                <c:pt idx="105">
                  <c:v>0.33306810259819</c:v>
                </c:pt>
                <c:pt idx="106">
                  <c:v>0.335219860076904</c:v>
                </c:pt>
                <c:pt idx="107">
                  <c:v>0.329761385917664</c:v>
                </c:pt>
                <c:pt idx="108">
                  <c:v>0.327413320541382</c:v>
                </c:pt>
                <c:pt idx="109">
                  <c:v>0.33674281835556</c:v>
                </c:pt>
                <c:pt idx="110">
                  <c:v>0.337743520736694</c:v>
                </c:pt>
                <c:pt idx="111">
                  <c:v>0.335844159126282</c:v>
                </c:pt>
                <c:pt idx="112">
                  <c:v>0.332516938447952</c:v>
                </c:pt>
                <c:pt idx="113">
                  <c:v>0.341908812522888</c:v>
                </c:pt>
                <c:pt idx="114">
                  <c:v>0.327383726835251</c:v>
                </c:pt>
                <c:pt idx="115">
                  <c:v>0.337673902511597</c:v>
                </c:pt>
                <c:pt idx="116">
                  <c:v>0.331481754779816</c:v>
                </c:pt>
                <c:pt idx="117">
                  <c:v>0.336594998836517</c:v>
                </c:pt>
                <c:pt idx="118">
                  <c:v>0.332590699195862</c:v>
                </c:pt>
                <c:pt idx="119">
                  <c:v>0.335126727819443</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c:formatCode>
                <c:ptCount val="120"/>
                <c:pt idx="0">
                  <c:v>1.91125416755676</c:v>
                </c:pt>
                <c:pt idx="1">
                  <c:v>1.58752572536469</c:v>
                </c:pt>
                <c:pt idx="2">
                  <c:v>1.38036322593689</c:v>
                </c:pt>
                <c:pt idx="3">
                  <c:v>1.27817511558533</c:v>
                </c:pt>
                <c:pt idx="4">
                  <c:v>1.14349734783173</c:v>
                </c:pt>
                <c:pt idx="5">
                  <c:v>1.08086204528809</c:v>
                </c:pt>
                <c:pt idx="6">
                  <c:v>0.972841739654541</c:v>
                </c:pt>
                <c:pt idx="7">
                  <c:v>0.891766011714935</c:v>
                </c:pt>
                <c:pt idx="8">
                  <c:v>0.857434928417206</c:v>
                </c:pt>
                <c:pt idx="9">
                  <c:v>0.754472613334656</c:v>
                </c:pt>
                <c:pt idx="10">
                  <c:v>0.728949725627899</c:v>
                </c:pt>
                <c:pt idx="11">
                  <c:v>0.660315334796906</c:v>
                </c:pt>
                <c:pt idx="12">
                  <c:v>0.63329666852951</c:v>
                </c:pt>
                <c:pt idx="13">
                  <c:v>0.640652060508728</c:v>
                </c:pt>
                <c:pt idx="14">
                  <c:v>0.550993025302887</c:v>
                </c:pt>
                <c:pt idx="15">
                  <c:v>0.524819254875183</c:v>
                </c:pt>
                <c:pt idx="16">
                  <c:v>0.525681912899017</c:v>
                </c:pt>
                <c:pt idx="17">
                  <c:v>0.501573801040649</c:v>
                </c:pt>
                <c:pt idx="18">
                  <c:v>0.481444597244263</c:v>
                </c:pt>
                <c:pt idx="19">
                  <c:v>0.469179332256317</c:v>
                </c:pt>
                <c:pt idx="20">
                  <c:v>0.467467397451401</c:v>
                </c:pt>
                <c:pt idx="21">
                  <c:v>0.451590150594711</c:v>
                </c:pt>
                <c:pt idx="22">
                  <c:v>0.411757826805115</c:v>
                </c:pt>
                <c:pt idx="23">
                  <c:v>0.419036477804184</c:v>
                </c:pt>
                <c:pt idx="24">
                  <c:v>0.428824871778488</c:v>
                </c:pt>
                <c:pt idx="25">
                  <c:v>0.444477915763855</c:v>
                </c:pt>
                <c:pt idx="26">
                  <c:v>0.434800386428833</c:v>
                </c:pt>
                <c:pt idx="27">
                  <c:v>0.424863159656525</c:v>
                </c:pt>
                <c:pt idx="28">
                  <c:v>0.415952056646347</c:v>
                </c:pt>
                <c:pt idx="29">
                  <c:v>0.407625406980515</c:v>
                </c:pt>
                <c:pt idx="30">
                  <c:v>0.436360120773315</c:v>
                </c:pt>
                <c:pt idx="31">
                  <c:v>0.412200331687927</c:v>
                </c:pt>
                <c:pt idx="32">
                  <c:v>0.392116278409958</c:v>
                </c:pt>
                <c:pt idx="33">
                  <c:v>0.422628700733185</c:v>
                </c:pt>
                <c:pt idx="34">
                  <c:v>0.424464404582977</c:v>
                </c:pt>
                <c:pt idx="35">
                  <c:v>0.45011180639267</c:v>
                </c:pt>
                <c:pt idx="36">
                  <c:v>0.42670139670372</c:v>
                </c:pt>
                <c:pt idx="37">
                  <c:v>0.413801550865173</c:v>
                </c:pt>
                <c:pt idx="38">
                  <c:v>0.437504380941391</c:v>
                </c:pt>
                <c:pt idx="39">
                  <c:v>0.418139576911926</c:v>
                </c:pt>
                <c:pt idx="40">
                  <c:v>0.412164211273193</c:v>
                </c:pt>
                <c:pt idx="41">
                  <c:v>0.419251650571823</c:v>
                </c:pt>
                <c:pt idx="42">
                  <c:v>0.431526392698288</c:v>
                </c:pt>
                <c:pt idx="43">
                  <c:v>0.402875900268555</c:v>
                </c:pt>
                <c:pt idx="44">
                  <c:v>0.381893575191498</c:v>
                </c:pt>
                <c:pt idx="45">
                  <c:v>0.394418478012085</c:v>
                </c:pt>
                <c:pt idx="46">
                  <c:v>0.382331609725952</c:v>
                </c:pt>
                <c:pt idx="47">
                  <c:v>0.393852233886719</c:v>
                </c:pt>
                <c:pt idx="48">
                  <c:v>0.399765491485596</c:v>
                </c:pt>
                <c:pt idx="49">
                  <c:v>0.397931069135666</c:v>
                </c:pt>
                <c:pt idx="50">
                  <c:v>0.378148168325424</c:v>
                </c:pt>
                <c:pt idx="51">
                  <c:v>0.380237340927124</c:v>
                </c:pt>
                <c:pt idx="52">
                  <c:v>0.373160928487778</c:v>
                </c:pt>
                <c:pt idx="53">
                  <c:v>0.364994704723358</c:v>
                </c:pt>
                <c:pt idx="54">
                  <c:v>0.354591459035873</c:v>
                </c:pt>
                <c:pt idx="55">
                  <c:v>0.371149122714996</c:v>
                </c:pt>
                <c:pt idx="56">
                  <c:v>0.372138142585754</c:v>
                </c:pt>
                <c:pt idx="57">
                  <c:v>0.37023052573204</c:v>
                </c:pt>
                <c:pt idx="58">
                  <c:v>0.374977231025696</c:v>
                </c:pt>
                <c:pt idx="59">
                  <c:v>0.379630029201508</c:v>
                </c:pt>
                <c:pt idx="60">
                  <c:v>0.388069093227386</c:v>
                </c:pt>
                <c:pt idx="61">
                  <c:v>0.388309687376022</c:v>
                </c:pt>
                <c:pt idx="62">
                  <c:v>0.352653682231903</c:v>
                </c:pt>
                <c:pt idx="63">
                  <c:v>0.364779680967331</c:v>
                </c:pt>
                <c:pt idx="64">
                  <c:v>0.351407736539841</c:v>
                </c:pt>
                <c:pt idx="65">
                  <c:v>0.365594804286957</c:v>
                </c:pt>
                <c:pt idx="66">
                  <c:v>0.361397594213486</c:v>
                </c:pt>
                <c:pt idx="67">
                  <c:v>0.347485721111298</c:v>
                </c:pt>
                <c:pt idx="68">
                  <c:v>0.340503692626953</c:v>
                </c:pt>
                <c:pt idx="69">
                  <c:v>0.346123576164246</c:v>
                </c:pt>
                <c:pt idx="70">
                  <c:v>0.347641795873642</c:v>
                </c:pt>
                <c:pt idx="71">
                  <c:v>0.339014619588852</c:v>
                </c:pt>
                <c:pt idx="72">
                  <c:v>0.348664253950119</c:v>
                </c:pt>
                <c:pt idx="73">
                  <c:v>0.333739042282104</c:v>
                </c:pt>
                <c:pt idx="74">
                  <c:v>0.311582237482071</c:v>
                </c:pt>
                <c:pt idx="75">
                  <c:v>0.32395139336586</c:v>
                </c:pt>
                <c:pt idx="76">
                  <c:v>0.330384224653244</c:v>
                </c:pt>
                <c:pt idx="77">
                  <c:v>0.325374752283096</c:v>
                </c:pt>
                <c:pt idx="78">
                  <c:v>0.329495996236801</c:v>
                </c:pt>
                <c:pt idx="79">
                  <c:v>0.326261758804321</c:v>
                </c:pt>
                <c:pt idx="80">
                  <c:v>0.343431323766708</c:v>
                </c:pt>
                <c:pt idx="81">
                  <c:v>0.342818200588226</c:v>
                </c:pt>
                <c:pt idx="82">
                  <c:v>0.326189577579498</c:v>
                </c:pt>
                <c:pt idx="83">
                  <c:v>0.33282396197319</c:v>
                </c:pt>
                <c:pt idx="84">
                  <c:v>0.344286888837814</c:v>
                </c:pt>
                <c:pt idx="85">
                  <c:v>0.329017817974091</c:v>
                </c:pt>
                <c:pt idx="86">
                  <c:v>0.330588638782501</c:v>
                </c:pt>
                <c:pt idx="87">
                  <c:v>0.328002989292145</c:v>
                </c:pt>
                <c:pt idx="88">
                  <c:v>0.324439823627472</c:v>
                </c:pt>
                <c:pt idx="89">
                  <c:v>0.331222623586655</c:v>
                </c:pt>
                <c:pt idx="90">
                  <c:v>0.31794473528862</c:v>
                </c:pt>
                <c:pt idx="91">
                  <c:v>0.31782341003418</c:v>
                </c:pt>
                <c:pt idx="92">
                  <c:v>0.316083639860153</c:v>
                </c:pt>
                <c:pt idx="93">
                  <c:v>0.31495213508606</c:v>
                </c:pt>
                <c:pt idx="94">
                  <c:v>0.309882462024689</c:v>
                </c:pt>
                <c:pt idx="95">
                  <c:v>0.316563487052917</c:v>
                </c:pt>
                <c:pt idx="96">
                  <c:v>0.323028564453125</c:v>
                </c:pt>
                <c:pt idx="97">
                  <c:v>0.313127815723419</c:v>
                </c:pt>
                <c:pt idx="98">
                  <c:v>0.31864196062088</c:v>
                </c:pt>
                <c:pt idx="99">
                  <c:v>0.310926556587219</c:v>
                </c:pt>
                <c:pt idx="100">
                  <c:v>0.31594306230545</c:v>
                </c:pt>
                <c:pt idx="101">
                  <c:v>0.311209321022034</c:v>
                </c:pt>
                <c:pt idx="102">
                  <c:v>0.312007904052734</c:v>
                </c:pt>
                <c:pt idx="103">
                  <c:v>0.3084477186203</c:v>
                </c:pt>
                <c:pt idx="104">
                  <c:v>0.315007299184799</c:v>
                </c:pt>
                <c:pt idx="105">
                  <c:v>0.308955430984497</c:v>
                </c:pt>
                <c:pt idx="106">
                  <c:v>0.312497019767761</c:v>
                </c:pt>
                <c:pt idx="107">
                  <c:v>0.314132690429688</c:v>
                </c:pt>
                <c:pt idx="108">
                  <c:v>0.320742696523666</c:v>
                </c:pt>
                <c:pt idx="109">
                  <c:v>0.309027045965195</c:v>
                </c:pt>
                <c:pt idx="110">
                  <c:v>0.319995641708374</c:v>
                </c:pt>
                <c:pt idx="111">
                  <c:v>0.306488752365112</c:v>
                </c:pt>
                <c:pt idx="112">
                  <c:v>0.314561009407043</c:v>
                </c:pt>
                <c:pt idx="113">
                  <c:v>0.313084274530411</c:v>
                </c:pt>
                <c:pt idx="114">
                  <c:v>0.306250661611557</c:v>
                </c:pt>
                <c:pt idx="115">
                  <c:v>0.29260516166687</c:v>
                </c:pt>
                <c:pt idx="116">
                  <c:v>0.304259717464447</c:v>
                </c:pt>
                <c:pt idx="117">
                  <c:v>0.310950517654419</c:v>
                </c:pt>
                <c:pt idx="118">
                  <c:v>0.312417685985565</c:v>
                </c:pt>
                <c:pt idx="119">
                  <c:v>0.304404199123383</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c:formatCode>
                <c:ptCount val="120"/>
                <c:pt idx="0">
                  <c:v>1.85163390636444</c:v>
                </c:pt>
                <c:pt idx="1">
                  <c:v>1.55983185768127</c:v>
                </c:pt>
                <c:pt idx="2">
                  <c:v>1.29949641227722</c:v>
                </c:pt>
                <c:pt idx="3">
                  <c:v>1.27087712287903</c:v>
                </c:pt>
                <c:pt idx="4">
                  <c:v>1.13228607177734</c:v>
                </c:pt>
                <c:pt idx="5">
                  <c:v>1.06929278373718</c:v>
                </c:pt>
                <c:pt idx="6">
                  <c:v>0.972798943519592</c:v>
                </c:pt>
                <c:pt idx="7">
                  <c:v>0.881149470806122</c:v>
                </c:pt>
                <c:pt idx="8">
                  <c:v>0.768659472465515</c:v>
                </c:pt>
                <c:pt idx="9">
                  <c:v>0.719483733177185</c:v>
                </c:pt>
                <c:pt idx="10">
                  <c:v>0.714182734489441</c:v>
                </c:pt>
                <c:pt idx="11">
                  <c:v>0.669897437095642</c:v>
                </c:pt>
                <c:pt idx="12">
                  <c:v>0.648749172687531</c:v>
                </c:pt>
                <c:pt idx="13">
                  <c:v>0.618742167949677</c:v>
                </c:pt>
                <c:pt idx="14">
                  <c:v>0.583743512630463</c:v>
                </c:pt>
                <c:pt idx="15">
                  <c:v>0.54876697063446</c:v>
                </c:pt>
                <c:pt idx="16">
                  <c:v>0.525087833404541</c:v>
                </c:pt>
                <c:pt idx="17">
                  <c:v>0.49087530374527</c:v>
                </c:pt>
                <c:pt idx="18">
                  <c:v>0.488468617200851</c:v>
                </c:pt>
                <c:pt idx="19">
                  <c:v>0.461901962757111</c:v>
                </c:pt>
                <c:pt idx="20">
                  <c:v>0.480086177587509</c:v>
                </c:pt>
                <c:pt idx="21">
                  <c:v>0.447638511657715</c:v>
                </c:pt>
                <c:pt idx="22">
                  <c:v>0.469552159309387</c:v>
                </c:pt>
                <c:pt idx="23">
                  <c:v>0.470520585775375</c:v>
                </c:pt>
                <c:pt idx="24">
                  <c:v>0.452723562717438</c:v>
                </c:pt>
                <c:pt idx="25">
                  <c:v>0.420421540737152</c:v>
                </c:pt>
                <c:pt idx="26">
                  <c:v>0.41488379240036</c:v>
                </c:pt>
                <c:pt idx="27">
                  <c:v>0.434188008308411</c:v>
                </c:pt>
                <c:pt idx="28">
                  <c:v>0.444223016500473</c:v>
                </c:pt>
                <c:pt idx="29">
                  <c:v>0.407827824354172</c:v>
                </c:pt>
                <c:pt idx="30">
                  <c:v>0.390545129776001</c:v>
                </c:pt>
                <c:pt idx="31">
                  <c:v>0.408131957054138</c:v>
                </c:pt>
                <c:pt idx="32">
                  <c:v>0.395586550235748</c:v>
                </c:pt>
                <c:pt idx="33">
                  <c:v>0.398747533559799</c:v>
                </c:pt>
                <c:pt idx="34">
                  <c:v>0.388377249240875</c:v>
                </c:pt>
                <c:pt idx="35">
                  <c:v>0.410689800977707</c:v>
                </c:pt>
                <c:pt idx="36">
                  <c:v>0.404800266027451</c:v>
                </c:pt>
                <c:pt idx="37">
                  <c:v>0.398377597332001</c:v>
                </c:pt>
                <c:pt idx="38">
                  <c:v>0.402471005916595</c:v>
                </c:pt>
                <c:pt idx="39">
                  <c:v>0.398802220821381</c:v>
                </c:pt>
                <c:pt idx="40">
                  <c:v>0.387822866439819</c:v>
                </c:pt>
                <c:pt idx="41">
                  <c:v>0.347801297903061</c:v>
                </c:pt>
                <c:pt idx="42">
                  <c:v>0.37735053896904</c:v>
                </c:pt>
                <c:pt idx="43">
                  <c:v>0.361076325178146</c:v>
                </c:pt>
                <c:pt idx="44">
                  <c:v>0.364738643169403</c:v>
                </c:pt>
                <c:pt idx="45">
                  <c:v>0.354805320501328</c:v>
                </c:pt>
                <c:pt idx="46">
                  <c:v>0.357248485088348</c:v>
                </c:pt>
                <c:pt idx="47">
                  <c:v>0.343267858028412</c:v>
                </c:pt>
                <c:pt idx="48">
                  <c:v>0.351363509893417</c:v>
                </c:pt>
                <c:pt idx="49">
                  <c:v>0.335010051727295</c:v>
                </c:pt>
                <c:pt idx="50">
                  <c:v>0.345928847789764</c:v>
                </c:pt>
                <c:pt idx="51">
                  <c:v>0.356013149023056</c:v>
                </c:pt>
                <c:pt idx="52">
                  <c:v>0.361612856388092</c:v>
                </c:pt>
                <c:pt idx="53">
                  <c:v>0.35309824347496</c:v>
                </c:pt>
                <c:pt idx="54">
                  <c:v>0.363882184028625</c:v>
                </c:pt>
                <c:pt idx="55">
                  <c:v>0.367230713367462</c:v>
                </c:pt>
                <c:pt idx="56">
                  <c:v>0.357202500104904</c:v>
                </c:pt>
                <c:pt idx="57">
                  <c:v>0.343256115913391</c:v>
                </c:pt>
                <c:pt idx="58">
                  <c:v>0.362533926963806</c:v>
                </c:pt>
                <c:pt idx="59">
                  <c:v>0.346564471721649</c:v>
                </c:pt>
                <c:pt idx="60">
                  <c:v>0.329224079847336</c:v>
                </c:pt>
                <c:pt idx="61">
                  <c:v>0.336303174495697</c:v>
                </c:pt>
                <c:pt idx="62">
                  <c:v>0.331745654344559</c:v>
                </c:pt>
                <c:pt idx="63">
                  <c:v>0.333073735237122</c:v>
                </c:pt>
                <c:pt idx="64">
                  <c:v>0.316909492015839</c:v>
                </c:pt>
                <c:pt idx="65">
                  <c:v>0.344118237495422</c:v>
                </c:pt>
                <c:pt idx="66">
                  <c:v>0.330401033163071</c:v>
                </c:pt>
                <c:pt idx="67">
                  <c:v>0.327659249305725</c:v>
                </c:pt>
                <c:pt idx="68">
                  <c:v>0.317072689533234</c:v>
                </c:pt>
                <c:pt idx="69">
                  <c:v>0.307147562503815</c:v>
                </c:pt>
                <c:pt idx="70">
                  <c:v>0.318592876195908</c:v>
                </c:pt>
                <c:pt idx="71">
                  <c:v>0.310971617698669</c:v>
                </c:pt>
                <c:pt idx="72">
                  <c:v>0.315066009759903</c:v>
                </c:pt>
                <c:pt idx="73">
                  <c:v>0.308734208345413</c:v>
                </c:pt>
                <c:pt idx="74">
                  <c:v>0.321146667003632</c:v>
                </c:pt>
                <c:pt idx="75">
                  <c:v>0.318709284067154</c:v>
                </c:pt>
                <c:pt idx="76">
                  <c:v>0.316792875528336</c:v>
                </c:pt>
                <c:pt idx="77">
                  <c:v>0.313571035861969</c:v>
                </c:pt>
                <c:pt idx="78">
                  <c:v>0.31518965959549</c:v>
                </c:pt>
                <c:pt idx="79">
                  <c:v>0.337979555130005</c:v>
                </c:pt>
                <c:pt idx="80">
                  <c:v>0.308407992124557</c:v>
                </c:pt>
                <c:pt idx="81">
                  <c:v>0.318620055913925</c:v>
                </c:pt>
                <c:pt idx="82">
                  <c:v>0.315018624067307</c:v>
                </c:pt>
                <c:pt idx="83">
                  <c:v>0.312197804450989</c:v>
                </c:pt>
                <c:pt idx="84">
                  <c:v>0.31212455034256</c:v>
                </c:pt>
                <c:pt idx="85">
                  <c:v>0.30448454618454</c:v>
                </c:pt>
                <c:pt idx="86">
                  <c:v>0.306887924671173</c:v>
                </c:pt>
                <c:pt idx="87">
                  <c:v>0.302592009305954</c:v>
                </c:pt>
                <c:pt idx="88">
                  <c:v>0.304250508546829</c:v>
                </c:pt>
                <c:pt idx="89">
                  <c:v>0.315563470125198</c:v>
                </c:pt>
                <c:pt idx="90">
                  <c:v>0.29598331451416</c:v>
                </c:pt>
                <c:pt idx="91">
                  <c:v>0.299208998680115</c:v>
                </c:pt>
                <c:pt idx="92">
                  <c:v>0.297150135040283</c:v>
                </c:pt>
                <c:pt idx="93">
                  <c:v>0.312118381261826</c:v>
                </c:pt>
                <c:pt idx="94">
                  <c:v>0.299448698759079</c:v>
                </c:pt>
                <c:pt idx="95">
                  <c:v>0.306513249874115</c:v>
                </c:pt>
                <c:pt idx="96">
                  <c:v>0.302367031574249</c:v>
                </c:pt>
                <c:pt idx="97">
                  <c:v>0.29291507601738</c:v>
                </c:pt>
                <c:pt idx="98">
                  <c:v>0.2828568816185</c:v>
                </c:pt>
                <c:pt idx="99">
                  <c:v>0.295817375183105</c:v>
                </c:pt>
                <c:pt idx="100">
                  <c:v>0.29475149512291</c:v>
                </c:pt>
                <c:pt idx="101">
                  <c:v>0.292632609605789</c:v>
                </c:pt>
                <c:pt idx="102">
                  <c:v>0.304200649261475</c:v>
                </c:pt>
                <c:pt idx="103">
                  <c:v>0.302302956581116</c:v>
                </c:pt>
                <c:pt idx="104">
                  <c:v>0.298760116100311</c:v>
                </c:pt>
                <c:pt idx="105">
                  <c:v>0.30758661031723</c:v>
                </c:pt>
                <c:pt idx="106">
                  <c:v>0.306051850318909</c:v>
                </c:pt>
                <c:pt idx="107">
                  <c:v>0.297735810279846</c:v>
                </c:pt>
                <c:pt idx="108">
                  <c:v>0.313214868307114</c:v>
                </c:pt>
                <c:pt idx="109">
                  <c:v>0.297986656427383</c:v>
                </c:pt>
                <c:pt idx="110">
                  <c:v>0.293804466724396</c:v>
                </c:pt>
                <c:pt idx="111">
                  <c:v>0.292855858802795</c:v>
                </c:pt>
                <c:pt idx="112">
                  <c:v>0.30309072136879</c:v>
                </c:pt>
                <c:pt idx="113">
                  <c:v>0.299040555953979</c:v>
                </c:pt>
                <c:pt idx="114">
                  <c:v>0.30101016163826</c:v>
                </c:pt>
                <c:pt idx="115">
                  <c:v>0.296382039785385</c:v>
                </c:pt>
                <c:pt idx="116">
                  <c:v>0.310337454080582</c:v>
                </c:pt>
                <c:pt idx="117">
                  <c:v>0.295172095298767</c:v>
                </c:pt>
                <c:pt idx="118">
                  <c:v>0.287961959838867</c:v>
                </c:pt>
                <c:pt idx="119">
                  <c:v>0.300375789403915</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c:formatCode>
                <c:ptCount val="120"/>
                <c:pt idx="0">
                  <c:v>1.88116104602814</c:v>
                </c:pt>
                <c:pt idx="1">
                  <c:v>1.5941123008728</c:v>
                </c:pt>
                <c:pt idx="2">
                  <c:v>1.37513024806976</c:v>
                </c:pt>
                <c:pt idx="3">
                  <c:v>1.27925090789795</c:v>
                </c:pt>
                <c:pt idx="4">
                  <c:v>1.15398030281067</c:v>
                </c:pt>
                <c:pt idx="5">
                  <c:v>1.07921936511993</c:v>
                </c:pt>
                <c:pt idx="6">
                  <c:v>0.993258893489838</c:v>
                </c:pt>
                <c:pt idx="7">
                  <c:v>0.921968102455139</c:v>
                </c:pt>
                <c:pt idx="8">
                  <c:v>0.828705215454102</c:v>
                </c:pt>
                <c:pt idx="9">
                  <c:v>0.74595593214035</c:v>
                </c:pt>
                <c:pt idx="10">
                  <c:v>0.719703948497772</c:v>
                </c:pt>
                <c:pt idx="11">
                  <c:v>0.658632957935333</c:v>
                </c:pt>
                <c:pt idx="12">
                  <c:v>0.635512161254883</c:v>
                </c:pt>
                <c:pt idx="13">
                  <c:v>0.62079621553421</c:v>
                </c:pt>
                <c:pt idx="14">
                  <c:v>0.577913761138916</c:v>
                </c:pt>
                <c:pt idx="15">
                  <c:v>0.548412930965424</c:v>
                </c:pt>
                <c:pt idx="16">
                  <c:v>0.532753783464432</c:v>
                </c:pt>
                <c:pt idx="17">
                  <c:v>0.517888998985291</c:v>
                </c:pt>
                <c:pt idx="18">
                  <c:v>0.489219772815704</c:v>
                </c:pt>
                <c:pt idx="19">
                  <c:v>0.480055564641953</c:v>
                </c:pt>
                <c:pt idx="20">
                  <c:v>0.461718356609344</c:v>
                </c:pt>
                <c:pt idx="21">
                  <c:v>0.439850151538849</c:v>
                </c:pt>
                <c:pt idx="22">
                  <c:v>0.43443495631218</c:v>
                </c:pt>
                <c:pt idx="23">
                  <c:v>0.438066101074219</c:v>
                </c:pt>
                <c:pt idx="24">
                  <c:v>0.429725134372711</c:v>
                </c:pt>
                <c:pt idx="25">
                  <c:v>0.416058272123337</c:v>
                </c:pt>
                <c:pt idx="26">
                  <c:v>0.407804536819458</c:v>
                </c:pt>
                <c:pt idx="27">
                  <c:v>0.402093082666397</c:v>
                </c:pt>
                <c:pt idx="28">
                  <c:v>0.396987479925156</c:v>
                </c:pt>
                <c:pt idx="29">
                  <c:v>0.385387325286865</c:v>
                </c:pt>
                <c:pt idx="30">
                  <c:v>0.384569007158279</c:v>
                </c:pt>
                <c:pt idx="31">
                  <c:v>0.379455345869064</c:v>
                </c:pt>
                <c:pt idx="32">
                  <c:v>0.369870436191559</c:v>
                </c:pt>
                <c:pt idx="33">
                  <c:v>0.369014066457748</c:v>
                </c:pt>
                <c:pt idx="34">
                  <c:v>0.364125090837479</c:v>
                </c:pt>
                <c:pt idx="35">
                  <c:v>0.373222947120667</c:v>
                </c:pt>
                <c:pt idx="36">
                  <c:v>0.377965638041496</c:v>
                </c:pt>
                <c:pt idx="37">
                  <c:v>0.361638581752777</c:v>
                </c:pt>
                <c:pt idx="38">
                  <c:v>0.369960886240006</c:v>
                </c:pt>
                <c:pt idx="39">
                  <c:v>0.362242197990417</c:v>
                </c:pt>
                <c:pt idx="40">
                  <c:v>0.365169095993042</c:v>
                </c:pt>
                <c:pt idx="41">
                  <c:v>0.35932999253273</c:v>
                </c:pt>
                <c:pt idx="42">
                  <c:v>0.366759598255157</c:v>
                </c:pt>
                <c:pt idx="43">
                  <c:v>0.359084838628769</c:v>
                </c:pt>
                <c:pt idx="44">
                  <c:v>0.348304900527</c:v>
                </c:pt>
                <c:pt idx="45">
                  <c:v>0.34524157345295</c:v>
                </c:pt>
                <c:pt idx="46">
                  <c:v>0.342647832632065</c:v>
                </c:pt>
                <c:pt idx="47">
                  <c:v>0.343253973126411</c:v>
                </c:pt>
                <c:pt idx="48">
                  <c:v>0.345959451794624</c:v>
                </c:pt>
                <c:pt idx="49">
                  <c:v>0.338930785655975</c:v>
                </c:pt>
                <c:pt idx="50">
                  <c:v>0.337903264164925</c:v>
                </c:pt>
                <c:pt idx="51">
                  <c:v>0.343503493070602</c:v>
                </c:pt>
                <c:pt idx="52">
                  <c:v>0.347807800769806</c:v>
                </c:pt>
                <c:pt idx="53">
                  <c:v>0.340376356244087</c:v>
                </c:pt>
                <c:pt idx="54">
                  <c:v>0.334065967798233</c:v>
                </c:pt>
                <c:pt idx="55">
                  <c:v>0.334615677595139</c:v>
                </c:pt>
                <c:pt idx="56">
                  <c:v>0.333180412650108</c:v>
                </c:pt>
                <c:pt idx="57">
                  <c:v>0.331403279304504</c:v>
                </c:pt>
                <c:pt idx="58">
                  <c:v>0.335423141717911</c:v>
                </c:pt>
                <c:pt idx="59">
                  <c:v>0.330427107214928</c:v>
                </c:pt>
                <c:pt idx="60">
                  <c:v>0.331654322147369</c:v>
                </c:pt>
                <c:pt idx="61">
                  <c:v>0.33338571190834</c:v>
                </c:pt>
                <c:pt idx="62">
                  <c:v>0.325782045722008</c:v>
                </c:pt>
                <c:pt idx="63">
                  <c:v>0.329961323738098</c:v>
                </c:pt>
                <c:pt idx="64">
                  <c:v>0.316764825582504</c:v>
                </c:pt>
                <c:pt idx="65">
                  <c:v>0.325518092513084</c:v>
                </c:pt>
                <c:pt idx="66">
                  <c:v>0.326455491781235</c:v>
                </c:pt>
                <c:pt idx="67">
                  <c:v>0.31813497543335</c:v>
                </c:pt>
                <c:pt idx="68">
                  <c:v>0.312739387154579</c:v>
                </c:pt>
                <c:pt idx="69">
                  <c:v>0.310086718201637</c:v>
                </c:pt>
                <c:pt idx="70">
                  <c:v>0.312457248568535</c:v>
                </c:pt>
                <c:pt idx="71">
                  <c:v>0.314941298961639</c:v>
                </c:pt>
                <c:pt idx="72">
                  <c:v>0.310850983858108</c:v>
                </c:pt>
                <c:pt idx="73">
                  <c:v>0.312711676955223</c:v>
                </c:pt>
                <c:pt idx="74">
                  <c:v>0.310642525553703</c:v>
                </c:pt>
                <c:pt idx="75">
                  <c:v>0.308053344488144</c:v>
                </c:pt>
                <c:pt idx="76">
                  <c:v>0.307561951875687</c:v>
                </c:pt>
                <c:pt idx="77">
                  <c:v>0.309121623635292</c:v>
                </c:pt>
                <c:pt idx="78">
                  <c:v>0.307868319749832</c:v>
                </c:pt>
                <c:pt idx="79">
                  <c:v>0.313876900076866</c:v>
                </c:pt>
                <c:pt idx="80">
                  <c:v>0.310624280571938</c:v>
                </c:pt>
                <c:pt idx="81">
                  <c:v>0.310093197226524</c:v>
                </c:pt>
                <c:pt idx="82">
                  <c:v>0.310118454694748</c:v>
                </c:pt>
                <c:pt idx="83">
                  <c:v>0.312850865721703</c:v>
                </c:pt>
                <c:pt idx="84">
                  <c:v>0.316018009185791</c:v>
                </c:pt>
                <c:pt idx="85">
                  <c:v>0.311191445589066</c:v>
                </c:pt>
                <c:pt idx="86">
                  <c:v>0.309555441141129</c:v>
                </c:pt>
                <c:pt idx="87">
                  <c:v>0.307762098312378</c:v>
                </c:pt>
                <c:pt idx="88">
                  <c:v>0.311156305670738</c:v>
                </c:pt>
                <c:pt idx="89">
                  <c:v>0.308077132701874</c:v>
                </c:pt>
                <c:pt idx="90">
                  <c:v>0.302119958400726</c:v>
                </c:pt>
                <c:pt idx="91">
                  <c:v>0.301532527804375</c:v>
                </c:pt>
                <c:pt idx="92">
                  <c:v>0.300850796699524</c:v>
                </c:pt>
                <c:pt idx="93">
                  <c:v>0.303954041004181</c:v>
                </c:pt>
                <c:pt idx="94">
                  <c:v>0.300581213831902</c:v>
                </c:pt>
                <c:pt idx="95">
                  <c:v>0.295248049497604</c:v>
                </c:pt>
                <c:pt idx="96">
                  <c:v>0.301867419481277</c:v>
                </c:pt>
                <c:pt idx="97">
                  <c:v>0.295203387737274</c:v>
                </c:pt>
                <c:pt idx="98">
                  <c:v>0.29617258310318</c:v>
                </c:pt>
                <c:pt idx="99">
                  <c:v>0.294761300086975</c:v>
                </c:pt>
                <c:pt idx="100">
                  <c:v>0.298186880350113</c:v>
                </c:pt>
                <c:pt idx="101">
                  <c:v>0.296640747785568</c:v>
                </c:pt>
                <c:pt idx="102">
                  <c:v>0.295959094166756</c:v>
                </c:pt>
                <c:pt idx="103">
                  <c:v>0.297854578495026</c:v>
                </c:pt>
                <c:pt idx="104">
                  <c:v>0.296205049753189</c:v>
                </c:pt>
                <c:pt idx="105">
                  <c:v>0.298667293787003</c:v>
                </c:pt>
                <c:pt idx="106">
                  <c:v>0.299311524629593</c:v>
                </c:pt>
                <c:pt idx="107">
                  <c:v>0.298232039809227</c:v>
                </c:pt>
                <c:pt idx="108">
                  <c:v>0.302494460344315</c:v>
                </c:pt>
                <c:pt idx="109">
                  <c:v>0.294845917820931</c:v>
                </c:pt>
                <c:pt idx="110">
                  <c:v>0.298187643289566</c:v>
                </c:pt>
                <c:pt idx="111">
                  <c:v>0.293881356716156</c:v>
                </c:pt>
                <c:pt idx="112">
                  <c:v>0.29503173828125</c:v>
                </c:pt>
                <c:pt idx="113">
                  <c:v>0.297737348079681</c:v>
                </c:pt>
                <c:pt idx="114">
                  <c:v>0.294446444511414</c:v>
                </c:pt>
                <c:pt idx="115">
                  <c:v>0.291885763406754</c:v>
                </c:pt>
                <c:pt idx="116">
                  <c:v>0.297123339772224</c:v>
                </c:pt>
                <c:pt idx="117">
                  <c:v>0.294141733646393</c:v>
                </c:pt>
                <c:pt idx="118">
                  <c:v>0.292360481619835</c:v>
                </c:pt>
                <c:pt idx="119">
                  <c:v>0.294577613472939</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c:formatCode>
                <c:ptCount val="120"/>
                <c:pt idx="0">
                  <c:v>1.85424359983877</c:v>
                </c:pt>
                <c:pt idx="1">
                  <c:v>1.54341192938456</c:v>
                </c:pt>
                <c:pt idx="2">
                  <c:v>1.33188367623064</c:v>
                </c:pt>
                <c:pt idx="3">
                  <c:v>1.25708840590144</c:v>
                </c:pt>
                <c:pt idx="4">
                  <c:v>1.11708379107267</c:v>
                </c:pt>
                <c:pt idx="5">
                  <c:v>1.03004199472628</c:v>
                </c:pt>
                <c:pt idx="6">
                  <c:v>0.935230302659944</c:v>
                </c:pt>
                <c:pt idx="7">
                  <c:v>0.8558502032242</c:v>
                </c:pt>
                <c:pt idx="8">
                  <c:v>0.769086445527362</c:v>
                </c:pt>
                <c:pt idx="9">
                  <c:v>0.696338715135274</c:v>
                </c:pt>
                <c:pt idx="10">
                  <c:v>0.670129188712619</c:v>
                </c:pt>
                <c:pt idx="11">
                  <c:v>0.606625362556718</c:v>
                </c:pt>
                <c:pt idx="12">
                  <c:v>0.585352171078718</c:v>
                </c:pt>
                <c:pt idx="13">
                  <c:v>0.5767866120536</c:v>
                </c:pt>
                <c:pt idx="14">
                  <c:v>0.532157973358059</c:v>
                </c:pt>
                <c:pt idx="15">
                  <c:v>0.511032338495826</c:v>
                </c:pt>
                <c:pt idx="16">
                  <c:v>0.47707228436213</c:v>
                </c:pt>
                <c:pt idx="17">
                  <c:v>0.460235369336897</c:v>
                </c:pt>
                <c:pt idx="18">
                  <c:v>0.455209787988783</c:v>
                </c:pt>
                <c:pt idx="19">
                  <c:v>0.450215440727213</c:v>
                </c:pt>
                <c:pt idx="20">
                  <c:v>0.428956209842819</c:v>
                </c:pt>
                <c:pt idx="21">
                  <c:v>0.397214347151937</c:v>
                </c:pt>
                <c:pt idx="22">
                  <c:v>0.400428635668801</c:v>
                </c:pt>
                <c:pt idx="23">
                  <c:v>0.414759068091683</c:v>
                </c:pt>
                <c:pt idx="24">
                  <c:v>0.403293387906736</c:v>
                </c:pt>
                <c:pt idx="25">
                  <c:v>0.371945348760235</c:v>
                </c:pt>
                <c:pt idx="26">
                  <c:v>0.356367725589704</c:v>
                </c:pt>
                <c:pt idx="27">
                  <c:v>0.345250908787603</c:v>
                </c:pt>
                <c:pt idx="28">
                  <c:v>0.335210318554353</c:v>
                </c:pt>
                <c:pt idx="29">
                  <c:v>0.320811664552533</c:v>
                </c:pt>
                <c:pt idx="30">
                  <c:v>0.321766511062171</c:v>
                </c:pt>
                <c:pt idx="31">
                  <c:v>0.314055958120145</c:v>
                </c:pt>
                <c:pt idx="32">
                  <c:v>0.307554608415769</c:v>
                </c:pt>
                <c:pt idx="33">
                  <c:v>0.297724102882578</c:v>
                </c:pt>
                <c:pt idx="34">
                  <c:v>0.291625355942112</c:v>
                </c:pt>
                <c:pt idx="35">
                  <c:v>0.288913613631052</c:v>
                </c:pt>
                <c:pt idx="36">
                  <c:v>0.295637146766252</c:v>
                </c:pt>
                <c:pt idx="37">
                  <c:v>0.286505371296055</c:v>
                </c:pt>
                <c:pt idx="38">
                  <c:v>0.286043617087357</c:v>
                </c:pt>
                <c:pt idx="39">
                  <c:v>0.2894663825987</c:v>
                </c:pt>
                <c:pt idx="40">
                  <c:v>0.291660138984483</c:v>
                </c:pt>
                <c:pt idx="41">
                  <c:v>0.290225036189053</c:v>
                </c:pt>
                <c:pt idx="42">
                  <c:v>0.294464189785656</c:v>
                </c:pt>
                <c:pt idx="43">
                  <c:v>0.294056724971163</c:v>
                </c:pt>
                <c:pt idx="44">
                  <c:v>0.286708073676393</c:v>
                </c:pt>
                <c:pt idx="45">
                  <c:v>0.282162851888752</c:v>
                </c:pt>
                <c:pt idx="46">
                  <c:v>0.291808719228</c:v>
                </c:pt>
                <c:pt idx="47">
                  <c:v>0.286579653909222</c:v>
                </c:pt>
                <c:pt idx="48">
                  <c:v>0.283931199472959</c:v>
                </c:pt>
                <c:pt idx="49">
                  <c:v>0.2840088404665</c:v>
                </c:pt>
                <c:pt idx="50">
                  <c:v>0.281030309403086</c:v>
                </c:pt>
                <c:pt idx="51">
                  <c:v>0.283838595993634</c:v>
                </c:pt>
                <c:pt idx="52">
                  <c:v>0.292856072807717</c:v>
                </c:pt>
                <c:pt idx="53">
                  <c:v>0.278489222721115</c:v>
                </c:pt>
                <c:pt idx="54">
                  <c:v>0.276809456044094</c:v>
                </c:pt>
                <c:pt idx="55">
                  <c:v>0.27164038586694</c:v>
                </c:pt>
                <c:pt idx="56">
                  <c:v>0.277342624110322</c:v>
                </c:pt>
                <c:pt idx="57">
                  <c:v>0.27044866569637</c:v>
                </c:pt>
                <c:pt idx="58">
                  <c:v>0.273306090116308</c:v>
                </c:pt>
                <c:pt idx="59">
                  <c:v>0.270847579060964</c:v>
                </c:pt>
                <c:pt idx="60">
                  <c:v>0.267576628978306</c:v>
                </c:pt>
                <c:pt idx="61">
                  <c:v>0.267844188810763</c:v>
                </c:pt>
                <c:pt idx="62">
                  <c:v>0.270633688960712</c:v>
                </c:pt>
                <c:pt idx="63">
                  <c:v>0.281924459298763</c:v>
                </c:pt>
                <c:pt idx="64">
                  <c:v>0.267543603082098</c:v>
                </c:pt>
                <c:pt idx="65">
                  <c:v>0.274629258244885</c:v>
                </c:pt>
                <c:pt idx="66">
                  <c:v>0.272109809993706</c:v>
                </c:pt>
                <c:pt idx="67">
                  <c:v>0.269082997017518</c:v>
                </c:pt>
                <c:pt idx="68">
                  <c:v>0.254887101956278</c:v>
                </c:pt>
                <c:pt idx="69">
                  <c:v>0.257440014809873</c:v>
                </c:pt>
                <c:pt idx="70">
                  <c:v>0.256533918311683</c:v>
                </c:pt>
                <c:pt idx="71">
                  <c:v>0.26479497940867</c:v>
                </c:pt>
                <c:pt idx="72">
                  <c:v>0.259124788207071</c:v>
                </c:pt>
                <c:pt idx="73">
                  <c:v>0.259016682881588</c:v>
                </c:pt>
                <c:pt idx="74">
                  <c:v>0.252147528951317</c:v>
                </c:pt>
                <c:pt idx="75">
                  <c:v>0.25140968128274</c:v>
                </c:pt>
                <c:pt idx="76">
                  <c:v>0.25923822894243</c:v>
                </c:pt>
                <c:pt idx="77">
                  <c:v>0.252497917130011</c:v>
                </c:pt>
                <c:pt idx="78">
                  <c:v>0.256612837967158</c:v>
                </c:pt>
                <c:pt idx="79">
                  <c:v>0.258916380786144</c:v>
                </c:pt>
                <c:pt idx="80">
                  <c:v>0.249681814692961</c:v>
                </c:pt>
                <c:pt idx="81">
                  <c:v>0.261593860233712</c:v>
                </c:pt>
                <c:pt idx="82">
                  <c:v>0.261792691225869</c:v>
                </c:pt>
                <c:pt idx="83">
                  <c:v>0.256798117090685</c:v>
                </c:pt>
                <c:pt idx="84">
                  <c:v>0.262955885106625</c:v>
                </c:pt>
                <c:pt idx="85">
                  <c:v>0.261807451415191</c:v>
                </c:pt>
                <c:pt idx="86">
                  <c:v>0.252894879073259</c:v>
                </c:pt>
                <c:pt idx="87">
                  <c:v>0.251112146259264</c:v>
                </c:pt>
                <c:pt idx="88">
                  <c:v>0.261035086150011</c:v>
                </c:pt>
                <c:pt idx="89">
                  <c:v>0.250239368521842</c:v>
                </c:pt>
                <c:pt idx="90">
                  <c:v>0.253095169902607</c:v>
                </c:pt>
                <c:pt idx="91">
                  <c:v>0.24471068009496</c:v>
                </c:pt>
                <c:pt idx="92">
                  <c:v>0.24779764190726</c:v>
                </c:pt>
                <c:pt idx="93">
                  <c:v>0.253511569251443</c:v>
                </c:pt>
                <c:pt idx="94">
                  <c:v>0.242480818720058</c:v>
                </c:pt>
                <c:pt idx="95">
                  <c:v>0.23756207318368</c:v>
                </c:pt>
                <c:pt idx="96">
                  <c:v>0.235965981677239</c:v>
                </c:pt>
                <c:pt idx="97">
                  <c:v>0.240814597016843</c:v>
                </c:pt>
                <c:pt idx="98">
                  <c:v>0.246985044907065</c:v>
                </c:pt>
                <c:pt idx="99">
                  <c:v>0.240026507836877</c:v>
                </c:pt>
                <c:pt idx="100">
                  <c:v>0.247337344655559</c:v>
                </c:pt>
                <c:pt idx="101">
                  <c:v>0.243044203560864</c:v>
                </c:pt>
                <c:pt idx="102">
                  <c:v>0.240986621138888</c:v>
                </c:pt>
                <c:pt idx="103">
                  <c:v>0.24336233264471</c:v>
                </c:pt>
                <c:pt idx="104">
                  <c:v>0.240713389101486</c:v>
                </c:pt>
                <c:pt idx="105">
                  <c:v>0.249870705743873</c:v>
                </c:pt>
                <c:pt idx="106">
                  <c:v>0.2453959818793</c:v>
                </c:pt>
                <c:pt idx="107">
                  <c:v>0.244350197846837</c:v>
                </c:pt>
                <c:pt idx="108">
                  <c:v>0.249460156806246</c:v>
                </c:pt>
                <c:pt idx="109">
                  <c:v>0.240287281993804</c:v>
                </c:pt>
                <c:pt idx="110">
                  <c:v>0.240627960409123</c:v>
                </c:pt>
                <c:pt idx="111">
                  <c:v>0.239474736397116</c:v>
                </c:pt>
                <c:pt idx="112">
                  <c:v>0.240943815569186</c:v>
                </c:pt>
                <c:pt idx="113">
                  <c:v>0.243473656205104</c:v>
                </c:pt>
                <c:pt idx="114">
                  <c:v>0.243599467654244</c:v>
                </c:pt>
                <c:pt idx="115">
                  <c:v>0.234185500203211</c:v>
                </c:pt>
                <c:pt idx="116">
                  <c:v>0.241160128631142</c:v>
                </c:pt>
                <c:pt idx="117">
                  <c:v>0.237790230095654</c:v>
                </c:pt>
                <c:pt idx="118">
                  <c:v>0.236300013569471</c:v>
                </c:pt>
                <c:pt idx="119">
                  <c:v>0.240721239949418</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c:formatCode>
                <c:ptCount val="120"/>
                <c:pt idx="0">
                  <c:v>1.90807849221751</c:v>
                </c:pt>
                <c:pt idx="1">
                  <c:v>1.64481267236105</c:v>
                </c:pt>
                <c:pt idx="2">
                  <c:v>1.41837681990888</c:v>
                </c:pt>
                <c:pt idx="3">
                  <c:v>1.30141340989445</c:v>
                </c:pt>
                <c:pt idx="4">
                  <c:v>1.19087681454867</c:v>
                </c:pt>
                <c:pt idx="5">
                  <c:v>1.12839673551359</c:v>
                </c:pt>
                <c:pt idx="6">
                  <c:v>1.05128748431973</c:v>
                </c:pt>
                <c:pt idx="7">
                  <c:v>0.988086001686079</c:v>
                </c:pt>
                <c:pt idx="8">
                  <c:v>0.888323985380842</c:v>
                </c:pt>
                <c:pt idx="9">
                  <c:v>0.795573149145427</c:v>
                </c:pt>
                <c:pt idx="10">
                  <c:v>0.769278708282925</c:v>
                </c:pt>
                <c:pt idx="11">
                  <c:v>0.710640553313948</c:v>
                </c:pt>
                <c:pt idx="12">
                  <c:v>0.685672151431047</c:v>
                </c:pt>
                <c:pt idx="13">
                  <c:v>0.66480581901482</c:v>
                </c:pt>
                <c:pt idx="14">
                  <c:v>0.623669548919773</c:v>
                </c:pt>
                <c:pt idx="15">
                  <c:v>0.585793523435021</c:v>
                </c:pt>
                <c:pt idx="16">
                  <c:v>0.588435282566734</c:v>
                </c:pt>
                <c:pt idx="17">
                  <c:v>0.575542628633684</c:v>
                </c:pt>
                <c:pt idx="18">
                  <c:v>0.523229757642626</c:v>
                </c:pt>
                <c:pt idx="19">
                  <c:v>0.509895688556692</c:v>
                </c:pt>
                <c:pt idx="20">
                  <c:v>0.49448050337587</c:v>
                </c:pt>
                <c:pt idx="21">
                  <c:v>0.482485955925761</c:v>
                </c:pt>
                <c:pt idx="22">
                  <c:v>0.468441276955558</c:v>
                </c:pt>
                <c:pt idx="23">
                  <c:v>0.461373134056755</c:v>
                </c:pt>
                <c:pt idx="24">
                  <c:v>0.456156880838686</c:v>
                </c:pt>
                <c:pt idx="25">
                  <c:v>0.460171195486438</c:v>
                </c:pt>
                <c:pt idx="26">
                  <c:v>0.459241348049212</c:v>
                </c:pt>
                <c:pt idx="27">
                  <c:v>0.458935256545191</c:v>
                </c:pt>
                <c:pt idx="28">
                  <c:v>0.458764641295958</c:v>
                </c:pt>
                <c:pt idx="29">
                  <c:v>0.449962986021198</c:v>
                </c:pt>
                <c:pt idx="30">
                  <c:v>0.447371503254388</c:v>
                </c:pt>
                <c:pt idx="31">
                  <c:v>0.444854733617984</c:v>
                </c:pt>
                <c:pt idx="32">
                  <c:v>0.432186263967348</c:v>
                </c:pt>
                <c:pt idx="33">
                  <c:v>0.440304030032919</c:v>
                </c:pt>
                <c:pt idx="34">
                  <c:v>0.436624825732845</c:v>
                </c:pt>
                <c:pt idx="35">
                  <c:v>0.457532280610281</c:v>
                </c:pt>
                <c:pt idx="36">
                  <c:v>0.460294129316741</c:v>
                </c:pt>
                <c:pt idx="37">
                  <c:v>0.436771792209499</c:v>
                </c:pt>
                <c:pt idx="38">
                  <c:v>0.453878155392654</c:v>
                </c:pt>
                <c:pt idx="39">
                  <c:v>0.435018013382135</c:v>
                </c:pt>
                <c:pt idx="40">
                  <c:v>0.438678053001601</c:v>
                </c:pt>
                <c:pt idx="41">
                  <c:v>0.428434948876407</c:v>
                </c:pt>
                <c:pt idx="42">
                  <c:v>0.439055006724659</c:v>
                </c:pt>
                <c:pt idx="43">
                  <c:v>0.424112952286375</c:v>
                </c:pt>
                <c:pt idx="44">
                  <c:v>0.409901727377607</c:v>
                </c:pt>
                <c:pt idx="45">
                  <c:v>0.408320295017147</c:v>
                </c:pt>
                <c:pt idx="46">
                  <c:v>0.393486946036129</c:v>
                </c:pt>
                <c:pt idx="47">
                  <c:v>0.399928292343601</c:v>
                </c:pt>
                <c:pt idx="48">
                  <c:v>0.40798770411629</c:v>
                </c:pt>
                <c:pt idx="49">
                  <c:v>0.393852730845451</c:v>
                </c:pt>
                <c:pt idx="50">
                  <c:v>0.394776218926763</c:v>
                </c:pt>
                <c:pt idx="51">
                  <c:v>0.403168390147571</c:v>
                </c:pt>
                <c:pt idx="52">
                  <c:v>0.402759528731895</c:v>
                </c:pt>
                <c:pt idx="53">
                  <c:v>0.402263489767059</c:v>
                </c:pt>
                <c:pt idx="54">
                  <c:v>0.391322479552372</c:v>
                </c:pt>
                <c:pt idx="55">
                  <c:v>0.397590969323337</c:v>
                </c:pt>
                <c:pt idx="56">
                  <c:v>0.389018201189895</c:v>
                </c:pt>
                <c:pt idx="57">
                  <c:v>0.392357892912639</c:v>
                </c:pt>
                <c:pt idx="58">
                  <c:v>0.397540193319513</c:v>
                </c:pt>
                <c:pt idx="59">
                  <c:v>0.390006635368892</c:v>
                </c:pt>
                <c:pt idx="60">
                  <c:v>0.395732015316433</c:v>
                </c:pt>
                <c:pt idx="61">
                  <c:v>0.398927235005918</c:v>
                </c:pt>
                <c:pt idx="62">
                  <c:v>0.380930402483303</c:v>
                </c:pt>
                <c:pt idx="63">
                  <c:v>0.377998188177433</c:v>
                </c:pt>
                <c:pt idx="64">
                  <c:v>0.36598604808291</c:v>
                </c:pt>
                <c:pt idx="65">
                  <c:v>0.376406926781284</c:v>
                </c:pt>
                <c:pt idx="66">
                  <c:v>0.380801173568763</c:v>
                </c:pt>
                <c:pt idx="67">
                  <c:v>0.367186953849181</c:v>
                </c:pt>
                <c:pt idx="68">
                  <c:v>0.370591672352881</c:v>
                </c:pt>
                <c:pt idx="69">
                  <c:v>0.362733421593402</c:v>
                </c:pt>
                <c:pt idx="70">
                  <c:v>0.368380578825387</c:v>
                </c:pt>
                <c:pt idx="71">
                  <c:v>0.365087618514609</c:v>
                </c:pt>
                <c:pt idx="72">
                  <c:v>0.362577179509146</c:v>
                </c:pt>
                <c:pt idx="73">
                  <c:v>0.366406671028858</c:v>
                </c:pt>
                <c:pt idx="74">
                  <c:v>0.369137522156089</c:v>
                </c:pt>
                <c:pt idx="75">
                  <c:v>0.364697007693548</c:v>
                </c:pt>
                <c:pt idx="76">
                  <c:v>0.355885674808943</c:v>
                </c:pt>
                <c:pt idx="77">
                  <c:v>0.365745330140573</c:v>
                </c:pt>
                <c:pt idx="78">
                  <c:v>0.359123801532507</c:v>
                </c:pt>
                <c:pt idx="79">
                  <c:v>0.368837419367588</c:v>
                </c:pt>
                <c:pt idx="80">
                  <c:v>0.371566746450914</c:v>
                </c:pt>
                <c:pt idx="81">
                  <c:v>0.358592534219336</c:v>
                </c:pt>
                <c:pt idx="82">
                  <c:v>0.358444218163627</c:v>
                </c:pt>
                <c:pt idx="83">
                  <c:v>0.36890361435272</c:v>
                </c:pt>
                <c:pt idx="84">
                  <c:v>0.369080133264958</c:v>
                </c:pt>
                <c:pt idx="85">
                  <c:v>0.36057543976294</c:v>
                </c:pt>
                <c:pt idx="86">
                  <c:v>0.366216003208998</c:v>
                </c:pt>
                <c:pt idx="87">
                  <c:v>0.364412050365492</c:v>
                </c:pt>
                <c:pt idx="88">
                  <c:v>0.361277525191465</c:v>
                </c:pt>
                <c:pt idx="89">
                  <c:v>0.365914896881906</c:v>
                </c:pt>
                <c:pt idx="90">
                  <c:v>0.351144746898845</c:v>
                </c:pt>
                <c:pt idx="91">
                  <c:v>0.358354375513789</c:v>
                </c:pt>
                <c:pt idx="92">
                  <c:v>0.353903951491788</c:v>
                </c:pt>
                <c:pt idx="93">
                  <c:v>0.354396512756919</c:v>
                </c:pt>
                <c:pt idx="94">
                  <c:v>0.358681608943745</c:v>
                </c:pt>
                <c:pt idx="95">
                  <c:v>0.352934025811529</c:v>
                </c:pt>
                <c:pt idx="96">
                  <c:v>0.367768857285316</c:v>
                </c:pt>
                <c:pt idx="97">
                  <c:v>0.349592178457705</c:v>
                </c:pt>
                <c:pt idx="98">
                  <c:v>0.345360121299295</c:v>
                </c:pt>
                <c:pt idx="99">
                  <c:v>0.349496092337073</c:v>
                </c:pt>
                <c:pt idx="100">
                  <c:v>0.349036416044667</c:v>
                </c:pt>
                <c:pt idx="101">
                  <c:v>0.350237292010273</c:v>
                </c:pt>
                <c:pt idx="102">
                  <c:v>0.350931567194623</c:v>
                </c:pt>
                <c:pt idx="103">
                  <c:v>0.352346824345341</c:v>
                </c:pt>
                <c:pt idx="104">
                  <c:v>0.351696710404892</c:v>
                </c:pt>
                <c:pt idx="105">
                  <c:v>0.347463881830132</c:v>
                </c:pt>
                <c:pt idx="106">
                  <c:v>0.353227067379886</c:v>
                </c:pt>
                <c:pt idx="107">
                  <c:v>0.352113881771617</c:v>
                </c:pt>
                <c:pt idx="108">
                  <c:v>0.355528763882383</c:v>
                </c:pt>
                <c:pt idx="109">
                  <c:v>0.349404553648057</c:v>
                </c:pt>
                <c:pt idx="110">
                  <c:v>0.355747326170009</c:v>
                </c:pt>
                <c:pt idx="111">
                  <c:v>0.348287977035196</c:v>
                </c:pt>
                <c:pt idx="112">
                  <c:v>0.349119660993314</c:v>
                </c:pt>
                <c:pt idx="113">
                  <c:v>0.352001039954258</c:v>
                </c:pt>
                <c:pt idx="114">
                  <c:v>0.345293421368583</c:v>
                </c:pt>
                <c:pt idx="115">
                  <c:v>0.349586026610296</c:v>
                </c:pt>
                <c:pt idx="116">
                  <c:v>0.353086550913307</c:v>
                </c:pt>
                <c:pt idx="117">
                  <c:v>0.350493237197131</c:v>
                </c:pt>
                <c:pt idx="118">
                  <c:v>0.348420949670199</c:v>
                </c:pt>
                <c:pt idx="119">
                  <c:v>0.348433986996459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Approximate KL</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0.0000</c:formatCode>
                <c:ptCount val="120"/>
                <c:pt idx="0">
                  <c:v>0.00995149649679661</c:v>
                </c:pt>
                <c:pt idx="1">
                  <c:v>0.00677805300801992</c:v>
                </c:pt>
                <c:pt idx="2">
                  <c:v>0.00653358548879623</c:v>
                </c:pt>
                <c:pt idx="3">
                  <c:v>0.00713768601417542</c:v>
                </c:pt>
                <c:pt idx="4">
                  <c:v>0.00526826735585928</c:v>
                </c:pt>
                <c:pt idx="5">
                  <c:v>0.00561289489269257</c:v>
                </c:pt>
                <c:pt idx="6">
                  <c:v>0.0048490553162992</c:v>
                </c:pt>
                <c:pt idx="7">
                  <c:v>0.00500083062797785</c:v>
                </c:pt>
                <c:pt idx="8">
                  <c:v>0.00487928837537766</c:v>
                </c:pt>
                <c:pt idx="9">
                  <c:v>0.00334280426613986</c:v>
                </c:pt>
                <c:pt idx="10">
                  <c:v>0.00330886291339993</c:v>
                </c:pt>
                <c:pt idx="11">
                  <c:v>0.00252336962148547</c:v>
                </c:pt>
                <c:pt idx="12">
                  <c:v>0.00263880915008485</c:v>
                </c:pt>
                <c:pt idx="13">
                  <c:v>0.00298101641237736</c:v>
                </c:pt>
                <c:pt idx="14">
                  <c:v>0.0035041372757405</c:v>
                </c:pt>
                <c:pt idx="15">
                  <c:v>0.00281120091676712</c:v>
                </c:pt>
                <c:pt idx="16">
                  <c:v>0.00262657832354307</c:v>
                </c:pt>
                <c:pt idx="17">
                  <c:v>0.00238965731114149</c:v>
                </c:pt>
                <c:pt idx="18">
                  <c:v>0.00306301820091903</c:v>
                </c:pt>
                <c:pt idx="19">
                  <c:v>0.00249026389792562</c:v>
                </c:pt>
                <c:pt idx="20">
                  <c:v>0.0036831449251622</c:v>
                </c:pt>
                <c:pt idx="21">
                  <c:v>0.0023240705486387</c:v>
                </c:pt>
                <c:pt idx="22">
                  <c:v>0.00228511122986674</c:v>
                </c:pt>
                <c:pt idx="23">
                  <c:v>0.00261445506475866</c:v>
                </c:pt>
                <c:pt idx="24">
                  <c:v>0.00202889391221106</c:v>
                </c:pt>
                <c:pt idx="25">
                  <c:v>0.00255419942550361</c:v>
                </c:pt>
                <c:pt idx="26">
                  <c:v>0.0022165144328028</c:v>
                </c:pt>
                <c:pt idx="27">
                  <c:v>0.00214406405575573</c:v>
                </c:pt>
                <c:pt idx="28">
                  <c:v>0.00200673774816096</c:v>
                </c:pt>
                <c:pt idx="29">
                  <c:v>0.00174424308352172</c:v>
                </c:pt>
                <c:pt idx="30">
                  <c:v>0.00107665918767452</c:v>
                </c:pt>
                <c:pt idx="31">
                  <c:v>0.00177129451185465</c:v>
                </c:pt>
                <c:pt idx="32">
                  <c:v>0.00177062849979848</c:v>
                </c:pt>
                <c:pt idx="33">
                  <c:v>0.00178784760646522</c:v>
                </c:pt>
                <c:pt idx="34">
                  <c:v>0.00169481616467237</c:v>
                </c:pt>
                <c:pt idx="35">
                  <c:v>0.00216692942194641</c:v>
                </c:pt>
                <c:pt idx="36">
                  <c:v>0.0019487792160362</c:v>
                </c:pt>
                <c:pt idx="37">
                  <c:v>0.00214475812390447</c:v>
                </c:pt>
                <c:pt idx="38">
                  <c:v>0.00146201462484896</c:v>
                </c:pt>
                <c:pt idx="39">
                  <c:v>0.002076824195683</c:v>
                </c:pt>
                <c:pt idx="40">
                  <c:v>0.00170504616107792</c:v>
                </c:pt>
                <c:pt idx="41">
                  <c:v>0.00184591056313366</c:v>
                </c:pt>
                <c:pt idx="42">
                  <c:v>0.00160873215645552</c:v>
                </c:pt>
                <c:pt idx="43">
                  <c:v>0.00222241855226457</c:v>
                </c:pt>
                <c:pt idx="44">
                  <c:v>0.00130878761410713</c:v>
                </c:pt>
                <c:pt idx="45">
                  <c:v>0.00152362859807909</c:v>
                </c:pt>
                <c:pt idx="46">
                  <c:v>0.0016216094372794</c:v>
                </c:pt>
                <c:pt idx="47">
                  <c:v>0.00158524001017213</c:v>
                </c:pt>
                <c:pt idx="48">
                  <c:v>0.00134873704519123</c:v>
                </c:pt>
                <c:pt idx="49">
                  <c:v>0.00158023438416421</c:v>
                </c:pt>
                <c:pt idx="50">
                  <c:v>0.0014341640053317</c:v>
                </c:pt>
                <c:pt idx="51">
                  <c:v>0.00127727841027081</c:v>
                </c:pt>
                <c:pt idx="52">
                  <c:v>0.00173781858757138</c:v>
                </c:pt>
                <c:pt idx="53">
                  <c:v>0.00129779533017427</c:v>
                </c:pt>
                <c:pt idx="54">
                  <c:v>0.00121458235662431</c:v>
                </c:pt>
                <c:pt idx="55">
                  <c:v>0.00134812807664275</c:v>
                </c:pt>
                <c:pt idx="56">
                  <c:v>0.00142586440779269</c:v>
                </c:pt>
                <c:pt idx="57">
                  <c:v>0.00124388362746686</c:v>
                </c:pt>
                <c:pt idx="58">
                  <c:v>0.0016914124134928</c:v>
                </c:pt>
                <c:pt idx="59">
                  <c:v>0.00165276415646076</c:v>
                </c:pt>
                <c:pt idx="60">
                  <c:v>0.002236821455881</c:v>
                </c:pt>
                <c:pt idx="61">
                  <c:v>0.00145740527659655</c:v>
                </c:pt>
                <c:pt idx="62">
                  <c:v>0.00143557437695563</c:v>
                </c:pt>
                <c:pt idx="63">
                  <c:v>0.00131760665681213</c:v>
                </c:pt>
                <c:pt idx="64">
                  <c:v>0.00135618797503412</c:v>
                </c:pt>
                <c:pt idx="65">
                  <c:v>0.00149415386840701</c:v>
                </c:pt>
                <c:pt idx="66">
                  <c:v>0.00147849298082292</c:v>
                </c:pt>
                <c:pt idx="67">
                  <c:v>0.00104202819056809</c:v>
                </c:pt>
                <c:pt idx="68">
                  <c:v>0.000867954920977354</c:v>
                </c:pt>
                <c:pt idx="69">
                  <c:v>0.000930906913708895</c:v>
                </c:pt>
                <c:pt idx="70">
                  <c:v>0.00145620806142688</c:v>
                </c:pt>
                <c:pt idx="71">
                  <c:v>0.00174890819471329</c:v>
                </c:pt>
                <c:pt idx="72">
                  <c:v>0.000938851269893348</c:v>
                </c:pt>
                <c:pt idx="73">
                  <c:v>0.000754914013668895</c:v>
                </c:pt>
                <c:pt idx="74">
                  <c:v>0.000966732739470899</c:v>
                </c:pt>
                <c:pt idx="75">
                  <c:v>0.000944493978749961</c:v>
                </c:pt>
                <c:pt idx="76">
                  <c:v>0.000978814205154777</c:v>
                </c:pt>
                <c:pt idx="77">
                  <c:v>0.00112194707617164</c:v>
                </c:pt>
                <c:pt idx="78">
                  <c:v>0.00124043098185211</c:v>
                </c:pt>
                <c:pt idx="79">
                  <c:v>0.0010248456383124</c:v>
                </c:pt>
                <c:pt idx="80">
                  <c:v>0.00139868666883558</c:v>
                </c:pt>
                <c:pt idx="81">
                  <c:v>0.000808465760201216</c:v>
                </c:pt>
                <c:pt idx="82">
                  <c:v>0.000950636982452124</c:v>
                </c:pt>
                <c:pt idx="83">
                  <c:v>0.000901145162060857</c:v>
                </c:pt>
                <c:pt idx="84">
                  <c:v>0.00097280804766342</c:v>
                </c:pt>
                <c:pt idx="85">
                  <c:v>0.0007861940539442</c:v>
                </c:pt>
                <c:pt idx="86">
                  <c:v>0.000509659177623689</c:v>
                </c:pt>
                <c:pt idx="87">
                  <c:v>0.000619369209744036</c:v>
                </c:pt>
                <c:pt idx="88">
                  <c:v>0.000521813053637743</c:v>
                </c:pt>
                <c:pt idx="89">
                  <c:v>0.000796665670350194</c:v>
                </c:pt>
                <c:pt idx="90">
                  <c:v>0.000866738730110228</c:v>
                </c:pt>
                <c:pt idx="91">
                  <c:v>0.000659190118312836</c:v>
                </c:pt>
                <c:pt idx="92">
                  <c:v>0.000760241178795695</c:v>
                </c:pt>
                <c:pt idx="93">
                  <c:v>0.000796348671428859</c:v>
                </c:pt>
                <c:pt idx="94">
                  <c:v>0.0012875379761681</c:v>
                </c:pt>
                <c:pt idx="95">
                  <c:v>0.00111292861402035</c:v>
                </c:pt>
                <c:pt idx="96">
                  <c:v>0.000355881580617279</c:v>
                </c:pt>
                <c:pt idx="97">
                  <c:v>0.000457614951301366</c:v>
                </c:pt>
                <c:pt idx="98">
                  <c:v>0.00100384629331529</c:v>
                </c:pt>
                <c:pt idx="99">
                  <c:v>0.00100755481980741</c:v>
                </c:pt>
                <c:pt idx="100">
                  <c:v>0.000421643926529214</c:v>
                </c:pt>
                <c:pt idx="101">
                  <c:v>0.000537945597898215</c:v>
                </c:pt>
                <c:pt idx="102">
                  <c:v>0.000670584733597934</c:v>
                </c:pt>
                <c:pt idx="103">
                  <c:v>0.000543734582606703</c:v>
                </c:pt>
                <c:pt idx="104">
                  <c:v>0.000495710060931742</c:v>
                </c:pt>
                <c:pt idx="105">
                  <c:v>0.000687079387716949</c:v>
                </c:pt>
                <c:pt idx="106">
                  <c:v>0.000373016082448885</c:v>
                </c:pt>
                <c:pt idx="107">
                  <c:v>0.00026263965992257</c:v>
                </c:pt>
                <c:pt idx="108">
                  <c:v>0.000433756009442732</c:v>
                </c:pt>
                <c:pt idx="109">
                  <c:v>0.000226687508984469</c:v>
                </c:pt>
                <c:pt idx="110">
                  <c:v>0.000560864515136927</c:v>
                </c:pt>
                <c:pt idx="111">
                  <c:v>0.000383437203709036</c:v>
                </c:pt>
                <c:pt idx="112">
                  <c:v>0.000173083200934343</c:v>
                </c:pt>
                <c:pt idx="113">
                  <c:v>0.000140935269882903</c:v>
                </c:pt>
                <c:pt idx="114">
                  <c:v>6.63541577523574E-05</c:v>
                </c:pt>
                <c:pt idx="115">
                  <c:v>0.000234627921599895</c:v>
                </c:pt>
                <c:pt idx="116">
                  <c:v>1.10616911115358E-05</c:v>
                </c:pt>
                <c:pt idx="117">
                  <c:v>3.30931361531839E-05</c:v>
                </c:pt>
                <c:pt idx="118">
                  <c:v>2.2241210899665E-06</c:v>
                </c:pt>
                <c:pt idx="119">
                  <c:v>4.60810660463107E-11</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0.0000</c:formatCode>
                <c:ptCount val="120"/>
                <c:pt idx="0">
                  <c:v>0.00690454570576549</c:v>
                </c:pt>
                <c:pt idx="1">
                  <c:v>0.00771242333576083</c:v>
                </c:pt>
                <c:pt idx="2">
                  <c:v>0.00627544801682234</c:v>
                </c:pt>
                <c:pt idx="3">
                  <c:v>0.00568978674709797</c:v>
                </c:pt>
                <c:pt idx="4">
                  <c:v>0.00510626845061779</c:v>
                </c:pt>
                <c:pt idx="5">
                  <c:v>0.00638068281114101</c:v>
                </c:pt>
                <c:pt idx="6">
                  <c:v>0.00484124105423689</c:v>
                </c:pt>
                <c:pt idx="7">
                  <c:v>0.00568121764808893</c:v>
                </c:pt>
                <c:pt idx="8">
                  <c:v>0.00517258094623685</c:v>
                </c:pt>
                <c:pt idx="9">
                  <c:v>0.00424456782639027</c:v>
                </c:pt>
                <c:pt idx="10">
                  <c:v>0.00360924331471324</c:v>
                </c:pt>
                <c:pt idx="11">
                  <c:v>0.0045404345728457</c:v>
                </c:pt>
                <c:pt idx="12">
                  <c:v>0.00409216666594148</c:v>
                </c:pt>
                <c:pt idx="13">
                  <c:v>0.00343005987815559</c:v>
                </c:pt>
                <c:pt idx="14">
                  <c:v>0.00332342041656375</c:v>
                </c:pt>
                <c:pt idx="15">
                  <c:v>0.00350961345247924</c:v>
                </c:pt>
                <c:pt idx="16">
                  <c:v>0.00454976782202721</c:v>
                </c:pt>
                <c:pt idx="17">
                  <c:v>0.00414650747552514</c:v>
                </c:pt>
                <c:pt idx="18">
                  <c:v>0.00374478287994862</c:v>
                </c:pt>
                <c:pt idx="19">
                  <c:v>0.00395031087100506</c:v>
                </c:pt>
                <c:pt idx="20">
                  <c:v>0.00421955902129412</c:v>
                </c:pt>
                <c:pt idx="21">
                  <c:v>0.00410188362002373</c:v>
                </c:pt>
                <c:pt idx="22">
                  <c:v>0.00276033161208034</c:v>
                </c:pt>
                <c:pt idx="23">
                  <c:v>0.00225932546891272</c:v>
                </c:pt>
                <c:pt idx="24">
                  <c:v>0.0033745018299669</c:v>
                </c:pt>
                <c:pt idx="25">
                  <c:v>0.00305378227494657</c:v>
                </c:pt>
                <c:pt idx="26">
                  <c:v>0.00245495373383164</c:v>
                </c:pt>
                <c:pt idx="27">
                  <c:v>0.00290764961391687</c:v>
                </c:pt>
                <c:pt idx="28">
                  <c:v>0.0028009673114866</c:v>
                </c:pt>
                <c:pt idx="29">
                  <c:v>0.00295315776020288</c:v>
                </c:pt>
                <c:pt idx="30">
                  <c:v>0.00275548151694238</c:v>
                </c:pt>
                <c:pt idx="31">
                  <c:v>0.00271190702915192</c:v>
                </c:pt>
                <c:pt idx="32">
                  <c:v>0.00346745690330863</c:v>
                </c:pt>
                <c:pt idx="33">
                  <c:v>0.0022020754404366</c:v>
                </c:pt>
                <c:pt idx="34">
                  <c:v>0.00236427038908005</c:v>
                </c:pt>
                <c:pt idx="35">
                  <c:v>0.00283843628130853</c:v>
                </c:pt>
                <c:pt idx="36">
                  <c:v>0.00214484147727489</c:v>
                </c:pt>
                <c:pt idx="37">
                  <c:v>0.00316052045673132</c:v>
                </c:pt>
                <c:pt idx="38">
                  <c:v>0.00260001118294895</c:v>
                </c:pt>
                <c:pt idx="39">
                  <c:v>0.00251406477764249</c:v>
                </c:pt>
                <c:pt idx="40">
                  <c:v>0.0028288159519434</c:v>
                </c:pt>
                <c:pt idx="41">
                  <c:v>0.00294958474114537</c:v>
                </c:pt>
                <c:pt idx="42">
                  <c:v>0.0028565376996994</c:v>
                </c:pt>
                <c:pt idx="43">
                  <c:v>0.00318000558763742</c:v>
                </c:pt>
                <c:pt idx="44">
                  <c:v>0.00183937232941389</c:v>
                </c:pt>
                <c:pt idx="45">
                  <c:v>0.00223071221262217</c:v>
                </c:pt>
                <c:pt idx="46">
                  <c:v>0.00191634241491556</c:v>
                </c:pt>
                <c:pt idx="47">
                  <c:v>0.0029905482660979</c:v>
                </c:pt>
                <c:pt idx="48">
                  <c:v>0.00192120741121471</c:v>
                </c:pt>
                <c:pt idx="49">
                  <c:v>0.00195118866395205</c:v>
                </c:pt>
                <c:pt idx="50">
                  <c:v>0.00177154317498207</c:v>
                </c:pt>
                <c:pt idx="51">
                  <c:v>0.00249018985778093</c:v>
                </c:pt>
                <c:pt idx="52">
                  <c:v>0.00243827374652028</c:v>
                </c:pt>
                <c:pt idx="53">
                  <c:v>0.00297241355292499</c:v>
                </c:pt>
                <c:pt idx="54">
                  <c:v>0.00158380367793143</c:v>
                </c:pt>
                <c:pt idx="55">
                  <c:v>0.00279615423642099</c:v>
                </c:pt>
                <c:pt idx="56">
                  <c:v>0.00200024782679975</c:v>
                </c:pt>
                <c:pt idx="57">
                  <c:v>0.00219077453948557</c:v>
                </c:pt>
                <c:pt idx="58">
                  <c:v>0.0021224906668067</c:v>
                </c:pt>
                <c:pt idx="59">
                  <c:v>0.0019043650245294</c:v>
                </c:pt>
                <c:pt idx="60">
                  <c:v>0.0018350345781073</c:v>
                </c:pt>
                <c:pt idx="61">
                  <c:v>0.00229351408779621</c:v>
                </c:pt>
                <c:pt idx="62">
                  <c:v>0.00266790646128356</c:v>
                </c:pt>
                <c:pt idx="63">
                  <c:v>0.00221128365956247</c:v>
                </c:pt>
                <c:pt idx="64">
                  <c:v>0.00216202577576041</c:v>
                </c:pt>
                <c:pt idx="65">
                  <c:v>0.00165409583132714</c:v>
                </c:pt>
                <c:pt idx="66">
                  <c:v>0.00165282259695232</c:v>
                </c:pt>
                <c:pt idx="67">
                  <c:v>0.00137516367249191</c:v>
                </c:pt>
                <c:pt idx="68">
                  <c:v>0.00154963124077767</c:v>
                </c:pt>
                <c:pt idx="69">
                  <c:v>0.00149702781345695</c:v>
                </c:pt>
                <c:pt idx="70">
                  <c:v>0.00154743425082415</c:v>
                </c:pt>
                <c:pt idx="71">
                  <c:v>0.00201962445862591</c:v>
                </c:pt>
                <c:pt idx="72">
                  <c:v>0.00161757878959179</c:v>
                </c:pt>
                <c:pt idx="73">
                  <c:v>0.00120894878637046</c:v>
                </c:pt>
                <c:pt idx="74">
                  <c:v>0.00173313962295651</c:v>
                </c:pt>
                <c:pt idx="75">
                  <c:v>0.00171426148153841</c:v>
                </c:pt>
                <c:pt idx="76">
                  <c:v>0.00128257018513978</c:v>
                </c:pt>
                <c:pt idx="77">
                  <c:v>0.00214010663330555</c:v>
                </c:pt>
                <c:pt idx="78">
                  <c:v>0.00133289396762848</c:v>
                </c:pt>
                <c:pt idx="79">
                  <c:v>0.00138663919642568</c:v>
                </c:pt>
                <c:pt idx="80">
                  <c:v>0.0014619454741478</c:v>
                </c:pt>
                <c:pt idx="81">
                  <c:v>0.00162890541832894</c:v>
                </c:pt>
                <c:pt idx="82">
                  <c:v>0.00144546292722225</c:v>
                </c:pt>
                <c:pt idx="83">
                  <c:v>0.00138065207283944</c:v>
                </c:pt>
                <c:pt idx="84">
                  <c:v>0.00121515383943915</c:v>
                </c:pt>
                <c:pt idx="85">
                  <c:v>0.00126165780238807</c:v>
                </c:pt>
                <c:pt idx="86">
                  <c:v>0.000986658502370119</c:v>
                </c:pt>
                <c:pt idx="87">
                  <c:v>0.00081515172496438</c:v>
                </c:pt>
                <c:pt idx="88">
                  <c:v>0.00113065273035318</c:v>
                </c:pt>
                <c:pt idx="89">
                  <c:v>0.00174538348801434</c:v>
                </c:pt>
                <c:pt idx="90">
                  <c:v>0.00123289774637669</c:v>
                </c:pt>
                <c:pt idx="91">
                  <c:v>0.00118842255324125</c:v>
                </c:pt>
                <c:pt idx="92">
                  <c:v>0.000988037441857159</c:v>
                </c:pt>
                <c:pt idx="93">
                  <c:v>0.00103644409682602</c:v>
                </c:pt>
                <c:pt idx="94">
                  <c:v>0.00107510318048298</c:v>
                </c:pt>
                <c:pt idx="95">
                  <c:v>0.000836254272144288</c:v>
                </c:pt>
                <c:pt idx="96">
                  <c:v>0.000873963348567486</c:v>
                </c:pt>
                <c:pt idx="97">
                  <c:v>0.00105515494942665</c:v>
                </c:pt>
                <c:pt idx="98">
                  <c:v>0.00113401049748063</c:v>
                </c:pt>
                <c:pt idx="99">
                  <c:v>0.000451348314527422</c:v>
                </c:pt>
                <c:pt idx="100">
                  <c:v>0.000892004813067615</c:v>
                </c:pt>
                <c:pt idx="101">
                  <c:v>0.000393063848605379</c:v>
                </c:pt>
                <c:pt idx="102">
                  <c:v>0.000727830396499485</c:v>
                </c:pt>
                <c:pt idx="103">
                  <c:v>0.000659906188957393</c:v>
                </c:pt>
                <c:pt idx="104">
                  <c:v>0.000636016426142305</c:v>
                </c:pt>
                <c:pt idx="105">
                  <c:v>0.000897640711627901</c:v>
                </c:pt>
                <c:pt idx="106">
                  <c:v>0.000927738787140697</c:v>
                </c:pt>
                <c:pt idx="107">
                  <c:v>0.000260235683526844</c:v>
                </c:pt>
                <c:pt idx="108">
                  <c:v>0.000362875638529658</c:v>
                </c:pt>
                <c:pt idx="109">
                  <c:v>0.000802157795988023</c:v>
                </c:pt>
                <c:pt idx="110">
                  <c:v>0.000745568133424968</c:v>
                </c:pt>
                <c:pt idx="111">
                  <c:v>9.91995184449479E-05</c:v>
                </c:pt>
                <c:pt idx="112">
                  <c:v>0.00061217654729262</c:v>
                </c:pt>
                <c:pt idx="113">
                  <c:v>0.000154093519086018</c:v>
                </c:pt>
                <c:pt idx="114">
                  <c:v>8.59713982208632E-05</c:v>
                </c:pt>
                <c:pt idx="115">
                  <c:v>0.000356276956154034</c:v>
                </c:pt>
                <c:pt idx="116">
                  <c:v>1.81110226549208E-05</c:v>
                </c:pt>
                <c:pt idx="117">
                  <c:v>9.07546491362154E-05</c:v>
                </c:pt>
                <c:pt idx="118">
                  <c:v>4.69078941023326E-06</c:v>
                </c:pt>
                <c:pt idx="119">
                  <c:v>1.94025542160636E-11</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0.0000</c:formatCode>
                <c:ptCount val="120"/>
                <c:pt idx="0">
                  <c:v>0.00679904036223888</c:v>
                </c:pt>
                <c:pt idx="1">
                  <c:v>0.00654756091535091</c:v>
                </c:pt>
                <c:pt idx="2">
                  <c:v>0.00717834150418639</c:v>
                </c:pt>
                <c:pt idx="3">
                  <c:v>0.00640368554741144</c:v>
                </c:pt>
                <c:pt idx="4">
                  <c:v>0.00600531278178096</c:v>
                </c:pt>
                <c:pt idx="5">
                  <c:v>0.00497731938958168</c:v>
                </c:pt>
                <c:pt idx="6">
                  <c:v>0.00466094678267837</c:v>
                </c:pt>
                <c:pt idx="7">
                  <c:v>0.00339874788187444</c:v>
                </c:pt>
                <c:pt idx="8">
                  <c:v>0.00425245892256498</c:v>
                </c:pt>
                <c:pt idx="9">
                  <c:v>0.0029648756608367</c:v>
                </c:pt>
                <c:pt idx="10">
                  <c:v>0.00322737428359687</c:v>
                </c:pt>
                <c:pt idx="11">
                  <c:v>0.00309663778170943</c:v>
                </c:pt>
                <c:pt idx="12">
                  <c:v>0.00300368666648865</c:v>
                </c:pt>
                <c:pt idx="13">
                  <c:v>0.0039262231439352</c:v>
                </c:pt>
                <c:pt idx="14">
                  <c:v>0.00316412607207894</c:v>
                </c:pt>
                <c:pt idx="15">
                  <c:v>0.00379035528749228</c:v>
                </c:pt>
                <c:pt idx="16">
                  <c:v>0.00392649322748184</c:v>
                </c:pt>
                <c:pt idx="17">
                  <c:v>0.00355647108517587</c:v>
                </c:pt>
                <c:pt idx="18">
                  <c:v>0.00232939748093486</c:v>
                </c:pt>
                <c:pt idx="19">
                  <c:v>0.00293700629845262</c:v>
                </c:pt>
                <c:pt idx="20">
                  <c:v>0.00285037327557802</c:v>
                </c:pt>
                <c:pt idx="21">
                  <c:v>0.00340776331722736</c:v>
                </c:pt>
                <c:pt idx="22">
                  <c:v>0.00313697080127895</c:v>
                </c:pt>
                <c:pt idx="23">
                  <c:v>0.00306980311870575</c:v>
                </c:pt>
                <c:pt idx="24">
                  <c:v>0.00342374108731747</c:v>
                </c:pt>
                <c:pt idx="25">
                  <c:v>0.00410832324996591</c:v>
                </c:pt>
                <c:pt idx="26">
                  <c:v>0.00468358444049954</c:v>
                </c:pt>
                <c:pt idx="27">
                  <c:v>0.00310370279476047</c:v>
                </c:pt>
                <c:pt idx="28">
                  <c:v>0.00372437853366137</c:v>
                </c:pt>
                <c:pt idx="29">
                  <c:v>0.00265086535364389</c:v>
                </c:pt>
                <c:pt idx="30">
                  <c:v>0.00302528357133269</c:v>
                </c:pt>
                <c:pt idx="31">
                  <c:v>0.00336867454461753</c:v>
                </c:pt>
                <c:pt idx="32">
                  <c:v>0.00316944392398</c:v>
                </c:pt>
                <c:pt idx="33">
                  <c:v>0.00342289521358907</c:v>
                </c:pt>
                <c:pt idx="34">
                  <c:v>0.0022914451546967</c:v>
                </c:pt>
                <c:pt idx="35">
                  <c:v>0.00239426270127296</c:v>
                </c:pt>
                <c:pt idx="36">
                  <c:v>0.00279392814263701</c:v>
                </c:pt>
                <c:pt idx="37">
                  <c:v>0.00192517635878175</c:v>
                </c:pt>
                <c:pt idx="38">
                  <c:v>0.00257214158773422</c:v>
                </c:pt>
                <c:pt idx="39">
                  <c:v>0.00285422499291599</c:v>
                </c:pt>
                <c:pt idx="40">
                  <c:v>0.00208335416391492</c:v>
                </c:pt>
                <c:pt idx="41">
                  <c:v>0.00285892910324037</c:v>
                </c:pt>
                <c:pt idx="42">
                  <c:v>0.00186742364894599</c:v>
                </c:pt>
                <c:pt idx="43">
                  <c:v>0.0025347366463393</c:v>
                </c:pt>
                <c:pt idx="44">
                  <c:v>0.00234124809503555</c:v>
                </c:pt>
                <c:pt idx="45">
                  <c:v>0.00304817082360387</c:v>
                </c:pt>
                <c:pt idx="46">
                  <c:v>0.00341041898354888</c:v>
                </c:pt>
                <c:pt idx="47">
                  <c:v>0.00165463238954544</c:v>
                </c:pt>
                <c:pt idx="48">
                  <c:v>0.00217333994805813</c:v>
                </c:pt>
                <c:pt idx="49">
                  <c:v>0.00161925959400833</c:v>
                </c:pt>
                <c:pt idx="50">
                  <c:v>0.0023104737047106</c:v>
                </c:pt>
                <c:pt idx="51">
                  <c:v>0.00221332581713796</c:v>
                </c:pt>
                <c:pt idx="52">
                  <c:v>0.0018753947224468</c:v>
                </c:pt>
                <c:pt idx="53">
                  <c:v>0.00175767112523317</c:v>
                </c:pt>
                <c:pt idx="54">
                  <c:v>0.00218239612877369</c:v>
                </c:pt>
                <c:pt idx="55">
                  <c:v>0.00262632640078664</c:v>
                </c:pt>
                <c:pt idx="56">
                  <c:v>0.00311486585997045</c:v>
                </c:pt>
                <c:pt idx="57">
                  <c:v>0.00172885321080685</c:v>
                </c:pt>
                <c:pt idx="58">
                  <c:v>0.00321011012420058</c:v>
                </c:pt>
                <c:pt idx="59">
                  <c:v>0.00219376292079687</c:v>
                </c:pt>
                <c:pt idx="60">
                  <c:v>0.00259067211300135</c:v>
                </c:pt>
                <c:pt idx="61">
                  <c:v>0.00191084574908018</c:v>
                </c:pt>
                <c:pt idx="62">
                  <c:v>0.00262509007006884</c:v>
                </c:pt>
                <c:pt idx="63">
                  <c:v>0.00219304137863219</c:v>
                </c:pt>
                <c:pt idx="64">
                  <c:v>0.0019715721718967</c:v>
                </c:pt>
                <c:pt idx="65">
                  <c:v>0.0018397526582703</c:v>
                </c:pt>
                <c:pt idx="66">
                  <c:v>0.00207652873359621</c:v>
                </c:pt>
                <c:pt idx="67">
                  <c:v>0.00234254309907556</c:v>
                </c:pt>
                <c:pt idx="68">
                  <c:v>0.00224651815369725</c:v>
                </c:pt>
                <c:pt idx="69">
                  <c:v>0.00200630398467183</c:v>
                </c:pt>
                <c:pt idx="70">
                  <c:v>0.00193471508100629</c:v>
                </c:pt>
                <c:pt idx="71">
                  <c:v>0.00262263766489923</c:v>
                </c:pt>
                <c:pt idx="72">
                  <c:v>0.00161218293942511</c:v>
                </c:pt>
                <c:pt idx="73">
                  <c:v>0.00163994333706796</c:v>
                </c:pt>
                <c:pt idx="74">
                  <c:v>0.00201488099992275</c:v>
                </c:pt>
                <c:pt idx="75">
                  <c:v>0.00147331366315484</c:v>
                </c:pt>
                <c:pt idx="76">
                  <c:v>0.00143782875966281</c:v>
                </c:pt>
                <c:pt idx="77">
                  <c:v>0.00194302923046052</c:v>
                </c:pt>
                <c:pt idx="78">
                  <c:v>0.00164257304277271</c:v>
                </c:pt>
                <c:pt idx="79">
                  <c:v>0.00132909859530628</c:v>
                </c:pt>
                <c:pt idx="80">
                  <c:v>0.00148049322888255</c:v>
                </c:pt>
                <c:pt idx="81">
                  <c:v>0.00204605516046286</c:v>
                </c:pt>
                <c:pt idx="82">
                  <c:v>0.000973878777585924</c:v>
                </c:pt>
                <c:pt idx="83">
                  <c:v>0.00109582592267543</c:v>
                </c:pt>
                <c:pt idx="84">
                  <c:v>0.00121028698049486</c:v>
                </c:pt>
                <c:pt idx="85">
                  <c:v>0.00128646125085652</c:v>
                </c:pt>
                <c:pt idx="86">
                  <c:v>0.00137186120264232</c:v>
                </c:pt>
                <c:pt idx="87">
                  <c:v>0.00199129618704319</c:v>
                </c:pt>
                <c:pt idx="88">
                  <c:v>0.00145870528649539</c:v>
                </c:pt>
                <c:pt idx="89">
                  <c:v>0.0014950935728848</c:v>
                </c:pt>
                <c:pt idx="90">
                  <c:v>0.00120537879411131</c:v>
                </c:pt>
                <c:pt idx="91">
                  <c:v>0.00114021066110581</c:v>
                </c:pt>
                <c:pt idx="92">
                  <c:v>0.0012071292148903</c:v>
                </c:pt>
                <c:pt idx="93">
                  <c:v>0.00100350729189813</c:v>
                </c:pt>
                <c:pt idx="94">
                  <c:v>0.00165570701938123</c:v>
                </c:pt>
                <c:pt idx="95">
                  <c:v>0.00118837784975767</c:v>
                </c:pt>
                <c:pt idx="96">
                  <c:v>0.000921344093512744</c:v>
                </c:pt>
                <c:pt idx="97">
                  <c:v>0.00112987344618887</c:v>
                </c:pt>
                <c:pt idx="98">
                  <c:v>0.00100015278439969</c:v>
                </c:pt>
                <c:pt idx="99">
                  <c:v>0.000813764287158847</c:v>
                </c:pt>
                <c:pt idx="100">
                  <c:v>0.00108990794979036</c:v>
                </c:pt>
                <c:pt idx="101">
                  <c:v>0.00101507303770632</c:v>
                </c:pt>
                <c:pt idx="102">
                  <c:v>0.000418211391661316</c:v>
                </c:pt>
                <c:pt idx="103">
                  <c:v>0.00136320292949677</c:v>
                </c:pt>
                <c:pt idx="104">
                  <c:v>0.00116300641093403</c:v>
                </c:pt>
                <c:pt idx="105">
                  <c:v>0.000961413781624287</c:v>
                </c:pt>
                <c:pt idx="106">
                  <c:v>0.000636689364910126</c:v>
                </c:pt>
                <c:pt idx="107">
                  <c:v>0.000522830814588815</c:v>
                </c:pt>
                <c:pt idx="108">
                  <c:v>0.000565791968256235</c:v>
                </c:pt>
                <c:pt idx="109">
                  <c:v>0.000560501182917506</c:v>
                </c:pt>
                <c:pt idx="110">
                  <c:v>0.000530474586412311</c:v>
                </c:pt>
                <c:pt idx="111">
                  <c:v>0.000362224120181054</c:v>
                </c:pt>
                <c:pt idx="112">
                  <c:v>0.000437199370935559</c:v>
                </c:pt>
                <c:pt idx="113">
                  <c:v>0.000859144027344882</c:v>
                </c:pt>
                <c:pt idx="114">
                  <c:v>0.000185160693945363</c:v>
                </c:pt>
                <c:pt idx="115">
                  <c:v>3.29629801854026E-05</c:v>
                </c:pt>
                <c:pt idx="116">
                  <c:v>4.04164275096264E-05</c:v>
                </c:pt>
                <c:pt idx="117">
                  <c:v>2.48975975409849E-05</c:v>
                </c:pt>
                <c:pt idx="118">
                  <c:v>9.41799044085201E-06</c:v>
                </c:pt>
                <c:pt idx="119">
                  <c:v>-6.79089423583079E-11</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0.0000</c:formatCode>
                <c:ptCount val="120"/>
                <c:pt idx="0">
                  <c:v>0.00674564717337489</c:v>
                </c:pt>
                <c:pt idx="1">
                  <c:v>0.00798816327005625</c:v>
                </c:pt>
                <c:pt idx="2">
                  <c:v>0.0065458039753139</c:v>
                </c:pt>
                <c:pt idx="3">
                  <c:v>0.006181416567415</c:v>
                </c:pt>
                <c:pt idx="4">
                  <c:v>0.00590945361182094</c:v>
                </c:pt>
                <c:pt idx="5">
                  <c:v>0.00600841268897057</c:v>
                </c:pt>
                <c:pt idx="6">
                  <c:v>0.00450578518211842</c:v>
                </c:pt>
                <c:pt idx="7">
                  <c:v>0.00594525039196014</c:v>
                </c:pt>
                <c:pt idx="8">
                  <c:v>0.0050297761335969</c:v>
                </c:pt>
                <c:pt idx="9">
                  <c:v>0.00339095084927976</c:v>
                </c:pt>
                <c:pt idx="10">
                  <c:v>0.00390130514279008</c:v>
                </c:pt>
                <c:pt idx="11">
                  <c:v>0.00350876431912184</c:v>
                </c:pt>
                <c:pt idx="12">
                  <c:v>0.0042670015245676</c:v>
                </c:pt>
                <c:pt idx="13">
                  <c:v>0.00393104739487171</c:v>
                </c:pt>
                <c:pt idx="14">
                  <c:v>0.00350385485216975</c:v>
                </c:pt>
                <c:pt idx="15">
                  <c:v>0.00474388198927045</c:v>
                </c:pt>
                <c:pt idx="16">
                  <c:v>0.00312381843104959</c:v>
                </c:pt>
                <c:pt idx="17">
                  <c:v>0.00399226089939475</c:v>
                </c:pt>
                <c:pt idx="18">
                  <c:v>0.00358853675425053</c:v>
                </c:pt>
                <c:pt idx="19">
                  <c:v>0.0033976030535996</c:v>
                </c:pt>
                <c:pt idx="20">
                  <c:v>0.00405856920406222</c:v>
                </c:pt>
                <c:pt idx="21">
                  <c:v>0.00367278140038252</c:v>
                </c:pt>
                <c:pt idx="22">
                  <c:v>0.0025993213057518</c:v>
                </c:pt>
                <c:pt idx="23">
                  <c:v>0.00298677268438041</c:v>
                </c:pt>
                <c:pt idx="24">
                  <c:v>0.00358841824345291</c:v>
                </c:pt>
                <c:pt idx="25">
                  <c:v>0.003393589053303</c:v>
                </c:pt>
                <c:pt idx="26">
                  <c:v>0.00364517094567418</c:v>
                </c:pt>
                <c:pt idx="27">
                  <c:v>0.00353044224902987</c:v>
                </c:pt>
                <c:pt idx="28">
                  <c:v>0.00267608906142414</c:v>
                </c:pt>
                <c:pt idx="29">
                  <c:v>0.00255497172474861</c:v>
                </c:pt>
                <c:pt idx="30">
                  <c:v>0.00284738885238767</c:v>
                </c:pt>
                <c:pt idx="31">
                  <c:v>0.00293054105713964</c:v>
                </c:pt>
                <c:pt idx="32">
                  <c:v>0.00276732142083347</c:v>
                </c:pt>
                <c:pt idx="33">
                  <c:v>0.00323340436443686</c:v>
                </c:pt>
                <c:pt idx="34">
                  <c:v>0.00289616268128157</c:v>
                </c:pt>
                <c:pt idx="35">
                  <c:v>0.0032657440751791</c:v>
                </c:pt>
                <c:pt idx="36">
                  <c:v>0.00279137259349227</c:v>
                </c:pt>
                <c:pt idx="37">
                  <c:v>0.00349158979952335</c:v>
                </c:pt>
                <c:pt idx="38">
                  <c:v>0.00304370606318116</c:v>
                </c:pt>
                <c:pt idx="39">
                  <c:v>0.00226270174607635</c:v>
                </c:pt>
                <c:pt idx="40">
                  <c:v>0.0029051152523607</c:v>
                </c:pt>
                <c:pt idx="41">
                  <c:v>0.00292471749708056</c:v>
                </c:pt>
                <c:pt idx="42">
                  <c:v>0.00365276890806854</c:v>
                </c:pt>
                <c:pt idx="43">
                  <c:v>0.00284466566517949</c:v>
                </c:pt>
                <c:pt idx="44">
                  <c:v>0.00299036572687328</c:v>
                </c:pt>
                <c:pt idx="45">
                  <c:v>0.00276782503351569</c:v>
                </c:pt>
                <c:pt idx="46">
                  <c:v>0.0024245313834399</c:v>
                </c:pt>
                <c:pt idx="47">
                  <c:v>0.00278550107032061</c:v>
                </c:pt>
                <c:pt idx="48">
                  <c:v>0.00310101825743914</c:v>
                </c:pt>
                <c:pt idx="49">
                  <c:v>0.003137341234833</c:v>
                </c:pt>
                <c:pt idx="50">
                  <c:v>0.00299818394705653</c:v>
                </c:pt>
                <c:pt idx="51">
                  <c:v>0.00267828512005508</c:v>
                </c:pt>
                <c:pt idx="52">
                  <c:v>0.00185425905510783</c:v>
                </c:pt>
                <c:pt idx="53">
                  <c:v>0.00203824322670698</c:v>
                </c:pt>
                <c:pt idx="54">
                  <c:v>0.00227926531806588</c:v>
                </c:pt>
                <c:pt idx="55">
                  <c:v>0.00204959232360125</c:v>
                </c:pt>
                <c:pt idx="56">
                  <c:v>0.00181265128776431</c:v>
                </c:pt>
                <c:pt idx="57">
                  <c:v>0.00171332736499608</c:v>
                </c:pt>
                <c:pt idx="58">
                  <c:v>0.00167402694933116</c:v>
                </c:pt>
                <c:pt idx="59">
                  <c:v>0.00233153789304197</c:v>
                </c:pt>
                <c:pt idx="60">
                  <c:v>0.00209646346047521</c:v>
                </c:pt>
                <c:pt idx="61">
                  <c:v>0.00209004268981516</c:v>
                </c:pt>
                <c:pt idx="62">
                  <c:v>0.00187384593300521</c:v>
                </c:pt>
                <c:pt idx="63">
                  <c:v>0.00173637631814927</c:v>
                </c:pt>
                <c:pt idx="64">
                  <c:v>0.00211611110717058</c:v>
                </c:pt>
                <c:pt idx="65">
                  <c:v>0.00223228405229747</c:v>
                </c:pt>
                <c:pt idx="66">
                  <c:v>0.00295480131171644</c:v>
                </c:pt>
                <c:pt idx="67">
                  <c:v>0.00279431417584419</c:v>
                </c:pt>
                <c:pt idx="68">
                  <c:v>0.00239078118465841</c:v>
                </c:pt>
                <c:pt idx="69">
                  <c:v>0.00194492284208536</c:v>
                </c:pt>
                <c:pt idx="70">
                  <c:v>0.00179909123107791</c:v>
                </c:pt>
                <c:pt idx="71">
                  <c:v>0.00150433438830078</c:v>
                </c:pt>
                <c:pt idx="72">
                  <c:v>0.00146930571645498</c:v>
                </c:pt>
                <c:pt idx="73">
                  <c:v>0.00231522647663951</c:v>
                </c:pt>
                <c:pt idx="74">
                  <c:v>0.00148076459299773</c:v>
                </c:pt>
                <c:pt idx="75">
                  <c:v>0.0013205639552325</c:v>
                </c:pt>
                <c:pt idx="76">
                  <c:v>0.00175553723238409</c:v>
                </c:pt>
                <c:pt idx="77">
                  <c:v>0.00139106286223978</c:v>
                </c:pt>
                <c:pt idx="78">
                  <c:v>0.00198008166626096</c:v>
                </c:pt>
                <c:pt idx="79">
                  <c:v>0.00201575830578804</c:v>
                </c:pt>
                <c:pt idx="80">
                  <c:v>0.0013102296506986</c:v>
                </c:pt>
                <c:pt idx="81">
                  <c:v>0.00159390387125313</c:v>
                </c:pt>
                <c:pt idx="82">
                  <c:v>0.00112420658115298</c:v>
                </c:pt>
                <c:pt idx="83">
                  <c:v>0.00106323033105582</c:v>
                </c:pt>
                <c:pt idx="84">
                  <c:v>0.00141002982854843</c:v>
                </c:pt>
                <c:pt idx="85">
                  <c:v>0.00185049138963223</c:v>
                </c:pt>
                <c:pt idx="86">
                  <c:v>0.00101471622474492</c:v>
                </c:pt>
                <c:pt idx="87">
                  <c:v>0.00111620919778943</c:v>
                </c:pt>
                <c:pt idx="88">
                  <c:v>0.0010488701518625</c:v>
                </c:pt>
                <c:pt idx="89">
                  <c:v>0.00105774682015181</c:v>
                </c:pt>
                <c:pt idx="90">
                  <c:v>0.000923939980566502</c:v>
                </c:pt>
                <c:pt idx="91">
                  <c:v>0.000767729885410517</c:v>
                </c:pt>
                <c:pt idx="92">
                  <c:v>0.00109023135155439</c:v>
                </c:pt>
                <c:pt idx="93">
                  <c:v>0.000847492832690477</c:v>
                </c:pt>
                <c:pt idx="94">
                  <c:v>0.00104292796459049</c:v>
                </c:pt>
                <c:pt idx="95">
                  <c:v>0.000763421878218651</c:v>
                </c:pt>
                <c:pt idx="96">
                  <c:v>0.000980189302936196</c:v>
                </c:pt>
                <c:pt idx="97">
                  <c:v>0.000904690008610487</c:v>
                </c:pt>
                <c:pt idx="98">
                  <c:v>0.000484004325699061</c:v>
                </c:pt>
                <c:pt idx="99">
                  <c:v>0.00161337235476822</c:v>
                </c:pt>
                <c:pt idx="100">
                  <c:v>0.00126329076010734</c:v>
                </c:pt>
                <c:pt idx="101">
                  <c:v>0.00069088360760361</c:v>
                </c:pt>
                <c:pt idx="102">
                  <c:v>0.0015966861974448</c:v>
                </c:pt>
                <c:pt idx="103">
                  <c:v>0.000754619482904673</c:v>
                </c:pt>
                <c:pt idx="104">
                  <c:v>0.000712634937372059</c:v>
                </c:pt>
                <c:pt idx="105">
                  <c:v>0.000460943061625585</c:v>
                </c:pt>
                <c:pt idx="106">
                  <c:v>0.000373932183720171</c:v>
                </c:pt>
                <c:pt idx="107">
                  <c:v>0.00114030647091568</c:v>
                </c:pt>
                <c:pt idx="108">
                  <c:v>0.00104951253160834</c:v>
                </c:pt>
                <c:pt idx="109">
                  <c:v>0.000257461855653673</c:v>
                </c:pt>
                <c:pt idx="110">
                  <c:v>0.00031692098127678</c:v>
                </c:pt>
                <c:pt idx="111">
                  <c:v>0.000429142819484696</c:v>
                </c:pt>
                <c:pt idx="112">
                  <c:v>0.000564766756724566</c:v>
                </c:pt>
                <c:pt idx="113">
                  <c:v>0.000430840300396085</c:v>
                </c:pt>
                <c:pt idx="114">
                  <c:v>0.000117641320684925</c:v>
                </c:pt>
                <c:pt idx="115">
                  <c:v>0.000179836744791828</c:v>
                </c:pt>
                <c:pt idx="116">
                  <c:v>8.47621631692164E-05</c:v>
                </c:pt>
                <c:pt idx="117">
                  <c:v>2.06114018510561E-05</c:v>
                </c:pt>
                <c:pt idx="118">
                  <c:v>1.10166856757132E-05</c:v>
                </c:pt>
                <c:pt idx="119">
                  <c:v>-2.60721826073063E-11</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0.0000</c:formatCode>
                <c:ptCount val="120"/>
                <c:pt idx="0">
                  <c:v>0.00813436135649681</c:v>
                </c:pt>
                <c:pt idx="1">
                  <c:v>0.00736544374376535</c:v>
                </c:pt>
                <c:pt idx="2">
                  <c:v>0.0061117778532207</c:v>
                </c:pt>
                <c:pt idx="3">
                  <c:v>0.0061328336596489</c:v>
                </c:pt>
                <c:pt idx="4">
                  <c:v>0.00478444574400783</c:v>
                </c:pt>
                <c:pt idx="5">
                  <c:v>0.00559904193505645</c:v>
                </c:pt>
                <c:pt idx="6">
                  <c:v>0.00504217436537147</c:v>
                </c:pt>
                <c:pt idx="7">
                  <c:v>0.00442372914403677</c:v>
                </c:pt>
                <c:pt idx="8">
                  <c:v>0.00304483226500452</c:v>
                </c:pt>
                <c:pt idx="9">
                  <c:v>0.00465493043884635</c:v>
                </c:pt>
                <c:pt idx="10">
                  <c:v>0.00378142576664686</c:v>
                </c:pt>
                <c:pt idx="11">
                  <c:v>0.00345410755835474</c:v>
                </c:pt>
                <c:pt idx="12">
                  <c:v>0.00347830518148839</c:v>
                </c:pt>
                <c:pt idx="13">
                  <c:v>0.00357434060424566</c:v>
                </c:pt>
                <c:pt idx="14">
                  <c:v>0.00385961635038257</c:v>
                </c:pt>
                <c:pt idx="15">
                  <c:v>0.0037057725712657</c:v>
                </c:pt>
                <c:pt idx="16">
                  <c:v>0.00296072917990386</c:v>
                </c:pt>
                <c:pt idx="17">
                  <c:v>0.00374843273311853</c:v>
                </c:pt>
                <c:pt idx="18">
                  <c:v>0.0039015500806272</c:v>
                </c:pt>
                <c:pt idx="19">
                  <c:v>0.00293165910989046</c:v>
                </c:pt>
                <c:pt idx="20">
                  <c:v>0.00256879720836878</c:v>
                </c:pt>
                <c:pt idx="21">
                  <c:v>0.00315107475034893</c:v>
                </c:pt>
                <c:pt idx="22">
                  <c:v>0.00306331156753004</c:v>
                </c:pt>
                <c:pt idx="23">
                  <c:v>0.00280606537126005</c:v>
                </c:pt>
                <c:pt idx="24">
                  <c:v>0.00376062351278961</c:v>
                </c:pt>
                <c:pt idx="25">
                  <c:v>0.00234525743871927</c:v>
                </c:pt>
                <c:pt idx="26">
                  <c:v>0.00321283540688455</c:v>
                </c:pt>
                <c:pt idx="27">
                  <c:v>0.00278384890407324</c:v>
                </c:pt>
                <c:pt idx="28">
                  <c:v>0.00196471158415079</c:v>
                </c:pt>
                <c:pt idx="29">
                  <c:v>0.00303934584371746</c:v>
                </c:pt>
                <c:pt idx="30">
                  <c:v>0.00284088659100235</c:v>
                </c:pt>
                <c:pt idx="31">
                  <c:v>0.00347511423751712</c:v>
                </c:pt>
                <c:pt idx="32">
                  <c:v>0.0027050010394305</c:v>
                </c:pt>
                <c:pt idx="33">
                  <c:v>0.00221748766489327</c:v>
                </c:pt>
                <c:pt idx="34">
                  <c:v>0.00244553200900555</c:v>
                </c:pt>
                <c:pt idx="35">
                  <c:v>0.002567840507254</c:v>
                </c:pt>
                <c:pt idx="36">
                  <c:v>0.00295887421816587</c:v>
                </c:pt>
                <c:pt idx="37">
                  <c:v>0.00264320964924991</c:v>
                </c:pt>
                <c:pt idx="38">
                  <c:v>0.00323334336280823</c:v>
                </c:pt>
                <c:pt idx="39">
                  <c:v>0.00333887850865722</c:v>
                </c:pt>
                <c:pt idx="40">
                  <c:v>0.00276364269666374</c:v>
                </c:pt>
                <c:pt idx="41">
                  <c:v>0.00169337377883494</c:v>
                </c:pt>
                <c:pt idx="42">
                  <c:v>0.00301925837993622</c:v>
                </c:pt>
                <c:pt idx="43">
                  <c:v>0.00224475213326514</c:v>
                </c:pt>
                <c:pt idx="44">
                  <c:v>0.00234397477470338</c:v>
                </c:pt>
                <c:pt idx="45">
                  <c:v>0.00221966695971787</c:v>
                </c:pt>
                <c:pt idx="46">
                  <c:v>0.00226998887956142</c:v>
                </c:pt>
                <c:pt idx="47">
                  <c:v>0.00213710474781692</c:v>
                </c:pt>
                <c:pt idx="48">
                  <c:v>0.00234295683912933</c:v>
                </c:pt>
                <c:pt idx="49">
                  <c:v>0.00259920116513968</c:v>
                </c:pt>
                <c:pt idx="50">
                  <c:v>0.00220564869232476</c:v>
                </c:pt>
                <c:pt idx="51">
                  <c:v>0.00217561260797083</c:v>
                </c:pt>
                <c:pt idx="52">
                  <c:v>0.00341343483887613</c:v>
                </c:pt>
                <c:pt idx="53">
                  <c:v>0.00262824236415327</c:v>
                </c:pt>
                <c:pt idx="54">
                  <c:v>0.00184139609336853</c:v>
                </c:pt>
                <c:pt idx="55">
                  <c:v>0.00252388883382082</c:v>
                </c:pt>
                <c:pt idx="56">
                  <c:v>0.00202364916913211</c:v>
                </c:pt>
                <c:pt idx="57">
                  <c:v>0.00197031209245324</c:v>
                </c:pt>
                <c:pt idx="58">
                  <c:v>0.00187163730151951</c:v>
                </c:pt>
                <c:pt idx="59">
                  <c:v>0.00165246822871268</c:v>
                </c:pt>
                <c:pt idx="60">
                  <c:v>0.00202820310369134</c:v>
                </c:pt>
                <c:pt idx="61">
                  <c:v>0.00192809803411365</c:v>
                </c:pt>
                <c:pt idx="62">
                  <c:v>0.00188985967542976</c:v>
                </c:pt>
                <c:pt idx="63">
                  <c:v>0.00196982361376286</c:v>
                </c:pt>
                <c:pt idx="64">
                  <c:v>0.00197529676370323</c:v>
                </c:pt>
                <c:pt idx="65">
                  <c:v>0.00174470338970423</c:v>
                </c:pt>
                <c:pt idx="66">
                  <c:v>0.00133673381060362</c:v>
                </c:pt>
                <c:pt idx="67">
                  <c:v>0.00192216946743429</c:v>
                </c:pt>
                <c:pt idx="68">
                  <c:v>0.00133401749189943</c:v>
                </c:pt>
                <c:pt idx="69">
                  <c:v>0.0017723438795656</c:v>
                </c:pt>
                <c:pt idx="70">
                  <c:v>0.0020102052949369</c:v>
                </c:pt>
                <c:pt idx="71">
                  <c:v>0.00129977217875421</c:v>
                </c:pt>
                <c:pt idx="72">
                  <c:v>0.00197073398157954</c:v>
                </c:pt>
                <c:pt idx="73">
                  <c:v>0.00186743005178869</c:v>
                </c:pt>
                <c:pt idx="74">
                  <c:v>0.00184772838838398</c:v>
                </c:pt>
                <c:pt idx="75">
                  <c:v>0.00135797774419188</c:v>
                </c:pt>
                <c:pt idx="76">
                  <c:v>0.00161741068586707</c:v>
                </c:pt>
                <c:pt idx="77">
                  <c:v>0.00143927545286715</c:v>
                </c:pt>
                <c:pt idx="78">
                  <c:v>0.00153333297930658</c:v>
                </c:pt>
                <c:pt idx="79">
                  <c:v>0.00187871023081243</c:v>
                </c:pt>
                <c:pt idx="80">
                  <c:v>0.00144622847437859</c:v>
                </c:pt>
                <c:pt idx="81">
                  <c:v>0.00121635675895959</c:v>
                </c:pt>
                <c:pt idx="82">
                  <c:v>0.00152318831533194</c:v>
                </c:pt>
                <c:pt idx="83">
                  <c:v>0.00153174891602248</c:v>
                </c:pt>
                <c:pt idx="84">
                  <c:v>0.00118404137901962</c:v>
                </c:pt>
                <c:pt idx="85">
                  <c:v>0.00106380390934646</c:v>
                </c:pt>
                <c:pt idx="86">
                  <c:v>0.00104567978996783</c:v>
                </c:pt>
                <c:pt idx="87">
                  <c:v>0.0010430277325213</c:v>
                </c:pt>
                <c:pt idx="88">
                  <c:v>0.00116878701373935</c:v>
                </c:pt>
                <c:pt idx="89">
                  <c:v>0.0010996590135619</c:v>
                </c:pt>
                <c:pt idx="90">
                  <c:v>0.00161646562628448</c:v>
                </c:pt>
                <c:pt idx="91">
                  <c:v>0.00172005628701299</c:v>
                </c:pt>
                <c:pt idx="92">
                  <c:v>0.00092946516815573</c:v>
                </c:pt>
                <c:pt idx="93">
                  <c:v>0.00101551157422364</c:v>
                </c:pt>
                <c:pt idx="94">
                  <c:v>0.00104800215922296</c:v>
                </c:pt>
                <c:pt idx="95">
                  <c:v>0.00101848493795842</c:v>
                </c:pt>
                <c:pt idx="96">
                  <c:v>0.000903954729437828</c:v>
                </c:pt>
                <c:pt idx="97">
                  <c:v>0.000949203909840435</c:v>
                </c:pt>
                <c:pt idx="98">
                  <c:v>0.000674367125611752</c:v>
                </c:pt>
                <c:pt idx="99">
                  <c:v>0.000563088105991483</c:v>
                </c:pt>
                <c:pt idx="100">
                  <c:v>0.000820673885755241</c:v>
                </c:pt>
                <c:pt idx="101">
                  <c:v>0.000932893482968211</c:v>
                </c:pt>
                <c:pt idx="102">
                  <c:v>0.00126591580919921</c:v>
                </c:pt>
                <c:pt idx="103">
                  <c:v>0.000922858598642051</c:v>
                </c:pt>
                <c:pt idx="104">
                  <c:v>0.000636896234937012</c:v>
                </c:pt>
                <c:pt idx="105">
                  <c:v>0.00122731307055801</c:v>
                </c:pt>
                <c:pt idx="106">
                  <c:v>0.000495607382617891</c:v>
                </c:pt>
                <c:pt idx="107">
                  <c:v>0.000629666203167289</c:v>
                </c:pt>
                <c:pt idx="108">
                  <c:v>0.000716355862095952</c:v>
                </c:pt>
                <c:pt idx="109">
                  <c:v>0.000325796368997544</c:v>
                </c:pt>
                <c:pt idx="110">
                  <c:v>0.000600296480115503</c:v>
                </c:pt>
                <c:pt idx="111">
                  <c:v>0.000437554554082453</c:v>
                </c:pt>
                <c:pt idx="112">
                  <c:v>0.000253094563959166</c:v>
                </c:pt>
                <c:pt idx="113">
                  <c:v>0.00023625347239431</c:v>
                </c:pt>
                <c:pt idx="114">
                  <c:v>0.000133889247081243</c:v>
                </c:pt>
                <c:pt idx="115">
                  <c:v>0.000140157237183303</c:v>
                </c:pt>
                <c:pt idx="116">
                  <c:v>3.56594646291342E-05</c:v>
                </c:pt>
                <c:pt idx="117">
                  <c:v>3.35910626745317E-05</c:v>
                </c:pt>
                <c:pt idx="118">
                  <c:v>4.40016356151318E-06</c:v>
                </c:pt>
                <c:pt idx="119">
                  <c:v>4.85063855401591E-12</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0.0000</c:formatCode>
                <c:ptCount val="120"/>
                <c:pt idx="0">
                  <c:v>0.00770701821893454</c:v>
                </c:pt>
                <c:pt idx="1">
                  <c:v>0.00727832885459065</c:v>
                </c:pt>
                <c:pt idx="2">
                  <c:v>0.00652899136766791</c:v>
                </c:pt>
                <c:pt idx="3">
                  <c:v>0.00630908170714974</c:v>
                </c:pt>
                <c:pt idx="4">
                  <c:v>0.00541474958881736</c:v>
                </c:pt>
                <c:pt idx="5">
                  <c:v>0.00571567034348845</c:v>
                </c:pt>
                <c:pt idx="6">
                  <c:v>0.00477984054014087</c:v>
                </c:pt>
                <c:pt idx="7">
                  <c:v>0.00488995513878763</c:v>
                </c:pt>
                <c:pt idx="8">
                  <c:v>0.00447578732855618</c:v>
                </c:pt>
                <c:pt idx="9">
                  <c:v>0.00371962580829859</c:v>
                </c:pt>
                <c:pt idx="10">
                  <c:v>0.0035656422842294</c:v>
                </c:pt>
                <c:pt idx="11">
                  <c:v>0.00342466277070343</c:v>
                </c:pt>
                <c:pt idx="12">
                  <c:v>0.0034959938377142</c:v>
                </c:pt>
                <c:pt idx="13">
                  <c:v>0.00356853748671711</c:v>
                </c:pt>
                <c:pt idx="14">
                  <c:v>0.0034710309933871</c:v>
                </c:pt>
                <c:pt idx="15">
                  <c:v>0.00371216484345496</c:v>
                </c:pt>
                <c:pt idx="16">
                  <c:v>0.00343747739680111</c:v>
                </c:pt>
                <c:pt idx="17">
                  <c:v>0.00356666590087116</c:v>
                </c:pt>
                <c:pt idx="18">
                  <c:v>0.00332545707933605</c:v>
                </c:pt>
                <c:pt idx="19">
                  <c:v>0.00314136864617467</c:v>
                </c:pt>
                <c:pt idx="20">
                  <c:v>0.00347608872689307</c:v>
                </c:pt>
                <c:pt idx="21">
                  <c:v>0.00333151472732425</c:v>
                </c:pt>
                <c:pt idx="22">
                  <c:v>0.00276900930330157</c:v>
                </c:pt>
                <c:pt idx="23">
                  <c:v>0.00274728434160352</c:v>
                </c:pt>
                <c:pt idx="24">
                  <c:v>0.00323523571714759</c:v>
                </c:pt>
                <c:pt idx="25">
                  <c:v>0.00309103028848767</c:v>
                </c:pt>
                <c:pt idx="26">
                  <c:v>0.00324261179193854</c:v>
                </c:pt>
                <c:pt idx="27">
                  <c:v>0.00289394152350724</c:v>
                </c:pt>
                <c:pt idx="28">
                  <c:v>0.00263457684777677</c:v>
                </c:pt>
                <c:pt idx="29">
                  <c:v>0.00258851675316691</c:v>
                </c:pt>
                <c:pt idx="30">
                  <c:v>0.00250913994386792</c:v>
                </c:pt>
                <c:pt idx="31">
                  <c:v>0.00285150627605617</c:v>
                </c:pt>
                <c:pt idx="32">
                  <c:v>0.00277597035747021</c:v>
                </c:pt>
                <c:pt idx="33">
                  <c:v>0.00257274205796421</c:v>
                </c:pt>
                <c:pt idx="34">
                  <c:v>0.00233844527974725</c:v>
                </c:pt>
                <c:pt idx="35">
                  <c:v>0.0026466425973922</c:v>
                </c:pt>
                <c:pt idx="36">
                  <c:v>0.00252755912952125</c:v>
                </c:pt>
                <c:pt idx="37">
                  <c:v>0.00267305087763816</c:v>
                </c:pt>
                <c:pt idx="38">
                  <c:v>0.0025822433643043</c:v>
                </c:pt>
                <c:pt idx="39">
                  <c:v>0.00260933884419501</c:v>
                </c:pt>
                <c:pt idx="40">
                  <c:v>0.00245719484519213</c:v>
                </c:pt>
                <c:pt idx="41">
                  <c:v>0.00245450313668698</c:v>
                </c:pt>
                <c:pt idx="42">
                  <c:v>0.00260094415862113</c:v>
                </c:pt>
                <c:pt idx="43">
                  <c:v>0.00260531571693718</c:v>
                </c:pt>
                <c:pt idx="44">
                  <c:v>0.00216474970802665</c:v>
                </c:pt>
                <c:pt idx="45">
                  <c:v>0.00235800072550774</c:v>
                </c:pt>
                <c:pt idx="46">
                  <c:v>0.00232857821974903</c:v>
                </c:pt>
                <c:pt idx="47">
                  <c:v>0.0022306052967906</c:v>
                </c:pt>
                <c:pt idx="48">
                  <c:v>0.00217745190020651</c:v>
                </c:pt>
                <c:pt idx="49">
                  <c:v>0.00217744500841945</c:v>
                </c:pt>
                <c:pt idx="50">
                  <c:v>0.00214400270488113</c:v>
                </c:pt>
                <c:pt idx="51">
                  <c:v>0.00216693836264312</c:v>
                </c:pt>
                <c:pt idx="52">
                  <c:v>0.00226383619010448</c:v>
                </c:pt>
                <c:pt idx="53">
                  <c:v>0.00213887311983854</c:v>
                </c:pt>
                <c:pt idx="54">
                  <c:v>0.00182028871495277</c:v>
                </c:pt>
                <c:pt idx="55">
                  <c:v>0.00226881797425449</c:v>
                </c:pt>
                <c:pt idx="56">
                  <c:v>0.00207545571029186</c:v>
                </c:pt>
                <c:pt idx="57">
                  <c:v>0.00176943016704172</c:v>
                </c:pt>
                <c:pt idx="58">
                  <c:v>0.00211393549107015</c:v>
                </c:pt>
                <c:pt idx="59">
                  <c:v>0.00194697964470834</c:v>
                </c:pt>
                <c:pt idx="60">
                  <c:v>0.00215743894223124</c:v>
                </c:pt>
                <c:pt idx="61">
                  <c:v>0.00193598116748035</c:v>
                </c:pt>
                <c:pt idx="62">
                  <c:v>0.0020984553033486</c:v>
                </c:pt>
                <c:pt idx="63">
                  <c:v>0.00188562632538378</c:v>
                </c:pt>
                <c:pt idx="64">
                  <c:v>0.00191623875871301</c:v>
                </c:pt>
                <c:pt idx="65">
                  <c:v>0.00179299796000123</c:v>
                </c:pt>
                <c:pt idx="66">
                  <c:v>0.0018998758867383</c:v>
                </c:pt>
                <c:pt idx="67">
                  <c:v>0.00189524372108281</c:v>
                </c:pt>
                <c:pt idx="68">
                  <c:v>0.00167778059840202</c:v>
                </c:pt>
                <c:pt idx="69">
                  <c:v>0.00163030108669773</c:v>
                </c:pt>
                <c:pt idx="70">
                  <c:v>0.00174953078385442</c:v>
                </c:pt>
                <c:pt idx="71">
                  <c:v>0.00183905537705868</c:v>
                </c:pt>
                <c:pt idx="72">
                  <c:v>0.00152173053938895</c:v>
                </c:pt>
                <c:pt idx="73">
                  <c:v>0.0015572925331071</c:v>
                </c:pt>
                <c:pt idx="74">
                  <c:v>0.00160864926874638</c:v>
                </c:pt>
                <c:pt idx="75">
                  <c:v>0.00136212216457352</c:v>
                </c:pt>
                <c:pt idx="76">
                  <c:v>0.0014144322136417</c:v>
                </c:pt>
                <c:pt idx="77">
                  <c:v>0.00160708425100893</c:v>
                </c:pt>
                <c:pt idx="78">
                  <c:v>0.00154586252756417</c:v>
                </c:pt>
                <c:pt idx="79">
                  <c:v>0.00152701039332896</c:v>
                </c:pt>
                <c:pt idx="80">
                  <c:v>0.00141951669938862</c:v>
                </c:pt>
                <c:pt idx="81">
                  <c:v>0.00145873739384115</c:v>
                </c:pt>
                <c:pt idx="82">
                  <c:v>0.00120347471674904</c:v>
                </c:pt>
                <c:pt idx="83">
                  <c:v>0.00119452048093081</c:v>
                </c:pt>
                <c:pt idx="84">
                  <c:v>0.0011984640150331</c:v>
                </c:pt>
                <c:pt idx="85">
                  <c:v>0.0012497216812335</c:v>
                </c:pt>
                <c:pt idx="86">
                  <c:v>0.000985714979469776</c:v>
                </c:pt>
                <c:pt idx="87">
                  <c:v>0.00111701081041247</c:v>
                </c:pt>
                <c:pt idx="88">
                  <c:v>0.00106576564721763</c:v>
                </c:pt>
                <c:pt idx="89">
                  <c:v>0.00123890971299261</c:v>
                </c:pt>
                <c:pt idx="90">
                  <c:v>0.00116908417548984</c:v>
                </c:pt>
                <c:pt idx="91">
                  <c:v>0.00109512190101668</c:v>
                </c:pt>
                <c:pt idx="92">
                  <c:v>0.000995020871050656</c:v>
                </c:pt>
                <c:pt idx="93">
                  <c:v>0.000939860893413424</c:v>
                </c:pt>
                <c:pt idx="94">
                  <c:v>0.00122185565996915</c:v>
                </c:pt>
                <c:pt idx="95">
                  <c:v>0.000983893510419875</c:v>
                </c:pt>
                <c:pt idx="96">
                  <c:v>0.000807066611014307</c:v>
                </c:pt>
                <c:pt idx="97">
                  <c:v>0.000899307453073561</c:v>
                </c:pt>
                <c:pt idx="98">
                  <c:v>0.000859276205301285</c:v>
                </c:pt>
                <c:pt idx="99">
                  <c:v>0.000889825576450676</c:v>
                </c:pt>
                <c:pt idx="100">
                  <c:v>0.000897504267049953</c:v>
                </c:pt>
                <c:pt idx="101">
                  <c:v>0.000713971914956346</c:v>
                </c:pt>
                <c:pt idx="102">
                  <c:v>0.000935845705680549</c:v>
                </c:pt>
                <c:pt idx="103">
                  <c:v>0.000848864356521517</c:v>
                </c:pt>
                <c:pt idx="104">
                  <c:v>0.00072885281406343</c:v>
                </c:pt>
                <c:pt idx="105">
                  <c:v>0.000846878002630547</c:v>
                </c:pt>
                <c:pt idx="106">
                  <c:v>0.000561396760167554</c:v>
                </c:pt>
                <c:pt idx="107">
                  <c:v>0.000563135766424239</c:v>
                </c:pt>
                <c:pt idx="108">
                  <c:v>0.000625658401986584</c:v>
                </c:pt>
                <c:pt idx="109">
                  <c:v>0.000434520942508243</c:v>
                </c:pt>
                <c:pt idx="110">
                  <c:v>0.000550824939273298</c:v>
                </c:pt>
                <c:pt idx="111">
                  <c:v>0.000342311643180437</c:v>
                </c:pt>
                <c:pt idx="112">
                  <c:v>0.000408064087969251</c:v>
                </c:pt>
                <c:pt idx="113">
                  <c:v>0.00036425331782084</c:v>
                </c:pt>
                <c:pt idx="114">
                  <c:v>0.00011780336353695</c:v>
                </c:pt>
                <c:pt idx="115">
                  <c:v>0.000188772367982892</c:v>
                </c:pt>
                <c:pt idx="116">
                  <c:v>3.80021538148867E-05</c:v>
                </c:pt>
                <c:pt idx="117">
                  <c:v>4.05895694711944E-05</c:v>
                </c:pt>
                <c:pt idx="118">
                  <c:v>6.34995003565564E-06</c:v>
                </c:pt>
                <c:pt idx="119">
                  <c:v>-4.72937322984479E-12</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0.0000</c:formatCode>
                <c:ptCount val="120"/>
                <c:pt idx="0">
                  <c:v>0.0063274417343841</c:v>
                </c:pt>
                <c:pt idx="1">
                  <c:v>0.00666919224767057</c:v>
                </c:pt>
                <c:pt idx="2">
                  <c:v>0.00612269384216574</c:v>
                </c:pt>
                <c:pt idx="3">
                  <c:v>0.00577841632437293</c:v>
                </c:pt>
                <c:pt idx="4">
                  <c:v>0.00488858479779694</c:v>
                </c:pt>
                <c:pt idx="5">
                  <c:v>0.00519191783202755</c:v>
                </c:pt>
                <c:pt idx="6">
                  <c:v>0.0045757438663228</c:v>
                </c:pt>
                <c:pt idx="7">
                  <c:v>0.00386610168670703</c:v>
                </c:pt>
                <c:pt idx="8">
                  <c:v>0.00360218186735477</c:v>
                </c:pt>
                <c:pt idx="9">
                  <c:v>0.00301783731403965</c:v>
                </c:pt>
                <c:pt idx="10">
                  <c:v>0.00327345484383535</c:v>
                </c:pt>
                <c:pt idx="11">
                  <c:v>0.00268763893888832</c:v>
                </c:pt>
                <c:pt idx="12">
                  <c:v>0.0028018541323218</c:v>
                </c:pt>
                <c:pt idx="13">
                  <c:v>0.00317365041427452</c:v>
                </c:pt>
                <c:pt idx="14">
                  <c:v>0.00321163191647027</c:v>
                </c:pt>
                <c:pt idx="15">
                  <c:v>0.00301873893918848</c:v>
                </c:pt>
                <c:pt idx="16">
                  <c:v>0.00265332903889494</c:v>
                </c:pt>
                <c:pt idx="17">
                  <c:v>0.00287099361984811</c:v>
                </c:pt>
                <c:pt idx="18">
                  <c:v>0.00268554750036784</c:v>
                </c:pt>
                <c:pt idx="19">
                  <c:v>0.00258690425447999</c:v>
                </c:pt>
                <c:pt idx="20">
                  <c:v>0.00274301274519298</c:v>
                </c:pt>
                <c:pt idx="21">
                  <c:v>0.00266757810028449</c:v>
                </c:pt>
                <c:pt idx="22">
                  <c:v>0.0024207866191485</c:v>
                </c:pt>
                <c:pt idx="23">
                  <c:v>0.00242302529563031</c:v>
                </c:pt>
                <c:pt idx="24">
                  <c:v>0.00254404831350853</c:v>
                </c:pt>
                <c:pt idx="25">
                  <c:v>0.00238885888685977</c:v>
                </c:pt>
                <c:pt idx="26">
                  <c:v>0.00225359413711758</c:v>
                </c:pt>
                <c:pt idx="27">
                  <c:v>0.00238803701726457</c:v>
                </c:pt>
                <c:pt idx="28">
                  <c:v>0.00191694564526543</c:v>
                </c:pt>
                <c:pt idx="29">
                  <c:v>0.00207518923124061</c:v>
                </c:pt>
                <c:pt idx="30">
                  <c:v>0.00170236276061634</c:v>
                </c:pt>
                <c:pt idx="31">
                  <c:v>0.00217162727772618</c:v>
                </c:pt>
                <c:pt idx="32">
                  <c:v>0.00213394255635637</c:v>
                </c:pt>
                <c:pt idx="33">
                  <c:v>0.00185879286573269</c:v>
                </c:pt>
                <c:pt idx="34">
                  <c:v>0.00190843055518647</c:v>
                </c:pt>
                <c:pt idx="35">
                  <c:v>0.00222234860466437</c:v>
                </c:pt>
                <c:pt idx="36">
                  <c:v>0.00207810343364904</c:v>
                </c:pt>
                <c:pt idx="37">
                  <c:v>0.00201219299093025</c:v>
                </c:pt>
                <c:pt idx="38">
                  <c:v>0.00189445538816676</c:v>
                </c:pt>
                <c:pt idx="39">
                  <c:v>0.00210808949898634</c:v>
                </c:pt>
                <c:pt idx="40">
                  <c:v>0.00192377903135521</c:v>
                </c:pt>
                <c:pt idx="41">
                  <c:v>0.00182611819849531</c:v>
                </c:pt>
                <c:pt idx="42">
                  <c:v>0.00175401040310937</c:v>
                </c:pt>
                <c:pt idx="43">
                  <c:v>0.0021963063689388</c:v>
                </c:pt>
                <c:pt idx="44">
                  <c:v>0.00153557233628276</c:v>
                </c:pt>
                <c:pt idx="45">
                  <c:v>0.00177152690447216</c:v>
                </c:pt>
                <c:pt idx="46">
                  <c:v>0.00164799714875193</c:v>
                </c:pt>
                <c:pt idx="47">
                  <c:v>0.00158982332689132</c:v>
                </c:pt>
                <c:pt idx="48">
                  <c:v>0.00153854401204266</c:v>
                </c:pt>
                <c:pt idx="49">
                  <c:v>0.00150314862677211</c:v>
                </c:pt>
                <c:pt idx="50">
                  <c:v>0.00155160598459415</c:v>
                </c:pt>
                <c:pt idx="51">
                  <c:v>0.00162849409794478</c:v>
                </c:pt>
                <c:pt idx="52">
                  <c:v>0.0015661005245712</c:v>
                </c:pt>
                <c:pt idx="53">
                  <c:v>0.00146858864753957</c:v>
                </c:pt>
                <c:pt idx="54">
                  <c:v>0.00138295812260087</c:v>
                </c:pt>
                <c:pt idx="55">
                  <c:v>0.00168429108751065</c:v>
                </c:pt>
                <c:pt idx="56">
                  <c:v>0.00144701545309079</c:v>
                </c:pt>
                <c:pt idx="57">
                  <c:v>0.00141627375439255</c:v>
                </c:pt>
                <c:pt idx="58">
                  <c:v>0.00147510341098369</c:v>
                </c:pt>
                <c:pt idx="59">
                  <c:v>0.00163718020747194</c:v>
                </c:pt>
                <c:pt idx="60">
                  <c:v>0.00187532325272003</c:v>
                </c:pt>
                <c:pt idx="61">
                  <c:v>0.00162723630592037</c:v>
                </c:pt>
                <c:pt idx="62">
                  <c:v>0.00156577542138372</c:v>
                </c:pt>
                <c:pt idx="63">
                  <c:v>0.00151395180171347</c:v>
                </c:pt>
                <c:pt idx="64">
                  <c:v>0.00159198317730602</c:v>
                </c:pt>
                <c:pt idx="65">
                  <c:v>0.00151636994684716</c:v>
                </c:pt>
                <c:pt idx="66">
                  <c:v>0.00124799365813536</c:v>
                </c:pt>
                <c:pt idx="67">
                  <c:v>0.00118679657936228</c:v>
                </c:pt>
                <c:pt idx="68">
                  <c:v>0.0010409436487294</c:v>
                </c:pt>
                <c:pt idx="69">
                  <c:v>0.00119227849657683</c:v>
                </c:pt>
                <c:pt idx="70">
                  <c:v>0.00150891600317591</c:v>
                </c:pt>
                <c:pt idx="71">
                  <c:v>0.00132485759949424</c:v>
                </c:pt>
                <c:pt idx="72">
                  <c:v>0.0011470742903734</c:v>
                </c:pt>
                <c:pt idx="73">
                  <c:v>0.000956743835457547</c:v>
                </c:pt>
                <c:pt idx="74">
                  <c:v>0.00120057690567794</c:v>
                </c:pt>
                <c:pt idx="75">
                  <c:v>0.00108260328753322</c:v>
                </c:pt>
                <c:pt idx="76">
                  <c:v>0.00111225224398675</c:v>
                </c:pt>
                <c:pt idx="77">
                  <c:v>0.00118662170785064</c:v>
                </c:pt>
                <c:pt idx="78">
                  <c:v>0.00125573315539584</c:v>
                </c:pt>
                <c:pt idx="79">
                  <c:v>0.00111664168974751</c:v>
                </c:pt>
                <c:pt idx="80">
                  <c:v>0.00135130855071118</c:v>
                </c:pt>
                <c:pt idx="81">
                  <c:v>0.000991358836928797</c:v>
                </c:pt>
                <c:pt idx="82">
                  <c:v>0.000937157363009035</c:v>
                </c:pt>
                <c:pt idx="83">
                  <c:v>0.000938876791420246</c:v>
                </c:pt>
                <c:pt idx="84">
                  <c:v>0.00104329712565384</c:v>
                </c:pt>
                <c:pt idx="85">
                  <c:v>0.000858620738810162</c:v>
                </c:pt>
                <c:pt idx="86">
                  <c:v>0.000677423002156555</c:v>
                </c:pt>
                <c:pt idx="87">
                  <c:v>0.000590556840826624</c:v>
                </c:pt>
                <c:pt idx="88">
                  <c:v>0.000724666256475301</c:v>
                </c:pt>
                <c:pt idx="89">
                  <c:v>0.000861439052165466</c:v>
                </c:pt>
                <c:pt idx="90">
                  <c:v>0.000870316674608416</c:v>
                </c:pt>
                <c:pt idx="91">
                  <c:v>0.000677239427752215</c:v>
                </c:pt>
                <c:pt idx="92">
                  <c:v>0.000826555141980295</c:v>
                </c:pt>
                <c:pt idx="93">
                  <c:v>0.000830054448669473</c:v>
                </c:pt>
                <c:pt idx="94">
                  <c:v>0.000959026048407057</c:v>
                </c:pt>
                <c:pt idx="95">
                  <c:v>0.000803570498065086</c:v>
                </c:pt>
                <c:pt idx="96">
                  <c:v>0.000551889602789752</c:v>
                </c:pt>
                <c:pt idx="97">
                  <c:v>0.000637076632171178</c:v>
                </c:pt>
                <c:pt idx="98">
                  <c:v>0.00058944014231213</c:v>
                </c:pt>
                <c:pt idx="99">
                  <c:v>0.000430972354082792</c:v>
                </c:pt>
                <c:pt idx="100">
                  <c:v>0.000580016018921066</c:v>
                </c:pt>
                <c:pt idx="101">
                  <c:v>0.000452682391465331</c:v>
                </c:pt>
                <c:pt idx="102">
                  <c:v>0.000454380373593673</c:v>
                </c:pt>
                <c:pt idx="103">
                  <c:v>0.00052960318610662</c:v>
                </c:pt>
                <c:pt idx="104">
                  <c:v>0.000473812368298079</c:v>
                </c:pt>
                <c:pt idx="105">
                  <c:v>0.000557522030590813</c:v>
                </c:pt>
                <c:pt idx="106">
                  <c:v>0.000329645845166973</c:v>
                </c:pt>
                <c:pt idx="107">
                  <c:v>0.000202156826415016</c:v>
                </c:pt>
                <c:pt idx="108">
                  <c:v>0.00035301227080671</c:v>
                </c:pt>
                <c:pt idx="109">
                  <c:v>0.000190905689381911</c:v>
                </c:pt>
                <c:pt idx="110">
                  <c:v>0.000396230035950758</c:v>
                </c:pt>
                <c:pt idx="111">
                  <c:v>0.000202846424471644</c:v>
                </c:pt>
                <c:pt idx="112">
                  <c:v>0.000216819442421184</c:v>
                </c:pt>
                <c:pt idx="113">
                  <c:v>6.43480441968278E-05</c:v>
                </c:pt>
                <c:pt idx="114">
                  <c:v>7.18248722100687E-05</c:v>
                </c:pt>
                <c:pt idx="115">
                  <c:v>6.95243486217643E-05</c:v>
                </c:pt>
                <c:pt idx="116">
                  <c:v>9.19563973211038E-06</c:v>
                </c:pt>
                <c:pt idx="117">
                  <c:v>1.20103987686135E-05</c:v>
                </c:pt>
                <c:pt idx="118">
                  <c:v>2.64967169386537E-06</c:v>
                </c:pt>
                <c:pt idx="119">
                  <c:v>-4.86127435278583E-11</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0.0000</c:formatCode>
                <c:ptCount val="120"/>
                <c:pt idx="0">
                  <c:v>0.00908659470348498</c:v>
                </c:pt>
                <c:pt idx="1">
                  <c:v>0.00788746546151074</c:v>
                </c:pt>
                <c:pt idx="2">
                  <c:v>0.00693528889317009</c:v>
                </c:pt>
                <c:pt idx="3">
                  <c:v>0.00683974708992656</c:v>
                </c:pt>
                <c:pt idx="4">
                  <c:v>0.00594091437983778</c:v>
                </c:pt>
                <c:pt idx="5">
                  <c:v>0.00623942285494936</c:v>
                </c:pt>
                <c:pt idx="6">
                  <c:v>0.00498393721395893</c:v>
                </c:pt>
                <c:pt idx="7">
                  <c:v>0.00591380859086822</c:v>
                </c:pt>
                <c:pt idx="8">
                  <c:v>0.00534939278975759</c:v>
                </c:pt>
                <c:pt idx="9">
                  <c:v>0.00442141430255752</c:v>
                </c:pt>
                <c:pt idx="10">
                  <c:v>0.00385782972462344</c:v>
                </c:pt>
                <c:pt idx="11">
                  <c:v>0.00416168660251855</c:v>
                </c:pt>
                <c:pt idx="12">
                  <c:v>0.00419013354310659</c:v>
                </c:pt>
                <c:pt idx="13">
                  <c:v>0.00396342455915969</c:v>
                </c:pt>
                <c:pt idx="14">
                  <c:v>0.00373043007030394</c:v>
                </c:pt>
                <c:pt idx="15">
                  <c:v>0.00440559074772143</c:v>
                </c:pt>
                <c:pt idx="16">
                  <c:v>0.00422162575470729</c:v>
                </c:pt>
                <c:pt idx="17">
                  <c:v>0.0042623381818942</c:v>
                </c:pt>
                <c:pt idx="18">
                  <c:v>0.00396536665830425</c:v>
                </c:pt>
                <c:pt idx="19">
                  <c:v>0.00369583303786935</c:v>
                </c:pt>
                <c:pt idx="20">
                  <c:v>0.00420916470859315</c:v>
                </c:pt>
                <c:pt idx="21">
                  <c:v>0.00399545135436401</c:v>
                </c:pt>
                <c:pt idx="22">
                  <c:v>0.00311723198745464</c:v>
                </c:pt>
                <c:pt idx="23">
                  <c:v>0.00307154338757673</c:v>
                </c:pt>
                <c:pt idx="24">
                  <c:v>0.00392642312078664</c:v>
                </c:pt>
                <c:pt idx="25">
                  <c:v>0.00379320169011558</c:v>
                </c:pt>
                <c:pt idx="26">
                  <c:v>0.00423162944675951</c:v>
                </c:pt>
                <c:pt idx="27">
                  <c:v>0.0033998460297499</c:v>
                </c:pt>
                <c:pt idx="28">
                  <c:v>0.00335220805028811</c:v>
                </c:pt>
                <c:pt idx="29">
                  <c:v>0.00310184427509322</c:v>
                </c:pt>
                <c:pt idx="30">
                  <c:v>0.00331591712711951</c:v>
                </c:pt>
                <c:pt idx="31">
                  <c:v>0.00353138527438616</c:v>
                </c:pt>
                <c:pt idx="32">
                  <c:v>0.00341799815858406</c:v>
                </c:pt>
                <c:pt idx="33">
                  <c:v>0.00328669125019572</c:v>
                </c:pt>
                <c:pt idx="34">
                  <c:v>0.00276846000430802</c:v>
                </c:pt>
                <c:pt idx="35">
                  <c:v>0.00307093659012004</c:v>
                </c:pt>
                <c:pt idx="36">
                  <c:v>0.00297701482539346</c:v>
                </c:pt>
                <c:pt idx="37">
                  <c:v>0.00333390876434607</c:v>
                </c:pt>
                <c:pt idx="38">
                  <c:v>0.00327003134044184</c:v>
                </c:pt>
                <c:pt idx="39">
                  <c:v>0.00311058818940368</c:v>
                </c:pt>
                <c:pt idx="40">
                  <c:v>0.00299061065902905</c:v>
                </c:pt>
                <c:pt idx="41">
                  <c:v>0.00308288807487865</c:v>
                </c:pt>
                <c:pt idx="42">
                  <c:v>0.0034478779141329</c:v>
                </c:pt>
                <c:pt idx="43">
                  <c:v>0.00301432506493557</c:v>
                </c:pt>
                <c:pt idx="44">
                  <c:v>0.00279392707977053</c:v>
                </c:pt>
                <c:pt idx="45">
                  <c:v>0.00294447454654331</c:v>
                </c:pt>
                <c:pt idx="46">
                  <c:v>0.00300915929074613</c:v>
                </c:pt>
                <c:pt idx="47">
                  <c:v>0.00287138726668988</c:v>
                </c:pt>
                <c:pt idx="48">
                  <c:v>0.00281635978837035</c:v>
                </c:pt>
                <c:pt idx="49">
                  <c:v>0.0028517413900668</c:v>
                </c:pt>
                <c:pt idx="50">
                  <c:v>0.00273639942516812</c:v>
                </c:pt>
                <c:pt idx="51">
                  <c:v>0.00270538262734147</c:v>
                </c:pt>
                <c:pt idx="52">
                  <c:v>0.00296157185563777</c:v>
                </c:pt>
                <c:pt idx="53">
                  <c:v>0.0028091575921375</c:v>
                </c:pt>
                <c:pt idx="54">
                  <c:v>0.00225761930730466</c:v>
                </c:pt>
                <c:pt idx="55">
                  <c:v>0.00285334486099833</c:v>
                </c:pt>
                <c:pt idx="56">
                  <c:v>0.00270389596749293</c:v>
                </c:pt>
                <c:pt idx="57">
                  <c:v>0.00212258657969089</c:v>
                </c:pt>
                <c:pt idx="58">
                  <c:v>0.00275276757115662</c:v>
                </c:pt>
                <c:pt idx="59">
                  <c:v>0.00225677908194473</c:v>
                </c:pt>
                <c:pt idx="60">
                  <c:v>0.00243955463174244</c:v>
                </c:pt>
                <c:pt idx="61">
                  <c:v>0.00224472602904033</c:v>
                </c:pt>
                <c:pt idx="62">
                  <c:v>0.00263113518531348</c:v>
                </c:pt>
                <c:pt idx="63">
                  <c:v>0.0022573008490541</c:v>
                </c:pt>
                <c:pt idx="64">
                  <c:v>0.00224049434011999</c:v>
                </c:pt>
                <c:pt idx="65">
                  <c:v>0.0020696259731553</c:v>
                </c:pt>
                <c:pt idx="66">
                  <c:v>0.00255175811534124</c:v>
                </c:pt>
                <c:pt idx="67">
                  <c:v>0.00260369086280334</c:v>
                </c:pt>
                <c:pt idx="68">
                  <c:v>0.00231461754807464</c:v>
                </c:pt>
                <c:pt idx="69">
                  <c:v>0.00206832367681862</c:v>
                </c:pt>
                <c:pt idx="70">
                  <c:v>0.00199014556453293</c:v>
                </c:pt>
                <c:pt idx="71">
                  <c:v>0.00235325315462313</c:v>
                </c:pt>
                <c:pt idx="72">
                  <c:v>0.00189638678840451</c:v>
                </c:pt>
                <c:pt idx="73">
                  <c:v>0.00215784123075666</c:v>
                </c:pt>
                <c:pt idx="74">
                  <c:v>0.00201672163181481</c:v>
                </c:pt>
                <c:pt idx="75">
                  <c:v>0.00164164104161382</c:v>
                </c:pt>
                <c:pt idx="76">
                  <c:v>0.00171661218329665</c:v>
                </c:pt>
                <c:pt idx="77">
                  <c:v>0.00202754679416722</c:v>
                </c:pt>
                <c:pt idx="78">
                  <c:v>0.0018359918997325</c:v>
                </c:pt>
                <c:pt idx="79">
                  <c:v>0.00193737909691042</c:v>
                </c:pt>
                <c:pt idx="80">
                  <c:v>0.00148772484806607</c:v>
                </c:pt>
                <c:pt idx="81">
                  <c:v>0.0019261159507535</c:v>
                </c:pt>
                <c:pt idx="82">
                  <c:v>0.00146979207048905</c:v>
                </c:pt>
                <c:pt idx="83">
                  <c:v>0.00145016417044136</c:v>
                </c:pt>
                <c:pt idx="84">
                  <c:v>0.00135363090441236</c:v>
                </c:pt>
                <c:pt idx="85">
                  <c:v>0.00164082262365683</c:v>
                </c:pt>
                <c:pt idx="86">
                  <c:v>0.001294006956783</c:v>
                </c:pt>
                <c:pt idx="87">
                  <c:v>0.00164346477999831</c:v>
                </c:pt>
                <c:pt idx="88">
                  <c:v>0.00140686503795996</c:v>
                </c:pt>
                <c:pt idx="89">
                  <c:v>0.00161638037381975</c:v>
                </c:pt>
                <c:pt idx="90">
                  <c:v>0.00146785167637127</c:v>
                </c:pt>
                <c:pt idx="91">
                  <c:v>0.00151300437428115</c:v>
                </c:pt>
                <c:pt idx="92">
                  <c:v>0.00116348660012102</c:v>
                </c:pt>
                <c:pt idx="93">
                  <c:v>0.00104966733815738</c:v>
                </c:pt>
                <c:pt idx="94">
                  <c:v>0.00148468527153125</c:v>
                </c:pt>
                <c:pt idx="95">
                  <c:v>0.00116421652277466</c:v>
                </c:pt>
                <c:pt idx="96">
                  <c:v>0.00106224361923886</c:v>
                </c:pt>
                <c:pt idx="97">
                  <c:v>0.00116153827397594</c:v>
                </c:pt>
                <c:pt idx="98">
                  <c:v>0.00112911226829044</c:v>
                </c:pt>
                <c:pt idx="99">
                  <c:v>0.00134867879881856</c:v>
                </c:pt>
                <c:pt idx="100">
                  <c:v>0.00121499251517884</c:v>
                </c:pt>
                <c:pt idx="101">
                  <c:v>0.000975261438447361</c:v>
                </c:pt>
                <c:pt idx="102">
                  <c:v>0.00141731103776743</c:v>
                </c:pt>
                <c:pt idx="103">
                  <c:v>0.00116812552693641</c:v>
                </c:pt>
                <c:pt idx="104">
                  <c:v>0.00098389325982878</c:v>
                </c:pt>
                <c:pt idx="105">
                  <c:v>0.00113623397467028</c:v>
                </c:pt>
                <c:pt idx="106">
                  <c:v>0.000793147675168135</c:v>
                </c:pt>
                <c:pt idx="107">
                  <c:v>0.000924114706433462</c:v>
                </c:pt>
                <c:pt idx="108">
                  <c:v>0.000898304533166458</c:v>
                </c:pt>
                <c:pt idx="109">
                  <c:v>0.000678136195634575</c:v>
                </c:pt>
                <c:pt idx="110">
                  <c:v>0.000705419842595838</c:v>
                </c:pt>
                <c:pt idx="111">
                  <c:v>0.000481776861889231</c:v>
                </c:pt>
                <c:pt idx="112">
                  <c:v>0.000599308733517318</c:v>
                </c:pt>
                <c:pt idx="113">
                  <c:v>0.000664158591444851</c:v>
                </c:pt>
                <c:pt idx="114">
                  <c:v>0.000163781854863832</c:v>
                </c:pt>
                <c:pt idx="115">
                  <c:v>0.00030802038734402</c:v>
                </c:pt>
                <c:pt idx="116">
                  <c:v>6.6808667897663E-05</c:v>
                </c:pt>
                <c:pt idx="117">
                  <c:v>6.91687401737754E-05</c:v>
                </c:pt>
                <c:pt idx="118">
                  <c:v>1.00502283774459E-05</c:v>
                </c:pt>
                <c:pt idx="119">
                  <c:v>3.91539970681687E-11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Clipped fraction</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1729</c:v>
          </c:tx>
          <c:spPr>
            <a:ln xmlns:a="http://schemas.openxmlformats.org/drawingml/2006/main" w="7620">
              <a:solidFill>
                <a:srgbClr val="7DB8B2"/>
              </a:solidFill>
            </a:ln>
          </c:spPr>
          <c:marker>
            <c:symbol val="none"/>
          </c:marker>
          <c:xVal>
            <c:numRef>
              <c:f>'Chart Data'!$A$2:$A$121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Data'!$B$2:$B$121</c:f>
              <c:numCache>
                <c:formatCode>0.00</c:formatCode>
                <c:ptCount val="120"/>
                <c:pt idx="0">
                  <c:v>0.1580810546875</c:v>
                </c:pt>
                <c:pt idx="1">
                  <c:v>0.0953369140625</c:v>
                </c:pt>
                <c:pt idx="2">
                  <c:v>0.0946044921875</c:v>
                </c:pt>
                <c:pt idx="3">
                  <c:v>0.10380046069622</c:v>
                </c:pt>
                <c:pt idx="4">
                  <c:v>0.081787109375</c:v>
                </c:pt>
                <c:pt idx="5">
                  <c:v>0.0874837264418602</c:v>
                </c:pt>
                <c:pt idx="6">
                  <c:v>0.0797119140625</c:v>
                </c:pt>
                <c:pt idx="7">
                  <c:v>0.0732828825712204</c:v>
                </c:pt>
                <c:pt idx="8">
                  <c:v>0.0639241561293602</c:v>
                </c:pt>
                <c:pt idx="9">
                  <c:v>0.0460611991584301</c:v>
                </c:pt>
                <c:pt idx="10">
                  <c:v>0.044677734375</c:v>
                </c:pt>
                <c:pt idx="11">
                  <c:v>0.036865234375</c:v>
                </c:pt>
                <c:pt idx="12">
                  <c:v>0.0336507186293602</c:v>
                </c:pt>
                <c:pt idx="13">
                  <c:v>0.0379231795668602</c:v>
                </c:pt>
                <c:pt idx="14">
                  <c:v>0.0499674491584301</c:v>
                </c:pt>
                <c:pt idx="15">
                  <c:v>0.0398763045668602</c:v>
                </c:pt>
                <c:pt idx="16">
                  <c:v>0.0357259139418602</c:v>
                </c:pt>
                <c:pt idx="17">
                  <c:v>0.0358072929084301</c:v>
                </c:pt>
                <c:pt idx="18">
                  <c:v>0.0460205078125</c:v>
                </c:pt>
                <c:pt idx="19">
                  <c:v>0.0367024764418602</c:v>
                </c:pt>
                <c:pt idx="20">
                  <c:v>0.0397542342543602</c:v>
                </c:pt>
                <c:pt idx="21">
                  <c:v>0.032470703125</c:v>
                </c:pt>
                <c:pt idx="22">
                  <c:v>0.032470703125</c:v>
                </c:pt>
                <c:pt idx="23">
                  <c:v>0.0350341796875</c:v>
                </c:pt>
                <c:pt idx="24">
                  <c:v>0.028279623016715</c:v>
                </c:pt>
                <c:pt idx="25">
                  <c:v>0.0360107421875</c:v>
                </c:pt>
                <c:pt idx="26">
                  <c:v>0.0294596366584301</c:v>
                </c:pt>
                <c:pt idx="27">
                  <c:v>0.0277506522834301</c:v>
                </c:pt>
                <c:pt idx="28">
                  <c:v>0.0262858085334301</c:v>
                </c:pt>
                <c:pt idx="29">
                  <c:v>0.0227457694709301</c:v>
                </c:pt>
                <c:pt idx="30">
                  <c:v>0.014973958954215</c:v>
                </c:pt>
                <c:pt idx="31">
                  <c:v>0.0229899100959301</c:v>
                </c:pt>
                <c:pt idx="32">
                  <c:v>0.0243326835334301</c:v>
                </c:pt>
                <c:pt idx="33">
                  <c:v>0.0237223319709301</c:v>
                </c:pt>
                <c:pt idx="34">
                  <c:v>0.023030599579215</c:v>
                </c:pt>
                <c:pt idx="35">
                  <c:v>0.026082357391715</c:v>
                </c:pt>
                <c:pt idx="36">
                  <c:v>0.0260009765625</c:v>
                </c:pt>
                <c:pt idx="37">
                  <c:v>0.0283203125</c:v>
                </c:pt>
                <c:pt idx="38">
                  <c:v>0.020263671875</c:v>
                </c:pt>
                <c:pt idx="39">
                  <c:v>0.026936849579215</c:v>
                </c:pt>
                <c:pt idx="40">
                  <c:v>0.0218505859375</c:v>
                </c:pt>
                <c:pt idx="41">
                  <c:v>0.024861654266715</c:v>
                </c:pt>
                <c:pt idx="42">
                  <c:v>0.02099609375</c:v>
                </c:pt>
                <c:pt idx="43">
                  <c:v>0.026326498016715</c:v>
                </c:pt>
                <c:pt idx="44">
                  <c:v>0.015828451141715</c:v>
                </c:pt>
                <c:pt idx="45">
                  <c:v>0.020955404266715</c:v>
                </c:pt>
                <c:pt idx="46">
                  <c:v>0.0210367850959301</c:v>
                </c:pt>
                <c:pt idx="47">
                  <c:v>0.0192057304084301</c:v>
                </c:pt>
                <c:pt idx="48">
                  <c:v>0.01611328125</c:v>
                </c:pt>
                <c:pt idx="49">
                  <c:v>0.0208740234375</c:v>
                </c:pt>
                <c:pt idx="50">
                  <c:v>0.019287109375</c:v>
                </c:pt>
                <c:pt idx="51">
                  <c:v>0.015869140625</c:v>
                </c:pt>
                <c:pt idx="52">
                  <c:v>0.0259195975959301</c:v>
                </c:pt>
                <c:pt idx="53">
                  <c:v>0.016845703125</c:v>
                </c:pt>
                <c:pt idx="54">
                  <c:v>0.0162760429084301</c:v>
                </c:pt>
                <c:pt idx="55">
                  <c:v>0.016194662079215</c:v>
                </c:pt>
                <c:pt idx="56">
                  <c:v>0.0170084647834301</c:v>
                </c:pt>
                <c:pt idx="57">
                  <c:v>0.018269857391715</c:v>
                </c:pt>
                <c:pt idx="58">
                  <c:v>0.0218505859375</c:v>
                </c:pt>
                <c:pt idx="59">
                  <c:v>0.0222574882209301</c:v>
                </c:pt>
                <c:pt idx="60">
                  <c:v>0.0260416679084301</c:v>
                </c:pt>
                <c:pt idx="61">
                  <c:v>0.018269857391715</c:v>
                </c:pt>
                <c:pt idx="62">
                  <c:v>0.0178629569709301</c:v>
                </c:pt>
                <c:pt idx="63">
                  <c:v>0.0174967460334301</c:v>
                </c:pt>
                <c:pt idx="64">
                  <c:v>0.017822265625</c:v>
                </c:pt>
                <c:pt idx="65">
                  <c:v>0.0198974609375</c:v>
                </c:pt>
                <c:pt idx="66">
                  <c:v>0.018269857391715</c:v>
                </c:pt>
                <c:pt idx="67">
                  <c:v>0.012532552704215</c:v>
                </c:pt>
                <c:pt idx="68">
                  <c:v>0.0117594404146075</c:v>
                </c:pt>
                <c:pt idx="69">
                  <c:v>0.0120035810396075</c:v>
                </c:pt>
                <c:pt idx="70">
                  <c:v>0.017903646454215</c:v>
                </c:pt>
                <c:pt idx="71">
                  <c:v>0.0205485038459301</c:v>
                </c:pt>
                <c:pt idx="72">
                  <c:v>0.0121256513521075</c:v>
                </c:pt>
                <c:pt idx="73">
                  <c:v>0.00984700582921505</c:v>
                </c:pt>
                <c:pt idx="74">
                  <c:v>0.013142904266715</c:v>
                </c:pt>
                <c:pt idx="75">
                  <c:v>0.0123697919771075</c:v>
                </c:pt>
                <c:pt idx="76">
                  <c:v>0.01220703125</c:v>
                </c:pt>
                <c:pt idx="77">
                  <c:v>0.0147705078125</c:v>
                </c:pt>
                <c:pt idx="78">
                  <c:v>0.0163981132209301</c:v>
                </c:pt>
                <c:pt idx="79">
                  <c:v>0.0113525390625</c:v>
                </c:pt>
                <c:pt idx="80">
                  <c:v>0.017578125</c:v>
                </c:pt>
                <c:pt idx="81">
                  <c:v>0.010579427704215</c:v>
                </c:pt>
                <c:pt idx="82">
                  <c:v>0.0133056640625</c:v>
                </c:pt>
                <c:pt idx="83">
                  <c:v>0.0112711591646075</c:v>
                </c:pt>
                <c:pt idx="84">
                  <c:v>0.012898763641715</c:v>
                </c:pt>
                <c:pt idx="85">
                  <c:v>0.009033203125</c:v>
                </c:pt>
                <c:pt idx="86">
                  <c:v>0.005615234375</c:v>
                </c:pt>
                <c:pt idx="87">
                  <c:v>0.00642903661355376</c:v>
                </c:pt>
                <c:pt idx="88">
                  <c:v>0.00541178416460752</c:v>
                </c:pt>
                <c:pt idx="89">
                  <c:v>0.0098876953125</c:v>
                </c:pt>
                <c:pt idx="90">
                  <c:v>0.011433919891715</c:v>
                </c:pt>
                <c:pt idx="91">
                  <c:v>0.00760904978960752</c:v>
                </c:pt>
                <c:pt idx="92">
                  <c:v>0.009521484375</c:v>
                </c:pt>
                <c:pt idx="93">
                  <c:v>0.00882975291460752</c:v>
                </c:pt>
                <c:pt idx="94">
                  <c:v>0.0140380859375</c:v>
                </c:pt>
                <c:pt idx="95">
                  <c:v>0.014892578125</c:v>
                </c:pt>
                <c:pt idx="96">
                  <c:v>0.00341796875</c:v>
                </c:pt>
                <c:pt idx="97">
                  <c:v>0.00484212255105376</c:v>
                </c:pt>
                <c:pt idx="98">
                  <c:v>0.012410482391715</c:v>
                </c:pt>
                <c:pt idx="99">
                  <c:v>0.0137125654146075</c:v>
                </c:pt>
                <c:pt idx="100">
                  <c:v>0.00297037768177688</c:v>
                </c:pt>
                <c:pt idx="101">
                  <c:v>0.00691731786355376</c:v>
                </c:pt>
                <c:pt idx="102">
                  <c:v>0.00773112010210752</c:v>
                </c:pt>
                <c:pt idx="103">
                  <c:v>0.0068359375</c:v>
                </c:pt>
                <c:pt idx="104">
                  <c:v>0.005126953125</c:v>
                </c:pt>
                <c:pt idx="105">
                  <c:v>0.00789388082921505</c:v>
                </c:pt>
                <c:pt idx="106">
                  <c:v>0.00374348973855376</c:v>
                </c:pt>
                <c:pt idx="107">
                  <c:v>0.00227864598855376</c:v>
                </c:pt>
                <c:pt idx="108">
                  <c:v>0.00447591161355376</c:v>
                </c:pt>
                <c:pt idx="109">
                  <c:v>0.00113932299427688</c:v>
                </c:pt>
                <c:pt idx="110">
                  <c:v>0.0067138671875</c:v>
                </c:pt>
                <c:pt idx="111">
                  <c:v>0.00439453125</c:v>
                </c:pt>
                <c:pt idx="112">
                  <c:v>0.00146484375</c:v>
                </c:pt>
                <c:pt idx="113">
                  <c:v>0.000732421875</c:v>
                </c:pt>
                <c:pt idx="114">
                  <c:v>0.0003662109375</c:v>
                </c:pt>
                <c:pt idx="115">
                  <c:v>0.00215657567605376</c:v>
                </c:pt>
                <c:pt idx="116">
                  <c:v>0</c:v>
                </c:pt>
                <c:pt idx="117">
                  <c:v>0.000162760421517305</c:v>
                </c:pt>
                <c:pt idx="118">
                  <c:v>0</c:v>
                </c:pt>
                <c:pt idx="119">
                  <c:v>0</c:v>
                </c:pt>
              </c:numCache>
            </c:numRef>
          </c:yVal>
          <c:smooth val="0"/>
        </c:ser>
        <c:ser>
          <c:idx val="1"/>
          <c:order val="1"/>
          <c:tx>
            <c:v>2718</c:v>
          </c:tx>
          <c:spPr>
            <a:ln xmlns:a="http://schemas.openxmlformats.org/drawingml/2006/main" w="7620">
              <a:solidFill>
                <a:srgbClr val="E9B7A9"/>
              </a:solidFill>
            </a:ln>
          </c:spPr>
          <c:marker>
            <c:symbol val="none"/>
          </c:marker>
          <c:xVal>
            <c:numRef>
              <c:f>'Chart Data'!$C$2:$C$121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Data'!$D$2:$D$121</c:f>
              <c:numCache>
                <c:formatCode>0.00</c:formatCode>
                <c:ptCount val="120"/>
                <c:pt idx="0">
                  <c:v>0.10062663257122</c:v>
                </c:pt>
                <c:pt idx="1">
                  <c:v>0.1151123046875</c:v>
                </c:pt>
                <c:pt idx="2">
                  <c:v>0.0853678435087204</c:v>
                </c:pt>
                <c:pt idx="3">
                  <c:v>0.07421875</c:v>
                </c:pt>
                <c:pt idx="4">
                  <c:v>0.0699462890625</c:v>
                </c:pt>
                <c:pt idx="5">
                  <c:v>0.0877278670668602</c:v>
                </c:pt>
                <c:pt idx="6">
                  <c:v>0.0713297575712204</c:v>
                </c:pt>
                <c:pt idx="7">
                  <c:v>0.0888671875</c:v>
                </c:pt>
                <c:pt idx="8">
                  <c:v>0.0759684294462204</c:v>
                </c:pt>
                <c:pt idx="9">
                  <c:v>0.0626627653837204</c:v>
                </c:pt>
                <c:pt idx="10">
                  <c:v>0.0478515625</c:v>
                </c:pt>
                <c:pt idx="11">
                  <c:v>0.0598551444709301</c:v>
                </c:pt>
                <c:pt idx="12">
                  <c:v>0.0550537109375</c:v>
                </c:pt>
                <c:pt idx="13">
                  <c:v>0.0471598319709301</c:v>
                </c:pt>
                <c:pt idx="14">
                  <c:v>0.0452473983168602</c:v>
                </c:pt>
                <c:pt idx="15">
                  <c:v>0.0483805350959301</c:v>
                </c:pt>
                <c:pt idx="16">
                  <c:v>0.0612386092543602</c:v>
                </c:pt>
                <c:pt idx="17">
                  <c:v>0.0526936873793602</c:v>
                </c:pt>
                <c:pt idx="18">
                  <c:v>0.0494384765625</c:v>
                </c:pt>
                <c:pt idx="19">
                  <c:v>0.0557454451918602</c:v>
                </c:pt>
                <c:pt idx="20">
                  <c:v>0.0568440780043602</c:v>
                </c:pt>
                <c:pt idx="21">
                  <c:v>0.0555419921875</c:v>
                </c:pt>
                <c:pt idx="22">
                  <c:v>0.0382080078125</c:v>
                </c:pt>
                <c:pt idx="23">
                  <c:v>0.031982421875</c:v>
                </c:pt>
                <c:pt idx="24">
                  <c:v>0.0445556640625</c:v>
                </c:pt>
                <c:pt idx="25">
                  <c:v>0.0442301444709301</c:v>
                </c:pt>
                <c:pt idx="26">
                  <c:v>0.0349528007209301</c:v>
                </c:pt>
                <c:pt idx="27">
                  <c:v>0.0378824882209301</c:v>
                </c:pt>
                <c:pt idx="28">
                  <c:v>0.0380859375</c:v>
                </c:pt>
                <c:pt idx="29">
                  <c:v>0.0378011092543602</c:v>
                </c:pt>
                <c:pt idx="30">
                  <c:v>0.0380452498793602</c:v>
                </c:pt>
                <c:pt idx="31">
                  <c:v>0.0350748710334301</c:v>
                </c:pt>
                <c:pt idx="32">
                  <c:v>0.0498046875</c:v>
                </c:pt>
                <c:pt idx="33">
                  <c:v>0.031005859375</c:v>
                </c:pt>
                <c:pt idx="34">
                  <c:v>0.0302734375</c:v>
                </c:pt>
                <c:pt idx="35">
                  <c:v>0.0389811210334301</c:v>
                </c:pt>
                <c:pt idx="36">
                  <c:v>0.0287272147834301</c:v>
                </c:pt>
                <c:pt idx="37">
                  <c:v>0.038818359375</c:v>
                </c:pt>
                <c:pt idx="38">
                  <c:v>0.0340576171875</c:v>
                </c:pt>
                <c:pt idx="39">
                  <c:v>0.0319010429084301</c:v>
                </c:pt>
                <c:pt idx="40">
                  <c:v>0.0369466170668602</c:v>
                </c:pt>
                <c:pt idx="41">
                  <c:v>0.039306640625</c:v>
                </c:pt>
                <c:pt idx="42">
                  <c:v>0.0358072929084301</c:v>
                </c:pt>
                <c:pt idx="43">
                  <c:v>0.0423583984375</c:v>
                </c:pt>
                <c:pt idx="44">
                  <c:v>0.0243326835334301</c:v>
                </c:pt>
                <c:pt idx="45">
                  <c:v>0.029744466766715</c:v>
                </c:pt>
                <c:pt idx="46">
                  <c:v>0.0259195975959301</c:v>
                </c:pt>
                <c:pt idx="47">
                  <c:v>0.0386149100959301</c:v>
                </c:pt>
                <c:pt idx="48">
                  <c:v>0.022542318329215</c:v>
                </c:pt>
                <c:pt idx="49">
                  <c:v>0.0267740897834301</c:v>
                </c:pt>
                <c:pt idx="50">
                  <c:v>0.021321615204215</c:v>
                </c:pt>
                <c:pt idx="51">
                  <c:v>0.0331217460334301</c:v>
                </c:pt>
                <c:pt idx="52">
                  <c:v>0.029866537079215</c:v>
                </c:pt>
                <c:pt idx="53">
                  <c:v>0.037353515625</c:v>
                </c:pt>
                <c:pt idx="54">
                  <c:v>0.0211181640625</c:v>
                </c:pt>
                <c:pt idx="55">
                  <c:v>0.03564453125</c:v>
                </c:pt>
                <c:pt idx="56">
                  <c:v>0.0262451171875</c:v>
                </c:pt>
                <c:pt idx="57">
                  <c:v>0.0294596366584301</c:v>
                </c:pt>
                <c:pt idx="58">
                  <c:v>0.0252685546875</c:v>
                </c:pt>
                <c:pt idx="59">
                  <c:v>0.0251871757209301</c:v>
                </c:pt>
                <c:pt idx="60">
                  <c:v>0.0237223319709301</c:v>
                </c:pt>
                <c:pt idx="61">
                  <c:v>0.031982421875</c:v>
                </c:pt>
                <c:pt idx="62">
                  <c:v>0.0333251953125</c:v>
                </c:pt>
                <c:pt idx="63">
                  <c:v>0.0279541015625</c:v>
                </c:pt>
                <c:pt idx="64">
                  <c:v>0.026814779266715</c:v>
                </c:pt>
                <c:pt idx="65">
                  <c:v>0.0216064453125</c:v>
                </c:pt>
                <c:pt idx="66">
                  <c:v>0.0224609375</c:v>
                </c:pt>
                <c:pt idx="67">
                  <c:v>0.0152587890625</c:v>
                </c:pt>
                <c:pt idx="68">
                  <c:v>0.0205485038459301</c:v>
                </c:pt>
                <c:pt idx="69">
                  <c:v>0.0191650390625</c:v>
                </c:pt>
                <c:pt idx="70">
                  <c:v>0.018880208954215</c:v>
                </c:pt>
                <c:pt idx="71">
                  <c:v>0.0265299491584301</c:v>
                </c:pt>
                <c:pt idx="72">
                  <c:v>0.020222982391715</c:v>
                </c:pt>
                <c:pt idx="73">
                  <c:v>0.0138346357271075</c:v>
                </c:pt>
                <c:pt idx="74">
                  <c:v>0.022908529266715</c:v>
                </c:pt>
                <c:pt idx="75">
                  <c:v>0.021199544891715</c:v>
                </c:pt>
                <c:pt idx="76">
                  <c:v>0.013997396454215</c:v>
                </c:pt>
                <c:pt idx="77">
                  <c:v>0.026082357391715</c:v>
                </c:pt>
                <c:pt idx="78">
                  <c:v>0.0172526054084301</c:v>
                </c:pt>
                <c:pt idx="79">
                  <c:v>0.016316732391715</c:v>
                </c:pt>
                <c:pt idx="80">
                  <c:v>0.0169677734375</c:v>
                </c:pt>
                <c:pt idx="81">
                  <c:v>0.01904296875</c:v>
                </c:pt>
                <c:pt idx="82">
                  <c:v>0.0174967460334301</c:v>
                </c:pt>
                <c:pt idx="83">
                  <c:v>0.0174967460334301</c:v>
                </c:pt>
                <c:pt idx="84">
                  <c:v>0.013671875</c:v>
                </c:pt>
                <c:pt idx="85">
                  <c:v>0.0151774091646075</c:v>
                </c:pt>
                <c:pt idx="86">
                  <c:v>0.009521484375</c:v>
                </c:pt>
                <c:pt idx="87">
                  <c:v>0.00826009176671505</c:v>
                </c:pt>
                <c:pt idx="88">
                  <c:v>0.0131022138521075</c:v>
                </c:pt>
                <c:pt idx="89">
                  <c:v>0.0227457694709301</c:v>
                </c:pt>
                <c:pt idx="90">
                  <c:v>0.014485677704215</c:v>
                </c:pt>
                <c:pt idx="91">
                  <c:v>0.01513671875</c:v>
                </c:pt>
                <c:pt idx="92">
                  <c:v>0.0098876953125</c:v>
                </c:pt>
                <c:pt idx="93">
                  <c:v>0.0120035810396075</c:v>
                </c:pt>
                <c:pt idx="94">
                  <c:v>0.011678060516715</c:v>
                </c:pt>
                <c:pt idx="95">
                  <c:v>0.00882975291460752</c:v>
                </c:pt>
                <c:pt idx="96">
                  <c:v>0.00931803416460752</c:v>
                </c:pt>
                <c:pt idx="97">
                  <c:v>0.012898763641715</c:v>
                </c:pt>
                <c:pt idx="98">
                  <c:v>0.0130615234375</c:v>
                </c:pt>
                <c:pt idx="99">
                  <c:v>0.00394694041460752</c:v>
                </c:pt>
                <c:pt idx="100">
                  <c:v>0.00980631541460752</c:v>
                </c:pt>
                <c:pt idx="101">
                  <c:v>0.00203450536355376</c:v>
                </c:pt>
                <c:pt idx="102">
                  <c:v>0.00651041697710752</c:v>
                </c:pt>
                <c:pt idx="103">
                  <c:v>0.00675455760210752</c:v>
                </c:pt>
                <c:pt idx="104">
                  <c:v>0.00626627635210752</c:v>
                </c:pt>
                <c:pt idx="105">
                  <c:v>0.0107421875</c:v>
                </c:pt>
                <c:pt idx="106">
                  <c:v>0.010498046875</c:v>
                </c:pt>
                <c:pt idx="107">
                  <c:v>0.000813802122138441</c:v>
                </c:pt>
                <c:pt idx="108">
                  <c:v>0.003173828125</c:v>
                </c:pt>
                <c:pt idx="109">
                  <c:v>0.00838216207921505</c:v>
                </c:pt>
                <c:pt idx="110">
                  <c:v>0.00882975291460752</c:v>
                </c:pt>
                <c:pt idx="111">
                  <c:v>8.13802107586525E-05</c:v>
                </c:pt>
                <c:pt idx="112">
                  <c:v>0.00626627635210752</c:v>
                </c:pt>
                <c:pt idx="113">
                  <c:v>0.0001220703125</c:v>
                </c:pt>
                <c:pt idx="114">
                  <c:v>4.06901053793263E-05</c:v>
                </c:pt>
                <c:pt idx="115">
                  <c:v>0.002197265625</c:v>
                </c:pt>
                <c:pt idx="116">
                  <c:v>0</c:v>
                </c:pt>
                <c:pt idx="117">
                  <c:v>4.06901053793263E-05</c:v>
                </c:pt>
                <c:pt idx="118">
                  <c:v>0</c:v>
                </c:pt>
                <c:pt idx="119">
                  <c:v>0</c:v>
                </c:pt>
              </c:numCache>
            </c:numRef>
          </c:yVal>
          <c:smooth val="0"/>
        </c:ser>
        <c:ser>
          <c:idx val="2"/>
          <c:order val="2"/>
          <c:tx>
            <c:v>3141</c:v>
          </c:tx>
          <c:spPr>
            <a:ln xmlns:a="http://schemas.openxmlformats.org/drawingml/2006/main" w="7620">
              <a:solidFill>
                <a:srgbClr val="A5B4D1"/>
              </a:solidFill>
            </a:ln>
          </c:spPr>
          <c:marker>
            <c:symbol val="none"/>
          </c:marker>
          <c:xVal>
            <c:numRef>
              <c:f>'Chart Data'!$E$2:$E$121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Data'!$F$2:$F$121</c:f>
              <c:numCache>
                <c:formatCode>0.00</c:formatCode>
                <c:ptCount val="120"/>
                <c:pt idx="0">
                  <c:v>0.1075439453125</c:v>
                </c:pt>
                <c:pt idx="1">
                  <c:v>0.0964762419462204</c:v>
                </c:pt>
                <c:pt idx="2">
                  <c:v>0.10929362475872</c:v>
                </c:pt>
                <c:pt idx="3">
                  <c:v>0.0925699919462204</c:v>
                </c:pt>
                <c:pt idx="4">
                  <c:v>0.0965983122587204</c:v>
                </c:pt>
                <c:pt idx="5">
                  <c:v>0.0732828825712204</c:v>
                </c:pt>
                <c:pt idx="6">
                  <c:v>0.0652262419462204</c:v>
                </c:pt>
                <c:pt idx="7">
                  <c:v>0.0447591170668602</c:v>
                </c:pt>
                <c:pt idx="8">
                  <c:v>0.0602620467543602</c:v>
                </c:pt>
                <c:pt idx="9">
                  <c:v>0.0389404296875</c:v>
                </c:pt>
                <c:pt idx="10">
                  <c:v>0.040771484375</c:v>
                </c:pt>
                <c:pt idx="11">
                  <c:v>0.0421142578125</c:v>
                </c:pt>
                <c:pt idx="12">
                  <c:v>0.0391438826918602</c:v>
                </c:pt>
                <c:pt idx="13">
                  <c:v>0.0525309257209301</c:v>
                </c:pt>
                <c:pt idx="14">
                  <c:v>0.0433756522834301</c:v>
                </c:pt>
                <c:pt idx="15">
                  <c:v>0.0496012382209301</c:v>
                </c:pt>
                <c:pt idx="16">
                  <c:v>0.0543619804084301</c:v>
                </c:pt>
                <c:pt idx="17">
                  <c:v>0.0458984375</c:v>
                </c:pt>
                <c:pt idx="18">
                  <c:v>0.0325927734375</c:v>
                </c:pt>
                <c:pt idx="19">
                  <c:v>0.0370686873793602</c:v>
                </c:pt>
                <c:pt idx="20">
                  <c:v>0.0377197265625</c:v>
                </c:pt>
                <c:pt idx="21">
                  <c:v>0.0462239608168602</c:v>
                </c:pt>
                <c:pt idx="22">
                  <c:v>0.0411783866584301</c:v>
                </c:pt>
                <c:pt idx="23">
                  <c:v>0.0400797538459301</c:v>
                </c:pt>
                <c:pt idx="24">
                  <c:v>0.0472412109375</c:v>
                </c:pt>
                <c:pt idx="25">
                  <c:v>0.0548095703125</c:v>
                </c:pt>
                <c:pt idx="26">
                  <c:v>0.0546061210334301</c:v>
                </c:pt>
                <c:pt idx="27">
                  <c:v>0.0372314453125</c:v>
                </c:pt>
                <c:pt idx="28">
                  <c:v>0.0506998710334301</c:v>
                </c:pt>
                <c:pt idx="29">
                  <c:v>0.0374348983168602</c:v>
                </c:pt>
                <c:pt idx="30">
                  <c:v>0.0401204451918602</c:v>
                </c:pt>
                <c:pt idx="31">
                  <c:v>0.0472819022834301</c:v>
                </c:pt>
                <c:pt idx="32">
                  <c:v>0.039794921875</c:v>
                </c:pt>
                <c:pt idx="33">
                  <c:v>0.0424397811293602</c:v>
                </c:pt>
                <c:pt idx="34">
                  <c:v>0.0284423828125</c:v>
                </c:pt>
                <c:pt idx="35">
                  <c:v>0.0308837890625</c:v>
                </c:pt>
                <c:pt idx="36">
                  <c:v>0.0351969413459301</c:v>
                </c:pt>
                <c:pt idx="37">
                  <c:v>0.024373373016715</c:v>
                </c:pt>
                <c:pt idx="38">
                  <c:v>0.0320231132209301</c:v>
                </c:pt>
                <c:pt idx="39">
                  <c:v>0.0386556014418602</c:v>
                </c:pt>
                <c:pt idx="40">
                  <c:v>0.0247802734375</c:v>
                </c:pt>
                <c:pt idx="41">
                  <c:v>0.0387776717543602</c:v>
                </c:pt>
                <c:pt idx="42">
                  <c:v>0.0231119804084301</c:v>
                </c:pt>
                <c:pt idx="43">
                  <c:v>0.0323486328125</c:v>
                </c:pt>
                <c:pt idx="44">
                  <c:v>0.0294189453125</c:v>
                </c:pt>
                <c:pt idx="45">
                  <c:v>0.0411376953125</c:v>
                </c:pt>
                <c:pt idx="46">
                  <c:v>0.0457763671875</c:v>
                </c:pt>
                <c:pt idx="47">
                  <c:v>0.019287109375</c:v>
                </c:pt>
                <c:pt idx="48">
                  <c:v>0.025634765625</c:v>
                </c:pt>
                <c:pt idx="49">
                  <c:v>0.0208740234375</c:v>
                </c:pt>
                <c:pt idx="50">
                  <c:v>0.0299072265625</c:v>
                </c:pt>
                <c:pt idx="51">
                  <c:v>0.028889974579215</c:v>
                </c:pt>
                <c:pt idx="52">
                  <c:v>0.0243326835334301</c:v>
                </c:pt>
                <c:pt idx="53">
                  <c:v>0.022298177704215</c:v>
                </c:pt>
                <c:pt idx="54">
                  <c:v>0.0286865234375</c:v>
                </c:pt>
                <c:pt idx="55">
                  <c:v>0.0329996757209301</c:v>
                </c:pt>
                <c:pt idx="56">
                  <c:v>0.0380859375</c:v>
                </c:pt>
                <c:pt idx="57">
                  <c:v>0.0218912772834301</c:v>
                </c:pt>
                <c:pt idx="58">
                  <c:v>0.0430094413459301</c:v>
                </c:pt>
                <c:pt idx="59">
                  <c:v>0.026448568329215</c:v>
                </c:pt>
                <c:pt idx="60">
                  <c:v>0.0325113944709301</c:v>
                </c:pt>
                <c:pt idx="61">
                  <c:v>0.0250244140625</c:v>
                </c:pt>
                <c:pt idx="62">
                  <c:v>0.03076171875</c:v>
                </c:pt>
                <c:pt idx="63">
                  <c:v>0.0290934257209301</c:v>
                </c:pt>
                <c:pt idx="64">
                  <c:v>0.025227865204215</c:v>
                </c:pt>
                <c:pt idx="65">
                  <c:v>0.0230712890625</c:v>
                </c:pt>
                <c:pt idx="66">
                  <c:v>0.0250651054084301</c:v>
                </c:pt>
                <c:pt idx="67">
                  <c:v>0.029866537079215</c:v>
                </c:pt>
                <c:pt idx="68">
                  <c:v>0.028889974579215</c:v>
                </c:pt>
                <c:pt idx="69">
                  <c:v>0.025716146454215</c:v>
                </c:pt>
                <c:pt idx="70">
                  <c:v>0.0259195975959301</c:v>
                </c:pt>
                <c:pt idx="71">
                  <c:v>0.0336100272834301</c:v>
                </c:pt>
                <c:pt idx="72">
                  <c:v>0.0211181640625</c:v>
                </c:pt>
                <c:pt idx="73">
                  <c:v>0.0203043632209301</c:v>
                </c:pt>
                <c:pt idx="74">
                  <c:v>0.026204427704215</c:v>
                </c:pt>
                <c:pt idx="75">
                  <c:v>0.0194498710334301</c:v>
                </c:pt>
                <c:pt idx="76">
                  <c:v>0.0190836600959301</c:v>
                </c:pt>
                <c:pt idx="77">
                  <c:v>0.023640951141715</c:v>
                </c:pt>
                <c:pt idx="78">
                  <c:v>0.0203857421875</c:v>
                </c:pt>
                <c:pt idx="79">
                  <c:v>0.0152994794771075</c:v>
                </c:pt>
                <c:pt idx="80">
                  <c:v>0.0181070975959301</c:v>
                </c:pt>
                <c:pt idx="81">
                  <c:v>0.0262858085334301</c:v>
                </c:pt>
                <c:pt idx="82">
                  <c:v>0.0107421875</c:v>
                </c:pt>
                <c:pt idx="83">
                  <c:v>0.012410482391715</c:v>
                </c:pt>
                <c:pt idx="84">
                  <c:v>0.014363607391715</c:v>
                </c:pt>
                <c:pt idx="85">
                  <c:v>0.0145670576021075</c:v>
                </c:pt>
                <c:pt idx="86">
                  <c:v>0.016560873016715</c:v>
                </c:pt>
                <c:pt idx="87">
                  <c:v>0.0245768241584301</c:v>
                </c:pt>
                <c:pt idx="88">
                  <c:v>0.0170084647834301</c:v>
                </c:pt>
                <c:pt idx="89">
                  <c:v>0.017822265625</c:v>
                </c:pt>
                <c:pt idx="90">
                  <c:v>0.0142822265625</c:v>
                </c:pt>
                <c:pt idx="91">
                  <c:v>0.013671875</c:v>
                </c:pt>
                <c:pt idx="92">
                  <c:v>0.0130615234375</c:v>
                </c:pt>
                <c:pt idx="93">
                  <c:v>0.010823568329215</c:v>
                </c:pt>
                <c:pt idx="94">
                  <c:v>0.0211181640625</c:v>
                </c:pt>
                <c:pt idx="95">
                  <c:v>0.013875326141715</c:v>
                </c:pt>
                <c:pt idx="96">
                  <c:v>0.00948079489171505</c:v>
                </c:pt>
                <c:pt idx="97">
                  <c:v>0.013264974579215</c:v>
                </c:pt>
                <c:pt idx="98">
                  <c:v>0.010335287079215</c:v>
                </c:pt>
                <c:pt idx="99">
                  <c:v>0.00826009176671505</c:v>
                </c:pt>
                <c:pt idx="100">
                  <c:v>0.0120849609375</c:v>
                </c:pt>
                <c:pt idx="101">
                  <c:v>0.011555990204215</c:v>
                </c:pt>
                <c:pt idx="102">
                  <c:v>0.00260416674427688</c:v>
                </c:pt>
                <c:pt idx="103">
                  <c:v>0.0174967460334301</c:v>
                </c:pt>
                <c:pt idx="104">
                  <c:v>0.014851888641715</c:v>
                </c:pt>
                <c:pt idx="105">
                  <c:v>0.010457357391715</c:v>
                </c:pt>
                <c:pt idx="106">
                  <c:v>0.00492350291460752</c:v>
                </c:pt>
                <c:pt idx="107">
                  <c:v>0.00459798192605376</c:v>
                </c:pt>
                <c:pt idx="108">
                  <c:v>0.00492350291460752</c:v>
                </c:pt>
                <c:pt idx="109">
                  <c:v>0.005126953125</c:v>
                </c:pt>
                <c:pt idx="110">
                  <c:v>0.00390625</c:v>
                </c:pt>
                <c:pt idx="111">
                  <c:v>0.00288899755105376</c:v>
                </c:pt>
                <c:pt idx="112">
                  <c:v>0.00358072924427688</c:v>
                </c:pt>
                <c:pt idx="113">
                  <c:v>0.00882975291460752</c:v>
                </c:pt>
                <c:pt idx="114">
                  <c:v>0.0003662109375</c:v>
                </c:pt>
                <c:pt idx="115">
                  <c:v>0</c:v>
                </c:pt>
                <c:pt idx="116">
                  <c:v>0</c:v>
                </c:pt>
                <c:pt idx="117">
                  <c:v>0</c:v>
                </c:pt>
                <c:pt idx="118">
                  <c:v>0</c:v>
                </c:pt>
                <c:pt idx="119">
                  <c:v>0</c:v>
                </c:pt>
              </c:numCache>
            </c:numRef>
          </c:yVal>
          <c:smooth val="0"/>
        </c:ser>
        <c:ser>
          <c:idx val="3"/>
          <c:order val="3"/>
          <c:tx>
            <c:v>5772</c:v>
          </c:tx>
          <c:spPr>
            <a:ln xmlns:a="http://schemas.openxmlformats.org/drawingml/2006/main" w="7620">
              <a:solidFill>
                <a:srgbClr val="BEB0C9"/>
              </a:solidFill>
            </a:ln>
          </c:spPr>
          <c:marker>
            <c:symbol val="none"/>
          </c:marker>
          <c:xVal>
            <c:numRef>
              <c:f>'Chart Data'!$G$2:$G$121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Data'!$H$2:$H$121</c:f>
              <c:numCache>
                <c:formatCode>0.00</c:formatCode>
                <c:ptCount val="120"/>
                <c:pt idx="0">
                  <c:v>0.10062663257122</c:v>
                </c:pt>
                <c:pt idx="1">
                  <c:v>0.1199951171875</c:v>
                </c:pt>
                <c:pt idx="2">
                  <c:v>0.10526530444622</c:v>
                </c:pt>
                <c:pt idx="3">
                  <c:v>0.0836588591337204</c:v>
                </c:pt>
                <c:pt idx="4">
                  <c:v>0.0932210311293602</c:v>
                </c:pt>
                <c:pt idx="5">
                  <c:v>0.0836995467543602</c:v>
                </c:pt>
                <c:pt idx="6">
                  <c:v>0.0704752653837204</c:v>
                </c:pt>
                <c:pt idx="7">
                  <c:v>0.0946451872587204</c:v>
                </c:pt>
                <c:pt idx="8">
                  <c:v>0.0652262419462204</c:v>
                </c:pt>
                <c:pt idx="9">
                  <c:v>0.044921875</c:v>
                </c:pt>
                <c:pt idx="10">
                  <c:v>0.0531819686293602</c:v>
                </c:pt>
                <c:pt idx="11">
                  <c:v>0.0460205078125</c:v>
                </c:pt>
                <c:pt idx="12">
                  <c:v>0.0583903007209301</c:v>
                </c:pt>
                <c:pt idx="13">
                  <c:v>0.0497233085334301</c:v>
                </c:pt>
                <c:pt idx="14">
                  <c:v>0.0478108748793602</c:v>
                </c:pt>
                <c:pt idx="15">
                  <c:v>0.06005859375</c:v>
                </c:pt>
                <c:pt idx="16">
                  <c:v>0.0424397811293602</c:v>
                </c:pt>
                <c:pt idx="17">
                  <c:v>0.0502115897834301</c:v>
                </c:pt>
                <c:pt idx="18">
                  <c:v>0.0471598319709301</c:v>
                </c:pt>
                <c:pt idx="19">
                  <c:v>0.0432942733168602</c:v>
                </c:pt>
                <c:pt idx="20">
                  <c:v>0.0530192069709301</c:v>
                </c:pt>
                <c:pt idx="21">
                  <c:v>0.0494791679084301</c:v>
                </c:pt>
                <c:pt idx="22">
                  <c:v>0.0368245467543602</c:v>
                </c:pt>
                <c:pt idx="23">
                  <c:v>0.0384114608168602</c:v>
                </c:pt>
                <c:pt idx="24">
                  <c:v>0.0469156913459301</c:v>
                </c:pt>
                <c:pt idx="25">
                  <c:v>0.046875</c:v>
                </c:pt>
                <c:pt idx="26">
                  <c:v>0.0475260429084301</c:v>
                </c:pt>
                <c:pt idx="27">
                  <c:v>0.0469970703125</c:v>
                </c:pt>
                <c:pt idx="28">
                  <c:v>0.0340576171875</c:v>
                </c:pt>
                <c:pt idx="29">
                  <c:v>0.0321451835334301</c:v>
                </c:pt>
                <c:pt idx="30">
                  <c:v>0.033935546875</c:v>
                </c:pt>
                <c:pt idx="31">
                  <c:v>0.0397542342543602</c:v>
                </c:pt>
                <c:pt idx="32">
                  <c:v>0.0364990234375</c:v>
                </c:pt>
                <c:pt idx="33">
                  <c:v>0.0408528670668602</c:v>
                </c:pt>
                <c:pt idx="34">
                  <c:v>0.0376790389418602</c:v>
                </c:pt>
                <c:pt idx="35">
                  <c:v>0.040771484375</c:v>
                </c:pt>
                <c:pt idx="36">
                  <c:v>0.0368245467543602</c:v>
                </c:pt>
                <c:pt idx="37">
                  <c:v>0.0456949882209301</c:v>
                </c:pt>
                <c:pt idx="38">
                  <c:v>0.0423990897834301</c:v>
                </c:pt>
                <c:pt idx="39">
                  <c:v>0.030110677704215</c:v>
                </c:pt>
                <c:pt idx="40">
                  <c:v>0.0398763045668602</c:v>
                </c:pt>
                <c:pt idx="41">
                  <c:v>0.0378011092543602</c:v>
                </c:pt>
                <c:pt idx="42">
                  <c:v>0.0466715507209301</c:v>
                </c:pt>
                <c:pt idx="43">
                  <c:v>0.0364176444709301</c:v>
                </c:pt>
                <c:pt idx="44">
                  <c:v>0.0390218123793602</c:v>
                </c:pt>
                <c:pt idx="45">
                  <c:v>0.0400797538459301</c:v>
                </c:pt>
                <c:pt idx="46">
                  <c:v>0.0326334647834301</c:v>
                </c:pt>
                <c:pt idx="47">
                  <c:v>0.0350748710334301</c:v>
                </c:pt>
                <c:pt idx="48">
                  <c:v>0.0417073592543602</c:v>
                </c:pt>
                <c:pt idx="49">
                  <c:v>0.0447998046875</c:v>
                </c:pt>
                <c:pt idx="50">
                  <c:v>0.0411783866584301</c:v>
                </c:pt>
                <c:pt idx="51">
                  <c:v>0.0345458984375</c:v>
                </c:pt>
                <c:pt idx="52">
                  <c:v>0.0240478515625</c:v>
                </c:pt>
                <c:pt idx="53">
                  <c:v>0.0255126953125</c:v>
                </c:pt>
                <c:pt idx="54">
                  <c:v>0.0292154960334301</c:v>
                </c:pt>
                <c:pt idx="55">
                  <c:v>0.0250244140625</c:v>
                </c:pt>
                <c:pt idx="56">
                  <c:v>0.023640951141715</c:v>
                </c:pt>
                <c:pt idx="57">
                  <c:v>0.0223388671875</c:v>
                </c:pt>
                <c:pt idx="58">
                  <c:v>0.0198160819709301</c:v>
                </c:pt>
                <c:pt idx="59">
                  <c:v>0.0301920585334301</c:v>
                </c:pt>
                <c:pt idx="60">
                  <c:v>0.0281982421875</c:v>
                </c:pt>
                <c:pt idx="61">
                  <c:v>0.0250651054084301</c:v>
                </c:pt>
                <c:pt idx="62">
                  <c:v>0.023030599579215</c:v>
                </c:pt>
                <c:pt idx="63">
                  <c:v>0.023396810516715</c:v>
                </c:pt>
                <c:pt idx="64">
                  <c:v>0.028157552704215</c:v>
                </c:pt>
                <c:pt idx="65">
                  <c:v>0.0289306640625</c:v>
                </c:pt>
                <c:pt idx="66">
                  <c:v>0.035888671875</c:v>
                </c:pt>
                <c:pt idx="67">
                  <c:v>0.0354817733168602</c:v>
                </c:pt>
                <c:pt idx="68">
                  <c:v>0.0322265625</c:v>
                </c:pt>
                <c:pt idx="69">
                  <c:v>0.025349935516715</c:v>
                </c:pt>
                <c:pt idx="70">
                  <c:v>0.0214029960334301</c:v>
                </c:pt>
                <c:pt idx="71">
                  <c:v>0.0185546875</c:v>
                </c:pt>
                <c:pt idx="72">
                  <c:v>0.018310546875</c:v>
                </c:pt>
                <c:pt idx="73">
                  <c:v>0.0283610038459301</c:v>
                </c:pt>
                <c:pt idx="74">
                  <c:v>0.018025716766715</c:v>
                </c:pt>
                <c:pt idx="75">
                  <c:v>0.0157470703125</c:v>
                </c:pt>
                <c:pt idx="76">
                  <c:v>0.0220947265625</c:v>
                </c:pt>
                <c:pt idx="77">
                  <c:v>0.017171224579215</c:v>
                </c:pt>
                <c:pt idx="78">
                  <c:v>0.025146484375</c:v>
                </c:pt>
                <c:pt idx="79">
                  <c:v>0.026814779266715</c:v>
                </c:pt>
                <c:pt idx="80">
                  <c:v>0.015380859375</c:v>
                </c:pt>
                <c:pt idx="81">
                  <c:v>0.019490560516715</c:v>
                </c:pt>
                <c:pt idx="82">
                  <c:v>0.013020833954215</c:v>
                </c:pt>
                <c:pt idx="83">
                  <c:v>0.0131022138521075</c:v>
                </c:pt>
                <c:pt idx="84">
                  <c:v>0.0177001953125</c:v>
                </c:pt>
                <c:pt idx="85">
                  <c:v>0.0218505859375</c:v>
                </c:pt>
                <c:pt idx="86">
                  <c:v>0.0116373701021075</c:v>
                </c:pt>
                <c:pt idx="87">
                  <c:v>0.011678060516715</c:v>
                </c:pt>
                <c:pt idx="88">
                  <c:v>0.0123291015625</c:v>
                </c:pt>
                <c:pt idx="89">
                  <c:v>0.012654623016715</c:v>
                </c:pt>
                <c:pt idx="90">
                  <c:v>0.00944010447710752</c:v>
                </c:pt>
                <c:pt idx="91">
                  <c:v>0.00838216207921505</c:v>
                </c:pt>
                <c:pt idx="92">
                  <c:v>0.01220703125</c:v>
                </c:pt>
                <c:pt idx="93">
                  <c:v>0.009521484375</c:v>
                </c:pt>
                <c:pt idx="94">
                  <c:v>0.0118408203125</c:v>
                </c:pt>
                <c:pt idx="95">
                  <c:v>0.0081787109375</c:v>
                </c:pt>
                <c:pt idx="96">
                  <c:v>0.012044271454215</c:v>
                </c:pt>
                <c:pt idx="97">
                  <c:v>0.00927734375</c:v>
                </c:pt>
                <c:pt idx="98">
                  <c:v>0.00358072924427688</c:v>
                </c:pt>
                <c:pt idx="99">
                  <c:v>0.0203857421875</c:v>
                </c:pt>
                <c:pt idx="100">
                  <c:v>0.015625</c:v>
                </c:pt>
                <c:pt idx="101">
                  <c:v>0.0064697265625</c:v>
                </c:pt>
                <c:pt idx="102">
                  <c:v>0.020711263641715</c:v>
                </c:pt>
                <c:pt idx="103">
                  <c:v>0.0078125</c:v>
                </c:pt>
                <c:pt idx="104">
                  <c:v>0.00785319041460752</c:v>
                </c:pt>
                <c:pt idx="105">
                  <c:v>0.00394694041460752</c:v>
                </c:pt>
                <c:pt idx="106">
                  <c:v>0.00203450536355376</c:v>
                </c:pt>
                <c:pt idx="107">
                  <c:v>0.0126953125</c:v>
                </c:pt>
                <c:pt idx="108">
                  <c:v>0.0113525390625</c:v>
                </c:pt>
                <c:pt idx="109">
                  <c:v>0.0013427734375</c:v>
                </c:pt>
                <c:pt idx="110">
                  <c:v>0.0018310546875</c:v>
                </c:pt>
                <c:pt idx="111">
                  <c:v>0.003662109375</c:v>
                </c:pt>
                <c:pt idx="112">
                  <c:v>0.00565592478960752</c:v>
                </c:pt>
                <c:pt idx="113">
                  <c:v>0.00398763036355376</c:v>
                </c:pt>
                <c:pt idx="114">
                  <c:v>0.00028483074856922</c:v>
                </c:pt>
                <c:pt idx="115">
                  <c:v>0.0008544921875</c:v>
                </c:pt>
                <c:pt idx="116">
                  <c:v>8.13802107586525E-05</c:v>
                </c:pt>
                <c:pt idx="117">
                  <c:v>0</c:v>
                </c:pt>
                <c:pt idx="118">
                  <c:v>0</c:v>
                </c:pt>
                <c:pt idx="119">
                  <c:v>0</c:v>
                </c:pt>
              </c:numCache>
            </c:numRef>
          </c:yVal>
          <c:smooth val="0"/>
        </c:ser>
        <c:ser>
          <c:idx val="4"/>
          <c:order val="4"/>
          <c:tx>
            <c:v>8111</c:v>
          </c:tx>
          <c:spPr>
            <a:ln xmlns:a="http://schemas.openxmlformats.org/drawingml/2006/main" w="7620">
              <a:solidFill>
                <a:srgbClr val="CCBB8F"/>
              </a:solidFill>
            </a:ln>
          </c:spPr>
          <c:marker>
            <c:symbol val="none"/>
          </c:marker>
          <c:xVal>
            <c:numRef>
              <c:f>'Chart Data'!$I$2:$I$121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Data'!$J$2:$J$121</c:f>
              <c:numCache>
                <c:formatCode>0.00</c:formatCode>
                <c:ptCount val="120"/>
                <c:pt idx="0">
                  <c:v>0.12430827319622</c:v>
                </c:pt>
                <c:pt idx="1">
                  <c:v>0.10965983569622</c:v>
                </c:pt>
                <c:pt idx="2">
                  <c:v>0.0802815780043602</c:v>
                </c:pt>
                <c:pt idx="3">
                  <c:v>0.0858154296875</c:v>
                </c:pt>
                <c:pt idx="4">
                  <c:v>0.0733642578125</c:v>
                </c:pt>
                <c:pt idx="5">
                  <c:v>0.0796305388212204</c:v>
                </c:pt>
                <c:pt idx="6">
                  <c:v>0.0723876953125</c:v>
                </c:pt>
                <c:pt idx="7">
                  <c:v>0.0609944686293602</c:v>
                </c:pt>
                <c:pt idx="8">
                  <c:v>0.042724609375</c:v>
                </c:pt>
                <c:pt idx="9">
                  <c:v>0.0636800155043602</c:v>
                </c:pt>
                <c:pt idx="10">
                  <c:v>0.0500081405043602</c:v>
                </c:pt>
                <c:pt idx="11">
                  <c:v>0.0472412109375</c:v>
                </c:pt>
                <c:pt idx="12">
                  <c:v>0.0500895194709301</c:v>
                </c:pt>
                <c:pt idx="13">
                  <c:v>0.05078125</c:v>
                </c:pt>
                <c:pt idx="14">
                  <c:v>0.0554606132209301</c:v>
                </c:pt>
                <c:pt idx="15">
                  <c:v>0.0509440116584301</c:v>
                </c:pt>
                <c:pt idx="16">
                  <c:v>0.0376790389418602</c:v>
                </c:pt>
                <c:pt idx="17">
                  <c:v>0.0513509139418602</c:v>
                </c:pt>
                <c:pt idx="18">
                  <c:v>0.0537109375</c:v>
                </c:pt>
                <c:pt idx="19">
                  <c:v>0.043701171875</c:v>
                </c:pt>
                <c:pt idx="20">
                  <c:v>0.0340169295668602</c:v>
                </c:pt>
                <c:pt idx="21">
                  <c:v>0.0439046248793602</c:v>
                </c:pt>
                <c:pt idx="22">
                  <c:v>0.0403645858168602</c:v>
                </c:pt>
                <c:pt idx="23">
                  <c:v>0.0384521484375</c:v>
                </c:pt>
                <c:pt idx="24">
                  <c:v>0.0508219413459301</c:v>
                </c:pt>
                <c:pt idx="25">
                  <c:v>0.0327962264418602</c:v>
                </c:pt>
                <c:pt idx="26">
                  <c:v>0.043701171875</c:v>
                </c:pt>
                <c:pt idx="27">
                  <c:v>0.0380859375</c:v>
                </c:pt>
                <c:pt idx="28">
                  <c:v>0.024495443329215</c:v>
                </c:pt>
                <c:pt idx="29">
                  <c:v>0.04248046875</c:v>
                </c:pt>
                <c:pt idx="30">
                  <c:v>0.033447265625</c:v>
                </c:pt>
                <c:pt idx="31">
                  <c:v>0.0469156913459301</c:v>
                </c:pt>
                <c:pt idx="32">
                  <c:v>0.037841796875</c:v>
                </c:pt>
                <c:pt idx="33">
                  <c:v>0.0278727225959301</c:v>
                </c:pt>
                <c:pt idx="34">
                  <c:v>0.034423828125</c:v>
                </c:pt>
                <c:pt idx="35">
                  <c:v>0.033203125</c:v>
                </c:pt>
                <c:pt idx="36">
                  <c:v>0.0370686873793602</c:v>
                </c:pt>
                <c:pt idx="37">
                  <c:v>0.0369466170668602</c:v>
                </c:pt>
                <c:pt idx="38">
                  <c:v>0.0419108085334301</c:v>
                </c:pt>
                <c:pt idx="39">
                  <c:v>0.0401611328125</c:v>
                </c:pt>
                <c:pt idx="40">
                  <c:v>0.0365397147834301</c:v>
                </c:pt>
                <c:pt idx="41">
                  <c:v>0.0209147147834301</c:v>
                </c:pt>
                <c:pt idx="42">
                  <c:v>0.0408935546875</c:v>
                </c:pt>
                <c:pt idx="43">
                  <c:v>0.0299072265625</c:v>
                </c:pt>
                <c:pt idx="44">
                  <c:v>0.0303955078125</c:v>
                </c:pt>
                <c:pt idx="45">
                  <c:v>0.0308837890625</c:v>
                </c:pt>
                <c:pt idx="46">
                  <c:v>0.029500326141715</c:v>
                </c:pt>
                <c:pt idx="47">
                  <c:v>0.027791341766715</c:v>
                </c:pt>
                <c:pt idx="48">
                  <c:v>0.030232748016715</c:v>
                </c:pt>
                <c:pt idx="49">
                  <c:v>0.0347493514418602</c:v>
                </c:pt>
                <c:pt idx="50">
                  <c:v>0.0263671875</c:v>
                </c:pt>
                <c:pt idx="51">
                  <c:v>0.0259195975959301</c:v>
                </c:pt>
                <c:pt idx="52">
                  <c:v>0.0408121757209301</c:v>
                </c:pt>
                <c:pt idx="53">
                  <c:v>0.033203125</c:v>
                </c:pt>
                <c:pt idx="54">
                  <c:v>0.02392578125</c:v>
                </c:pt>
                <c:pt idx="55">
                  <c:v>0.0330810546875</c:v>
                </c:pt>
                <c:pt idx="56">
                  <c:v>0.025594076141715</c:v>
                </c:pt>
                <c:pt idx="57">
                  <c:v>0.024169921875</c:v>
                </c:pt>
                <c:pt idx="58">
                  <c:v>0.0240478515625</c:v>
                </c:pt>
                <c:pt idx="59">
                  <c:v>0.0205485038459301</c:v>
                </c:pt>
                <c:pt idx="60">
                  <c:v>0.0269775390625</c:v>
                </c:pt>
                <c:pt idx="61">
                  <c:v>0.025960287079215</c:v>
                </c:pt>
                <c:pt idx="62">
                  <c:v>0.0233561210334301</c:v>
                </c:pt>
                <c:pt idx="63">
                  <c:v>0.025716146454215</c:v>
                </c:pt>
                <c:pt idx="64">
                  <c:v>0.0262858085334301</c:v>
                </c:pt>
                <c:pt idx="65">
                  <c:v>0.0223388671875</c:v>
                </c:pt>
                <c:pt idx="66">
                  <c:v>0.016438802704215</c:v>
                </c:pt>
                <c:pt idx="67">
                  <c:v>0.025634765625</c:v>
                </c:pt>
                <c:pt idx="68">
                  <c:v>0.0162760429084301</c:v>
                </c:pt>
                <c:pt idx="69">
                  <c:v>0.0222574882209301</c:v>
                </c:pt>
                <c:pt idx="70">
                  <c:v>0.0242919921875</c:v>
                </c:pt>
                <c:pt idx="71">
                  <c:v>0.0143229169771075</c:v>
                </c:pt>
                <c:pt idx="72">
                  <c:v>0.0274658203125</c:v>
                </c:pt>
                <c:pt idx="73">
                  <c:v>0.0211588554084301</c:v>
                </c:pt>
                <c:pt idx="74">
                  <c:v>0.0233561210334301</c:v>
                </c:pt>
                <c:pt idx="75">
                  <c:v>0.016805013641715</c:v>
                </c:pt>
                <c:pt idx="76">
                  <c:v>0.0204264335334301</c:v>
                </c:pt>
                <c:pt idx="77">
                  <c:v>0.018391927704215</c:v>
                </c:pt>
                <c:pt idx="78">
                  <c:v>0.0199381522834301</c:v>
                </c:pt>
                <c:pt idx="79">
                  <c:v>0.0233154296875</c:v>
                </c:pt>
                <c:pt idx="80">
                  <c:v>0.018147787079215</c:v>
                </c:pt>
                <c:pt idx="81">
                  <c:v>0.013753255829215</c:v>
                </c:pt>
                <c:pt idx="82">
                  <c:v>0.019002279266715</c:v>
                </c:pt>
                <c:pt idx="83">
                  <c:v>0.0198160819709301</c:v>
                </c:pt>
                <c:pt idx="84">
                  <c:v>0.013875326141715</c:v>
                </c:pt>
                <c:pt idx="85">
                  <c:v>0.013020833954215</c:v>
                </c:pt>
                <c:pt idx="86">
                  <c:v>0.011555990204215</c:v>
                </c:pt>
                <c:pt idx="87">
                  <c:v>0.0113525390625</c:v>
                </c:pt>
                <c:pt idx="88">
                  <c:v>0.014119466766715</c:v>
                </c:pt>
                <c:pt idx="89">
                  <c:v>0.0128173828125</c:v>
                </c:pt>
                <c:pt idx="90">
                  <c:v>0.0216064453125</c:v>
                </c:pt>
                <c:pt idx="91">
                  <c:v>0.021809896454215</c:v>
                </c:pt>
                <c:pt idx="92">
                  <c:v>0.010498046875</c:v>
                </c:pt>
                <c:pt idx="93">
                  <c:v>0.011067708954215</c:v>
                </c:pt>
                <c:pt idx="94">
                  <c:v>0.0130615234375</c:v>
                </c:pt>
                <c:pt idx="95">
                  <c:v>0.0124918622896075</c:v>
                </c:pt>
                <c:pt idx="96">
                  <c:v>0.00846354197710752</c:v>
                </c:pt>
                <c:pt idx="97">
                  <c:v>0.0107828779146075</c:v>
                </c:pt>
                <c:pt idx="98">
                  <c:v>0.007080078125</c:v>
                </c:pt>
                <c:pt idx="99">
                  <c:v>0.00459798192605376</c:v>
                </c:pt>
                <c:pt idx="100">
                  <c:v>0.0089111328125</c:v>
                </c:pt>
                <c:pt idx="101">
                  <c:v>0.0107421875</c:v>
                </c:pt>
                <c:pt idx="102">
                  <c:v>0.0144449872896075</c:v>
                </c:pt>
                <c:pt idx="103">
                  <c:v>0.0111490888521075</c:v>
                </c:pt>
                <c:pt idx="104">
                  <c:v>0.00496419286355376</c:v>
                </c:pt>
                <c:pt idx="105">
                  <c:v>0.015706380829215</c:v>
                </c:pt>
                <c:pt idx="106">
                  <c:v>0.0035400390625</c:v>
                </c:pt>
                <c:pt idx="107">
                  <c:v>0.00606282567605376</c:v>
                </c:pt>
                <c:pt idx="108">
                  <c:v>0.00679524755105376</c:v>
                </c:pt>
                <c:pt idx="109">
                  <c:v>0.002685546875</c:v>
                </c:pt>
                <c:pt idx="110">
                  <c:v>0.00504557322710752</c:v>
                </c:pt>
                <c:pt idx="111">
                  <c:v>0.00374348973855376</c:v>
                </c:pt>
                <c:pt idx="112">
                  <c:v>0.0023193359375</c:v>
                </c:pt>
                <c:pt idx="113">
                  <c:v>0.00130208337213844</c:v>
                </c:pt>
                <c:pt idx="114">
                  <c:v>8.13802107586525E-05</c:v>
                </c:pt>
                <c:pt idx="115">
                  <c:v>0.0003662109375</c:v>
                </c:pt>
                <c:pt idx="116">
                  <c:v>0</c:v>
                </c:pt>
                <c:pt idx="117">
                  <c:v>0</c:v>
                </c:pt>
                <c:pt idx="118">
                  <c:v>0</c:v>
                </c:pt>
                <c:pt idx="119">
                  <c:v>0</c:v>
                </c:pt>
              </c:numCache>
            </c:numRef>
          </c:yVal>
          <c:smooth val="0"/>
        </c:ser>
        <c:ser>
          <c:idx val="5"/>
          <c:order val="5"/>
          <c:tx>
            <c:v>Five-run mean</c:v>
          </c:tx>
          <c:spPr>
            <a:ln xmlns:a="http://schemas.openxmlformats.org/drawingml/2006/main" w="26670">
              <a:solidFill>
                <a:srgbClr val="137B73"/>
              </a:solidFill>
            </a:ln>
          </c:spPr>
          <c:marker>
            <c:symbol val="none"/>
          </c:marker>
          <c:xVal>
            <c:numRef>
              <c:f>'Chart Data'!$K$2:$K$121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Data'!$L$2:$L$121</c:f>
              <c:numCache>
                <c:formatCode>0.00</c:formatCode>
                <c:ptCount val="120"/>
                <c:pt idx="0">
                  <c:v>0.118237307667732</c:v>
                </c:pt>
                <c:pt idx="1">
                  <c:v>0.107316082715988</c:v>
                </c:pt>
                <c:pt idx="2">
                  <c:v>0.0949625685811043</c:v>
                </c:pt>
                <c:pt idx="3">
                  <c:v>0.0880126982927322</c:v>
                </c:pt>
                <c:pt idx="4">
                  <c:v>0.0829833999276161</c:v>
                </c:pt>
                <c:pt idx="5">
                  <c:v>0.0823649123311043</c:v>
                </c:pt>
                <c:pt idx="6">
                  <c:v>0.0718261748552322</c:v>
                </c:pt>
                <c:pt idx="7">
                  <c:v>0.0725097686052322</c:v>
                </c:pt>
                <c:pt idx="8">
                  <c:v>0.0616210967302322</c:v>
                </c:pt>
                <c:pt idx="9">
                  <c:v>0.0512532569468021</c:v>
                </c:pt>
                <c:pt idx="10">
                  <c:v>0.0472981780767441</c:v>
                </c:pt>
                <c:pt idx="11">
                  <c:v>0.046419271081686</c:v>
                </c:pt>
                <c:pt idx="12">
                  <c:v>0.0472656264901161</c:v>
                </c:pt>
                <c:pt idx="13">
                  <c:v>0.0476236991584301</c:v>
                </c:pt>
                <c:pt idx="14">
                  <c:v>0.0483723975718021</c:v>
                </c:pt>
                <c:pt idx="15">
                  <c:v>0.0497721366584301</c:v>
                </c:pt>
                <c:pt idx="16">
                  <c:v>0.0462890647351742</c:v>
                </c:pt>
                <c:pt idx="17">
                  <c:v>0.0471923843026161</c:v>
                </c:pt>
                <c:pt idx="18">
                  <c:v>0.045784505456686</c:v>
                </c:pt>
                <c:pt idx="19">
                  <c:v>0.0433024108409882</c:v>
                </c:pt>
                <c:pt idx="20">
                  <c:v>0.0442708350718021</c:v>
                </c:pt>
                <c:pt idx="21">
                  <c:v>0.0455240897834301</c:v>
                </c:pt>
                <c:pt idx="22">
                  <c:v>0.0378092460334301</c:v>
                </c:pt>
                <c:pt idx="23">
                  <c:v>0.0367919929325581</c:v>
                </c:pt>
                <c:pt idx="24">
                  <c:v>0.043562826141715</c:v>
                </c:pt>
                <c:pt idx="25">
                  <c:v>0.0429443366825581</c:v>
                </c:pt>
                <c:pt idx="26">
                  <c:v>0.0420491546392441</c:v>
                </c:pt>
                <c:pt idx="27">
                  <c:v>0.037589518725872</c:v>
                </c:pt>
                <c:pt idx="28">
                  <c:v>0.0347249355167151</c:v>
                </c:pt>
                <c:pt idx="29">
                  <c:v>0.0345214858651161</c:v>
                </c:pt>
                <c:pt idx="30">
                  <c:v>0.0321044933050871</c:v>
                </c:pt>
                <c:pt idx="31">
                  <c:v>0.0384033218026161</c:v>
                </c:pt>
                <c:pt idx="32">
                  <c:v>0.037654622644186</c:v>
                </c:pt>
                <c:pt idx="33">
                  <c:v>0.0331787124276161</c:v>
                </c:pt>
                <c:pt idx="34">
                  <c:v>0.0307698573917151</c:v>
                </c:pt>
                <c:pt idx="35">
                  <c:v>0.033984375372529</c:v>
                </c:pt>
                <c:pt idx="36">
                  <c:v>0.0327636733651161</c:v>
                </c:pt>
                <c:pt idx="37">
                  <c:v>0.0348307300359011</c:v>
                </c:pt>
                <c:pt idx="38">
                  <c:v>0.0341308601200581</c:v>
                </c:pt>
                <c:pt idx="39">
                  <c:v>0.0335530608892441</c:v>
                </c:pt>
                <c:pt idx="40">
                  <c:v>0.0319986991584301</c:v>
                </c:pt>
                <c:pt idx="41">
                  <c:v>0.0323323581367731</c:v>
                </c:pt>
                <c:pt idx="42">
                  <c:v>0.0334960944950581</c:v>
                </c:pt>
                <c:pt idx="43">
                  <c:v>0.033471680060029</c:v>
                </c:pt>
                <c:pt idx="44">
                  <c:v>0.0277994800359011</c:v>
                </c:pt>
                <c:pt idx="45">
                  <c:v>0.032560221850872</c:v>
                </c:pt>
                <c:pt idx="46">
                  <c:v>0.0309733081609011</c:v>
                </c:pt>
                <c:pt idx="47">
                  <c:v>0.0279947925359011</c:v>
                </c:pt>
                <c:pt idx="48">
                  <c:v>0.0272460944950581</c:v>
                </c:pt>
                <c:pt idx="49">
                  <c:v>0.0296142585575581</c:v>
                </c:pt>
                <c:pt idx="50">
                  <c:v>0.027612305060029</c:v>
                </c:pt>
                <c:pt idx="51">
                  <c:v>0.027669271454215</c:v>
                </c:pt>
                <c:pt idx="52">
                  <c:v>0.0289957690984011</c:v>
                </c:pt>
                <c:pt idx="53">
                  <c:v>0.027042643353343</c:v>
                </c:pt>
                <c:pt idx="54">
                  <c:v>0.023844401538372</c:v>
                </c:pt>
                <c:pt idx="55">
                  <c:v>0.028588867560029</c:v>
                </c:pt>
                <c:pt idx="56">
                  <c:v>0.026114909350872</c:v>
                </c:pt>
                <c:pt idx="57">
                  <c:v>0.023225912079215</c:v>
                </c:pt>
                <c:pt idx="58">
                  <c:v>0.026798503100872</c:v>
                </c:pt>
                <c:pt idx="59">
                  <c:v>0.0249267589300871</c:v>
                </c:pt>
                <c:pt idx="60">
                  <c:v>0.0274902351200581</c:v>
                </c:pt>
                <c:pt idx="61">
                  <c:v>0.025260417163372</c:v>
                </c:pt>
                <c:pt idx="62">
                  <c:v>0.025667318329215</c:v>
                </c:pt>
                <c:pt idx="63">
                  <c:v>0.0247314460575581</c:v>
                </c:pt>
                <c:pt idx="64">
                  <c:v>0.024861654266715</c:v>
                </c:pt>
                <c:pt idx="65">
                  <c:v>0.0231689453125</c:v>
                </c:pt>
                <c:pt idx="66">
                  <c:v>0.023624674975872</c:v>
                </c:pt>
                <c:pt idx="67">
                  <c:v>0.0237548835575581</c:v>
                </c:pt>
                <c:pt idx="68">
                  <c:v>0.0219401048496366</c:v>
                </c:pt>
                <c:pt idx="69">
                  <c:v>0.0208984380587935</c:v>
                </c:pt>
                <c:pt idx="70">
                  <c:v>0.0216796882450581</c:v>
                </c:pt>
                <c:pt idx="71">
                  <c:v>0.0227132169529796</c:v>
                </c:pt>
                <c:pt idx="72">
                  <c:v>0.0198486329987645</c:v>
                </c:pt>
                <c:pt idx="73">
                  <c:v>0.0187011728063226</c:v>
                </c:pt>
                <c:pt idx="74">
                  <c:v>0.0207275398075581</c:v>
                </c:pt>
                <c:pt idx="75">
                  <c:v>0.0171142583712935</c:v>
                </c:pt>
                <c:pt idx="76">
                  <c:v>0.017561849579215</c:v>
                </c:pt>
                <c:pt idx="77">
                  <c:v>0.020011393725872</c:v>
                </c:pt>
                <c:pt idx="78">
                  <c:v>0.0198242194950581</c:v>
                </c:pt>
                <c:pt idx="79">
                  <c:v>0.0186197919771075</c:v>
                </c:pt>
                <c:pt idx="80">
                  <c:v>0.017236328497529</c:v>
                </c:pt>
                <c:pt idx="81">
                  <c:v>0.0178304042667151</c:v>
                </c:pt>
                <c:pt idx="82">
                  <c:v>0.014713542163372</c:v>
                </c:pt>
                <c:pt idx="83">
                  <c:v>0.0148193366825581</c:v>
                </c:pt>
                <c:pt idx="84">
                  <c:v>0.014501953497529</c:v>
                </c:pt>
                <c:pt idx="85">
                  <c:v>0.014729817956686</c:v>
                </c:pt>
                <c:pt idx="86">
                  <c:v>0.0109781904146075</c:v>
                </c:pt>
                <c:pt idx="87">
                  <c:v>0.0124593104235828</c:v>
                </c:pt>
                <c:pt idx="88">
                  <c:v>0.012394206225872</c:v>
                </c:pt>
                <c:pt idx="89">
                  <c:v>0.015185547247529</c:v>
                </c:pt>
                <c:pt idx="90">
                  <c:v>0.0142496747896075</c:v>
                </c:pt>
                <c:pt idx="91">
                  <c:v>0.0133219404146075</c:v>
                </c:pt>
                <c:pt idx="92">
                  <c:v>0.01103515625</c:v>
                </c:pt>
                <c:pt idx="93">
                  <c:v>0.010449219122529</c:v>
                </c:pt>
                <c:pt idx="94">
                  <c:v>0.014347330853343</c:v>
                </c:pt>
                <c:pt idx="95">
                  <c:v>0.011653646081686</c:v>
                </c:pt>
                <c:pt idx="96">
                  <c:v>0.00854492224752903</c:v>
                </c:pt>
                <c:pt idx="97">
                  <c:v>0.0102132164873183</c:v>
                </c:pt>
                <c:pt idx="98">
                  <c:v>0.0092936200555414</c:v>
                </c:pt>
                <c:pt idx="99">
                  <c:v>0.0101806643418968</c:v>
                </c:pt>
                <c:pt idx="100">
                  <c:v>0.00987955736927688</c:v>
                </c:pt>
                <c:pt idx="101">
                  <c:v>0.00754394549876451</c:v>
                </c:pt>
                <c:pt idx="102">
                  <c:v>0.0104003909509629</c:v>
                </c:pt>
                <c:pt idx="103">
                  <c:v>0.010009765997529</c:v>
                </c:pt>
                <c:pt idx="104">
                  <c:v>0.00781250027939677</c:v>
                </c:pt>
                <c:pt idx="105">
                  <c:v>0.00974934939295053</c:v>
                </c:pt>
                <c:pt idx="106">
                  <c:v>0.00494791679084301</c:v>
                </c:pt>
                <c:pt idx="107">
                  <c:v>0.00528971364255995</c:v>
                </c:pt>
                <c:pt idx="108">
                  <c:v>0.00614420585334301</c:v>
                </c:pt>
                <c:pt idx="109">
                  <c:v>0.00373535170219839</c:v>
                </c:pt>
                <c:pt idx="110">
                  <c:v>0.00526529960334301</c:v>
                </c:pt>
                <c:pt idx="111">
                  <c:v>0.00295410162507324</c:v>
                </c:pt>
                <c:pt idx="112">
                  <c:v>0.00385742201469839</c:v>
                </c:pt>
                <c:pt idx="113">
                  <c:v>0.00299479176755995</c:v>
                </c:pt>
                <c:pt idx="114">
                  <c:v>0.00022786458794144</c:v>
                </c:pt>
                <c:pt idx="115">
                  <c:v>0.00111490888521075</c:v>
                </c:pt>
                <c:pt idx="116">
                  <c:v>1.62760421517305E-05</c:v>
                </c:pt>
                <c:pt idx="117">
                  <c:v>4.06901053793263E-05</c:v>
                </c:pt>
                <c:pt idx="118">
                  <c:v>0</c:v>
                </c:pt>
                <c:pt idx="119">
                  <c:v>0</c:v>
                </c:pt>
              </c:numCache>
            </c:numRef>
          </c:yVal>
          <c:smooth val="0"/>
        </c:ser>
        <c:ser>
          <c:idx val="6"/>
          <c:order val="6"/>
          <c:tx>
            <c:v>Mean - sample SD</c:v>
          </c:tx>
          <c:spPr>
            <a:ln xmlns:a="http://schemas.openxmlformats.org/drawingml/2006/main" w="12383">
              <a:solidFill>
                <a:srgbClr val="69A49D"/>
              </a:solidFill>
              <a:prstDash val="dash"/>
            </a:ln>
          </c:spPr>
          <c:marker>
            <c:symbol val="none"/>
          </c:marker>
          <c:xVal>
            <c:numRef>
              <c:f>'Chart Data'!$M$2:$M$121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Data'!$N$2:$N$121</c:f>
              <c:numCache>
                <c:formatCode>0.00</c:formatCode>
                <c:ptCount val="120"/>
                <c:pt idx="0">
                  <c:v>0.0939525359362878</c:v>
                </c:pt>
                <c:pt idx="1">
                  <c:v>0.0962703278783384</c:v>
                </c:pt>
                <c:pt idx="2">
                  <c:v>0.0825202618244667</c:v>
                </c:pt>
                <c:pt idx="3">
                  <c:v>0.077011797404603</c:v>
                </c:pt>
                <c:pt idx="4">
                  <c:v>0.0712137334472843</c:v>
                </c:pt>
                <c:pt idx="5">
                  <c:v>0.0763088233808627</c:v>
                </c:pt>
                <c:pt idx="6">
                  <c:v>0.0666268794945003</c:v>
                </c:pt>
                <c:pt idx="7">
                  <c:v>0.0521330636986056</c:v>
                </c:pt>
                <c:pt idx="8">
                  <c:v>0.0495476614083064</c:v>
                </c:pt>
                <c:pt idx="9">
                  <c:v>0.0400366310328803</c:v>
                </c:pt>
                <c:pt idx="10">
                  <c:v>0.04250929569626</c:v>
                </c:pt>
                <c:pt idx="11">
                  <c:v>0.0378874182986764</c:v>
                </c:pt>
                <c:pt idx="12">
                  <c:v>0.0367333493615723</c:v>
                </c:pt>
                <c:pt idx="13">
                  <c:v>0.0418623058266382</c:v>
                </c:pt>
                <c:pt idx="14">
                  <c:v>0.0436863709445056</c:v>
                </c:pt>
                <c:pt idx="15">
                  <c:v>0.0425770385965276</c:v>
                </c:pt>
                <c:pt idx="16">
                  <c:v>0.0352302387133892</c:v>
                </c:pt>
                <c:pt idx="17">
                  <c:v>0.0403373148204735</c:v>
                </c:pt>
                <c:pt idx="18">
                  <c:v>0.0378449078034962</c:v>
                </c:pt>
                <c:pt idx="19">
                  <c:v>0.0355984082659079</c:v>
                </c:pt>
                <c:pt idx="20">
                  <c:v>0.0342324122315894</c:v>
                </c:pt>
                <c:pt idx="21">
                  <c:v>0.0370166753576813</c:v>
                </c:pt>
                <c:pt idx="22">
                  <c:v>0.0343628873038576</c:v>
                </c:pt>
                <c:pt idx="23">
                  <c:v>0.0335358431542703</c:v>
                </c:pt>
                <c:pt idx="24">
                  <c:v>0.034730654859571</c:v>
                </c:pt>
                <c:pt idx="25">
                  <c:v>0.0341559059501109</c:v>
                </c:pt>
                <c:pt idx="26">
                  <c:v>0.0320584455426846</c:v>
                </c:pt>
                <c:pt idx="27">
                  <c:v>0.0307747223418819</c:v>
                </c:pt>
                <c:pt idx="28">
                  <c:v>0.024203509906306</c:v>
                </c:pt>
                <c:pt idx="29">
                  <c:v>0.0269898256958871</c:v>
                </c:pt>
                <c:pt idx="30">
                  <c:v>0.0221275314033951</c:v>
                </c:pt>
                <c:pt idx="31">
                  <c:v>0.0283812656761118</c:v>
                </c:pt>
                <c:pt idx="32">
                  <c:v>0.0285572402983163</c:v>
                </c:pt>
                <c:pt idx="33">
                  <c:v>0.025009287834212</c:v>
                </c:pt>
                <c:pt idx="34">
                  <c:v>0.0251429582917068</c:v>
                </c:pt>
                <c:pt idx="35">
                  <c:v>0.0279906663457498</c:v>
                </c:pt>
                <c:pt idx="36">
                  <c:v>0.0276899248164949</c:v>
                </c:pt>
                <c:pt idx="37">
                  <c:v>0.0263138038899362</c:v>
                </c:pt>
                <c:pt idx="38">
                  <c:v>0.0251081375483668</c:v>
                </c:pt>
                <c:pt idx="39">
                  <c:v>0.0278949703956572</c:v>
                </c:pt>
                <c:pt idx="40">
                  <c:v>0.0239016433148011</c:v>
                </c:pt>
                <c:pt idx="41">
                  <c:v>0.0235821593004753</c:v>
                </c:pt>
                <c:pt idx="42">
                  <c:v>0.0223410894955616</c:v>
                </c:pt>
                <c:pt idx="43">
                  <c:v>0.0272936411292861</c:v>
                </c:pt>
                <c:pt idx="44">
                  <c:v>0.0192755874098614</c:v>
                </c:pt>
                <c:pt idx="45">
                  <c:v>0.0242607172397661</c:v>
                </c:pt>
                <c:pt idx="46">
                  <c:v>0.0216414965243491</c:v>
                </c:pt>
                <c:pt idx="47">
                  <c:v>0.0191062161616064</c:v>
                </c:pt>
                <c:pt idx="48">
                  <c:v>0.0176712616062783</c:v>
                </c:pt>
                <c:pt idx="49">
                  <c:v>0.019393936048357</c:v>
                </c:pt>
                <c:pt idx="50">
                  <c:v>0.0189558448361364</c:v>
                </c:pt>
                <c:pt idx="51">
                  <c:v>0.020239398642037</c:v>
                </c:pt>
                <c:pt idx="52">
                  <c:v>0.0219944337188772</c:v>
                </c:pt>
                <c:pt idx="53">
                  <c:v>0.0187798667854293</c:v>
                </c:pt>
                <c:pt idx="54">
                  <c:v>0.0184357546108913</c:v>
                </c:pt>
                <c:pt idx="55">
                  <c:v>0.0205929463785274</c:v>
                </c:pt>
                <c:pt idx="56">
                  <c:v>0.0184886137537252</c:v>
                </c:pt>
                <c:pt idx="57">
                  <c:v>0.019136870218107</c:v>
                </c:pt>
                <c:pt idx="58">
                  <c:v>0.017498806413484</c:v>
                </c:pt>
                <c:pt idx="59">
                  <c:v>0.0211717215013155</c:v>
                </c:pt>
                <c:pt idx="60">
                  <c:v>0.0242394039344363</c:v>
                </c:pt>
                <c:pt idx="61">
                  <c:v>0.0203963413182448</c:v>
                </c:pt>
                <c:pt idx="62">
                  <c:v>0.0193864352214078</c:v>
                </c:pt>
                <c:pt idx="63">
                  <c:v>0.0201351392133521</c:v>
                </c:pt>
                <c:pt idx="64">
                  <c:v>0.0207875604395188</c:v>
                </c:pt>
                <c:pt idx="65">
                  <c:v>0.0197396601954261</c:v>
                </c:pt>
                <c:pt idx="66">
                  <c:v>0.0159737669194748</c:v>
                </c:pt>
                <c:pt idx="67">
                  <c:v>0.0140526861230339</c:v>
                </c:pt>
                <c:pt idx="68">
                  <c:v>0.0133993791834997</c:v>
                </c:pt>
                <c:pt idx="69">
                  <c:v>0.01526380598082</c:v>
                </c:pt>
                <c:pt idx="70">
                  <c:v>0.0182528421120468</c:v>
                </c:pt>
                <c:pt idx="71">
                  <c:v>0.0152018188834091</c:v>
                </c:pt>
                <c:pt idx="72">
                  <c:v>0.0143308539255992</c:v>
                </c:pt>
                <c:pt idx="73">
                  <c:v>0.0115597056077381</c:v>
                </c:pt>
                <c:pt idx="74">
                  <c:v>0.0155678644460174</c:v>
                </c:pt>
                <c:pt idx="75">
                  <c:v>0.0137003365313157</c:v>
                </c:pt>
                <c:pt idx="76">
                  <c:v>0.0133060262850584</c:v>
                </c:pt>
                <c:pt idx="77">
                  <c:v>0.015316012937246</c:v>
                </c:pt>
                <c:pt idx="78">
                  <c:v>0.0163961662910216</c:v>
                </c:pt>
                <c:pt idx="79">
                  <c:v>0.0123279648644859</c:v>
                </c:pt>
                <c:pt idx="80">
                  <c:v>0.0160938850741064</c:v>
                </c:pt>
                <c:pt idx="81">
                  <c:v>0.0118112661804635</c:v>
                </c:pt>
                <c:pt idx="82">
                  <c:v>0.0112945317285223</c:v>
                </c:pt>
                <c:pt idx="83">
                  <c:v>0.0111629505631342</c:v>
                </c:pt>
                <c:pt idx="84">
                  <c:v>0.012637831705577</c:v>
                </c:pt>
                <c:pt idx="85">
                  <c:v>0.0100848149340739</c:v>
                </c:pt>
                <c:pt idx="86">
                  <c:v>0.00701529988300849</c:v>
                </c:pt>
                <c:pt idx="87">
                  <c:v>0.0053412511211989</c:v>
                </c:pt>
                <c:pt idx="88">
                  <c:v>0.00810679333382917</c:v>
                </c:pt>
                <c:pt idx="89">
                  <c:v>0.010081865751583</c:v>
                </c:pt>
                <c:pt idx="90">
                  <c:v>0.00963341895408432</c:v>
                </c:pt>
                <c:pt idx="91">
                  <c:v>0.00756651250595036</c:v>
                </c:pt>
                <c:pt idx="92">
                  <c:v>0.00950415897508661</c:v>
                </c:pt>
                <c:pt idx="93">
                  <c:v>0.00918212889980594</c:v>
                </c:pt>
                <c:pt idx="94">
                  <c:v>0.010442183138589</c:v>
                </c:pt>
                <c:pt idx="95">
                  <c:v>0.00864620961698179</c:v>
                </c:pt>
                <c:pt idx="96">
                  <c:v>0.00538219876028589</c:v>
                </c:pt>
                <c:pt idx="97">
                  <c:v>0.00680094404199975</c:v>
                </c:pt>
                <c:pt idx="98">
                  <c:v>0.00533970154960524</c:v>
                </c:pt>
                <c:pt idx="99">
                  <c:v>0.00328261760755598</c:v>
                </c:pt>
                <c:pt idx="100">
                  <c:v>0.00522784020295226</c:v>
                </c:pt>
                <c:pt idx="101">
                  <c:v>0.00372865410305466</c:v>
                </c:pt>
                <c:pt idx="102">
                  <c:v>0.00322907880725074</c:v>
                </c:pt>
                <c:pt idx="103">
                  <c:v>0.00545865422351728</c:v>
                </c:pt>
                <c:pt idx="104">
                  <c:v>0.00371157138189068</c:v>
                </c:pt>
                <c:pt idx="105">
                  <c:v>0.00544574799677274</c:v>
                </c:pt>
                <c:pt idx="106">
                  <c:v>0.00167968828156894</c:v>
                </c:pt>
                <c:pt idx="107">
                  <c:v>0.000679415339388143</c:v>
                </c:pt>
                <c:pt idx="108">
                  <c:v>0.00295645369492663</c:v>
                </c:pt>
                <c:pt idx="109">
                  <c:v>0.000690056676254184</c:v>
                </c:pt>
                <c:pt idx="110">
                  <c:v>0.00259635743926335</c:v>
                </c:pt>
                <c:pt idx="111">
                  <c:v>0.00126176500542993</c:v>
                </c:pt>
                <c:pt idx="112">
                  <c:v>0.00178354340970526</c:v>
                </c:pt>
                <c:pt idx="113">
                  <c:v>-0.000585313254164405</c:v>
                </c:pt>
                <c:pt idx="114">
                  <c:v>7.13266308750682E-05</c:v>
                </c:pt>
                <c:pt idx="115">
                  <c:v>9.90406468319837E-05</c:v>
                </c:pt>
                <c:pt idx="116">
                  <c:v>-2.01182945041908E-05</c:v>
                </c:pt>
                <c:pt idx="117">
                  <c:v>-2.97872245029985E-05</c:v>
                </c:pt>
                <c:pt idx="118">
                  <c:v>0</c:v>
                </c:pt>
                <c:pt idx="119">
                  <c:v>0</c:v>
                </c:pt>
              </c:numCache>
            </c:numRef>
          </c:yVal>
          <c:smooth val="0"/>
        </c:ser>
        <c:ser>
          <c:idx val="7"/>
          <c:order val="7"/>
          <c:tx>
            <c:v>Mean + sample SD</c:v>
          </c:tx>
          <c:spPr>
            <a:ln xmlns:a="http://schemas.openxmlformats.org/drawingml/2006/main" w="12383">
              <a:solidFill>
                <a:srgbClr val="69A49D"/>
              </a:solidFill>
              <a:prstDash val="dash"/>
            </a:ln>
          </c:spPr>
          <c:marker>
            <c:symbol val="none"/>
          </c:marker>
          <c:xVal>
            <c:numRef>
              <c:f>'Chart Data'!$O$2:$O$121</c:f>
              <c:numCache>
                <c:formatCode>General</c:formatCode>
                <c:ptCount val="120"/>
                <c:pt idx="0">
                  <c:v>25</c:v>
                </c:pt>
                <c:pt idx="1">
                  <c:v>50</c:v>
                </c:pt>
                <c:pt idx="2">
                  <c:v>75</c:v>
                </c:pt>
                <c:pt idx="3">
                  <c:v>100</c:v>
                </c:pt>
                <c:pt idx="4">
                  <c:v>125</c:v>
                </c:pt>
                <c:pt idx="5">
                  <c:v>150</c:v>
                </c:pt>
                <c:pt idx="6">
                  <c:v>175</c:v>
                </c:pt>
                <c:pt idx="7">
                  <c:v>200</c:v>
                </c:pt>
                <c:pt idx="8">
                  <c:v>225</c:v>
                </c:pt>
                <c:pt idx="9">
                  <c:v>250</c:v>
                </c:pt>
                <c:pt idx="10">
                  <c:v>275</c:v>
                </c:pt>
                <c:pt idx="11">
                  <c:v>300</c:v>
                </c:pt>
                <c:pt idx="12">
                  <c:v>325</c:v>
                </c:pt>
                <c:pt idx="13">
                  <c:v>350</c:v>
                </c:pt>
                <c:pt idx="14">
                  <c:v>375</c:v>
                </c:pt>
                <c:pt idx="15">
                  <c:v>400</c:v>
                </c:pt>
                <c:pt idx="16">
                  <c:v>425</c:v>
                </c:pt>
                <c:pt idx="17">
                  <c:v>450</c:v>
                </c:pt>
                <c:pt idx="18">
                  <c:v>475</c:v>
                </c:pt>
                <c:pt idx="19">
                  <c:v>500</c:v>
                </c:pt>
                <c:pt idx="20">
                  <c:v>525</c:v>
                </c:pt>
                <c:pt idx="21">
                  <c:v>550</c:v>
                </c:pt>
                <c:pt idx="22">
                  <c:v>575</c:v>
                </c:pt>
                <c:pt idx="23">
                  <c:v>600</c:v>
                </c:pt>
                <c:pt idx="24">
                  <c:v>625</c:v>
                </c:pt>
                <c:pt idx="25">
                  <c:v>650</c:v>
                </c:pt>
                <c:pt idx="26">
                  <c:v>675</c:v>
                </c:pt>
                <c:pt idx="27">
                  <c:v>700</c:v>
                </c:pt>
                <c:pt idx="28">
                  <c:v>725</c:v>
                </c:pt>
                <c:pt idx="29">
                  <c:v>750</c:v>
                </c:pt>
                <c:pt idx="30">
                  <c:v>775</c:v>
                </c:pt>
                <c:pt idx="31">
                  <c:v>800</c:v>
                </c:pt>
                <c:pt idx="32">
                  <c:v>825</c:v>
                </c:pt>
                <c:pt idx="33">
                  <c:v>850</c:v>
                </c:pt>
                <c:pt idx="34">
                  <c:v>875</c:v>
                </c:pt>
                <c:pt idx="35">
                  <c:v>900</c:v>
                </c:pt>
                <c:pt idx="36">
                  <c:v>925</c:v>
                </c:pt>
                <c:pt idx="37">
                  <c:v>950</c:v>
                </c:pt>
                <c:pt idx="38">
                  <c:v>975</c:v>
                </c:pt>
                <c:pt idx="39">
                  <c:v>1000</c:v>
                </c:pt>
                <c:pt idx="40">
                  <c:v>1025</c:v>
                </c:pt>
                <c:pt idx="41">
                  <c:v>1050</c:v>
                </c:pt>
                <c:pt idx="42">
                  <c:v>1075</c:v>
                </c:pt>
                <c:pt idx="43">
                  <c:v>1100</c:v>
                </c:pt>
                <c:pt idx="44">
                  <c:v>1125</c:v>
                </c:pt>
                <c:pt idx="45">
                  <c:v>1150</c:v>
                </c:pt>
                <c:pt idx="46">
                  <c:v>1175</c:v>
                </c:pt>
                <c:pt idx="47">
                  <c:v>1200</c:v>
                </c:pt>
                <c:pt idx="48">
                  <c:v>1225</c:v>
                </c:pt>
                <c:pt idx="49">
                  <c:v>1250</c:v>
                </c:pt>
                <c:pt idx="50">
                  <c:v>1275</c:v>
                </c:pt>
                <c:pt idx="51">
                  <c:v>1300</c:v>
                </c:pt>
                <c:pt idx="52">
                  <c:v>1325</c:v>
                </c:pt>
                <c:pt idx="53">
                  <c:v>1350</c:v>
                </c:pt>
                <c:pt idx="54">
                  <c:v>1375</c:v>
                </c:pt>
                <c:pt idx="55">
                  <c:v>1400</c:v>
                </c:pt>
                <c:pt idx="56">
                  <c:v>1425</c:v>
                </c:pt>
                <c:pt idx="57">
                  <c:v>1450</c:v>
                </c:pt>
                <c:pt idx="58">
                  <c:v>1475</c:v>
                </c:pt>
                <c:pt idx="59">
                  <c:v>1500</c:v>
                </c:pt>
                <c:pt idx="60">
                  <c:v>1525</c:v>
                </c:pt>
                <c:pt idx="61">
                  <c:v>1550</c:v>
                </c:pt>
                <c:pt idx="62">
                  <c:v>1575</c:v>
                </c:pt>
                <c:pt idx="63">
                  <c:v>1600</c:v>
                </c:pt>
                <c:pt idx="64">
                  <c:v>1625</c:v>
                </c:pt>
                <c:pt idx="65">
                  <c:v>1650</c:v>
                </c:pt>
                <c:pt idx="66">
                  <c:v>1675</c:v>
                </c:pt>
                <c:pt idx="67">
                  <c:v>1700</c:v>
                </c:pt>
                <c:pt idx="68">
                  <c:v>1725</c:v>
                </c:pt>
                <c:pt idx="69">
                  <c:v>1750</c:v>
                </c:pt>
                <c:pt idx="70">
                  <c:v>1775</c:v>
                </c:pt>
                <c:pt idx="71">
                  <c:v>1800</c:v>
                </c:pt>
                <c:pt idx="72">
                  <c:v>1825</c:v>
                </c:pt>
                <c:pt idx="73">
                  <c:v>1850</c:v>
                </c:pt>
                <c:pt idx="74">
                  <c:v>1875</c:v>
                </c:pt>
                <c:pt idx="75">
                  <c:v>1900</c:v>
                </c:pt>
                <c:pt idx="76">
                  <c:v>1925</c:v>
                </c:pt>
                <c:pt idx="77">
                  <c:v>1950</c:v>
                </c:pt>
                <c:pt idx="78">
                  <c:v>1975</c:v>
                </c:pt>
                <c:pt idx="79">
                  <c:v>2000</c:v>
                </c:pt>
                <c:pt idx="80">
                  <c:v>2025</c:v>
                </c:pt>
                <c:pt idx="81">
                  <c:v>2050</c:v>
                </c:pt>
                <c:pt idx="82">
                  <c:v>2075</c:v>
                </c:pt>
                <c:pt idx="83">
                  <c:v>2100</c:v>
                </c:pt>
                <c:pt idx="84">
                  <c:v>2125</c:v>
                </c:pt>
                <c:pt idx="85">
                  <c:v>2150</c:v>
                </c:pt>
                <c:pt idx="86">
                  <c:v>2175</c:v>
                </c:pt>
                <c:pt idx="87">
                  <c:v>2200</c:v>
                </c:pt>
                <c:pt idx="88">
                  <c:v>2225</c:v>
                </c:pt>
                <c:pt idx="89">
                  <c:v>2250</c:v>
                </c:pt>
                <c:pt idx="90">
                  <c:v>2275</c:v>
                </c:pt>
                <c:pt idx="91">
                  <c:v>2300</c:v>
                </c:pt>
                <c:pt idx="92">
                  <c:v>2325</c:v>
                </c:pt>
                <c:pt idx="93">
                  <c:v>2350</c:v>
                </c:pt>
                <c:pt idx="94">
                  <c:v>2375</c:v>
                </c:pt>
                <c:pt idx="95">
                  <c:v>2400</c:v>
                </c:pt>
                <c:pt idx="96">
                  <c:v>2425</c:v>
                </c:pt>
                <c:pt idx="97">
                  <c:v>2450</c:v>
                </c:pt>
                <c:pt idx="98">
                  <c:v>2475</c:v>
                </c:pt>
                <c:pt idx="99">
                  <c:v>2500</c:v>
                </c:pt>
                <c:pt idx="100">
                  <c:v>2525</c:v>
                </c:pt>
                <c:pt idx="101">
                  <c:v>2550</c:v>
                </c:pt>
                <c:pt idx="102">
                  <c:v>2575</c:v>
                </c:pt>
                <c:pt idx="103">
                  <c:v>2600</c:v>
                </c:pt>
                <c:pt idx="104">
                  <c:v>2625</c:v>
                </c:pt>
                <c:pt idx="105">
                  <c:v>2650</c:v>
                </c:pt>
                <c:pt idx="106">
                  <c:v>2675</c:v>
                </c:pt>
                <c:pt idx="107">
                  <c:v>2700</c:v>
                </c:pt>
                <c:pt idx="108">
                  <c:v>2725</c:v>
                </c:pt>
                <c:pt idx="109">
                  <c:v>2750</c:v>
                </c:pt>
                <c:pt idx="110">
                  <c:v>2775</c:v>
                </c:pt>
                <c:pt idx="111">
                  <c:v>2800</c:v>
                </c:pt>
                <c:pt idx="112">
                  <c:v>2825</c:v>
                </c:pt>
                <c:pt idx="113">
                  <c:v>2850</c:v>
                </c:pt>
                <c:pt idx="114">
                  <c:v>2875</c:v>
                </c:pt>
                <c:pt idx="115">
                  <c:v>2900</c:v>
                </c:pt>
                <c:pt idx="116">
                  <c:v>2925</c:v>
                </c:pt>
                <c:pt idx="117">
                  <c:v>2950</c:v>
                </c:pt>
                <c:pt idx="118">
                  <c:v>2975</c:v>
                </c:pt>
                <c:pt idx="119">
                  <c:v>3000</c:v>
                </c:pt>
              </c:numCache>
            </c:numRef>
          </c:xVal>
          <c:yVal>
            <c:numRef>
              <c:f>'Chart Data'!$P$2:$P$121</c:f>
              <c:numCache>
                <c:formatCode>0.00</c:formatCode>
                <c:ptCount val="120"/>
                <c:pt idx="0">
                  <c:v>0.142522079399177</c:v>
                </c:pt>
                <c:pt idx="1">
                  <c:v>0.118361837553638</c:v>
                </c:pt>
                <c:pt idx="2">
                  <c:v>0.107404875337742</c:v>
                </c:pt>
                <c:pt idx="3">
                  <c:v>0.0990135991808615</c:v>
                </c:pt>
                <c:pt idx="4">
                  <c:v>0.094753066407948</c:v>
                </c:pt>
                <c:pt idx="5">
                  <c:v>0.0884210012813458</c:v>
                </c:pt>
                <c:pt idx="6">
                  <c:v>0.0770254702159642</c:v>
                </c:pt>
                <c:pt idx="7">
                  <c:v>0.0928864735118589</c:v>
                </c:pt>
                <c:pt idx="8">
                  <c:v>0.0736945320521581</c:v>
                </c:pt>
                <c:pt idx="9">
                  <c:v>0.062469882860724</c:v>
                </c:pt>
                <c:pt idx="10">
                  <c:v>0.0520870604572282</c:v>
                </c:pt>
                <c:pt idx="11">
                  <c:v>0.0549511238646956</c:v>
                </c:pt>
                <c:pt idx="12">
                  <c:v>0.05779790361866</c:v>
                </c:pt>
                <c:pt idx="13">
                  <c:v>0.053385092490222</c:v>
                </c:pt>
                <c:pt idx="14">
                  <c:v>0.0530584241990987</c:v>
                </c:pt>
                <c:pt idx="15">
                  <c:v>0.0569672347203326</c:v>
                </c:pt>
                <c:pt idx="16">
                  <c:v>0.0573478907569592</c:v>
                </c:pt>
                <c:pt idx="17">
                  <c:v>0.0540474537847587</c:v>
                </c:pt>
                <c:pt idx="18">
                  <c:v>0.0537241031098758</c:v>
                </c:pt>
                <c:pt idx="19">
                  <c:v>0.0510064134160684</c:v>
                </c:pt>
                <c:pt idx="20">
                  <c:v>0.0543092579120149</c:v>
                </c:pt>
                <c:pt idx="21">
                  <c:v>0.0540315042091789</c:v>
                </c:pt>
                <c:pt idx="22">
                  <c:v>0.0412556047630026</c:v>
                </c:pt>
                <c:pt idx="23">
                  <c:v>0.0400481427108458</c:v>
                </c:pt>
                <c:pt idx="24">
                  <c:v>0.0523949974238591</c:v>
                </c:pt>
                <c:pt idx="25">
                  <c:v>0.0517327674150052</c:v>
                </c:pt>
                <c:pt idx="26">
                  <c:v>0.0520398637358036</c:v>
                </c:pt>
                <c:pt idx="27">
                  <c:v>0.0444043151098622</c:v>
                </c:pt>
                <c:pt idx="28">
                  <c:v>0.0452463611271241</c:v>
                </c:pt>
                <c:pt idx="29">
                  <c:v>0.0420531460343452</c:v>
                </c:pt>
                <c:pt idx="30">
                  <c:v>0.0420814552067791</c:v>
                </c:pt>
                <c:pt idx="31">
                  <c:v>0.0484253779291204</c:v>
                </c:pt>
                <c:pt idx="32">
                  <c:v>0.0467520049900558</c:v>
                </c:pt>
                <c:pt idx="33">
                  <c:v>0.0413481370210203</c:v>
                </c:pt>
                <c:pt idx="34">
                  <c:v>0.0363967564917233</c:v>
                </c:pt>
                <c:pt idx="35">
                  <c:v>0.0399780843993083</c:v>
                </c:pt>
                <c:pt idx="36">
                  <c:v>0.0378374219137373</c:v>
                </c:pt>
                <c:pt idx="37">
                  <c:v>0.043347656181866</c:v>
                </c:pt>
                <c:pt idx="38">
                  <c:v>0.0431535826917493</c:v>
                </c:pt>
                <c:pt idx="39">
                  <c:v>0.039211151382831</c:v>
                </c:pt>
                <c:pt idx="40">
                  <c:v>0.0400957550020591</c:v>
                </c:pt>
                <c:pt idx="41">
                  <c:v>0.0410825569730709</c:v>
                </c:pt>
                <c:pt idx="42">
                  <c:v>0.0446510994945545</c:v>
                </c:pt>
                <c:pt idx="43">
                  <c:v>0.039649718990772</c:v>
                </c:pt>
                <c:pt idx="44">
                  <c:v>0.0363233726619407</c:v>
                </c:pt>
                <c:pt idx="45">
                  <c:v>0.040859726461978</c:v>
                </c:pt>
                <c:pt idx="46">
                  <c:v>0.040305119797453</c:v>
                </c:pt>
                <c:pt idx="47">
                  <c:v>0.0368833689101957</c:v>
                </c:pt>
                <c:pt idx="48">
                  <c:v>0.0368209273838378</c:v>
                </c:pt>
                <c:pt idx="49">
                  <c:v>0.0398345810667591</c:v>
                </c:pt>
                <c:pt idx="50">
                  <c:v>0.0362687652839216</c:v>
                </c:pt>
                <c:pt idx="51">
                  <c:v>0.0350991442663931</c:v>
                </c:pt>
                <c:pt idx="52">
                  <c:v>0.035997104477925</c:v>
                </c:pt>
                <c:pt idx="53">
                  <c:v>0.0353054199212567</c:v>
                </c:pt>
                <c:pt idx="54">
                  <c:v>0.0292530484658528</c:v>
                </c:pt>
                <c:pt idx="55">
                  <c:v>0.0365847887415307</c:v>
                </c:pt>
                <c:pt idx="56">
                  <c:v>0.0337412049480188</c:v>
                </c:pt>
                <c:pt idx="57">
                  <c:v>0.0273149539403231</c:v>
                </c:pt>
                <c:pt idx="58">
                  <c:v>0.0360981997882601</c:v>
                </c:pt>
                <c:pt idx="59">
                  <c:v>0.0286817963588586</c:v>
                </c:pt>
                <c:pt idx="60">
                  <c:v>0.0307410663056799</c:v>
                </c:pt>
                <c:pt idx="61">
                  <c:v>0.0301244930084992</c:v>
                </c:pt>
                <c:pt idx="62">
                  <c:v>0.0319482014370223</c:v>
                </c:pt>
                <c:pt idx="63">
                  <c:v>0.029327752901764</c:v>
                </c:pt>
                <c:pt idx="64">
                  <c:v>0.0289357480939113</c:v>
                </c:pt>
                <c:pt idx="65">
                  <c:v>0.0265982304295739</c:v>
                </c:pt>
                <c:pt idx="66">
                  <c:v>0.0312755830322692</c:v>
                </c:pt>
                <c:pt idx="67">
                  <c:v>0.0334570809920822</c:v>
                </c:pt>
                <c:pt idx="68">
                  <c:v>0.0304808305157734</c:v>
                </c:pt>
                <c:pt idx="69">
                  <c:v>0.0265330701367671</c:v>
                </c:pt>
                <c:pt idx="70">
                  <c:v>0.0251065343780693</c:v>
                </c:pt>
                <c:pt idx="71">
                  <c:v>0.03022461502255</c:v>
                </c:pt>
                <c:pt idx="72">
                  <c:v>0.0253664120719298</c:v>
                </c:pt>
                <c:pt idx="73">
                  <c:v>0.0258426400049071</c:v>
                </c:pt>
                <c:pt idx="74">
                  <c:v>0.0258872151690987</c:v>
                </c:pt>
                <c:pt idx="75">
                  <c:v>0.0205281802112714</c:v>
                </c:pt>
                <c:pt idx="76">
                  <c:v>0.0218176728733717</c:v>
                </c:pt>
                <c:pt idx="77">
                  <c:v>0.024706774514498</c:v>
                </c:pt>
                <c:pt idx="78">
                  <c:v>0.0232522726990945</c:v>
                </c:pt>
                <c:pt idx="79">
                  <c:v>0.0249116190897292</c:v>
                </c:pt>
                <c:pt idx="80">
                  <c:v>0.0183787719209517</c:v>
                </c:pt>
                <c:pt idx="81">
                  <c:v>0.0238495423529666</c:v>
                </c:pt>
                <c:pt idx="82">
                  <c:v>0.0181325525982218</c:v>
                </c:pt>
                <c:pt idx="83">
                  <c:v>0.0184757228019819</c:v>
                </c:pt>
                <c:pt idx="84">
                  <c:v>0.0163660752894811</c:v>
                </c:pt>
                <c:pt idx="85">
                  <c:v>0.0193748209792982</c:v>
                </c:pt>
                <c:pt idx="86">
                  <c:v>0.0149410809462066</c:v>
                </c:pt>
                <c:pt idx="87">
                  <c:v>0.0195773697259667</c:v>
                </c:pt>
                <c:pt idx="88">
                  <c:v>0.0166816191179149</c:v>
                </c:pt>
                <c:pt idx="89">
                  <c:v>0.0202892287434751</c:v>
                </c:pt>
                <c:pt idx="90">
                  <c:v>0.0188659306251307</c:v>
                </c:pt>
                <c:pt idx="91">
                  <c:v>0.0190773683232647</c:v>
                </c:pt>
                <c:pt idx="92">
                  <c:v>0.0125661535249134</c:v>
                </c:pt>
                <c:pt idx="93">
                  <c:v>0.0117163093452521</c:v>
                </c:pt>
                <c:pt idx="94">
                  <c:v>0.018252478568097</c:v>
                </c:pt>
                <c:pt idx="95">
                  <c:v>0.0146610825463902</c:v>
                </c:pt>
                <c:pt idx="96">
                  <c:v>0.0117076457347722</c:v>
                </c:pt>
                <c:pt idx="97">
                  <c:v>0.0136254889326368</c:v>
                </c:pt>
                <c:pt idx="98">
                  <c:v>0.0132475385614776</c:v>
                </c:pt>
                <c:pt idx="99">
                  <c:v>0.0170787110762376</c:v>
                </c:pt>
                <c:pt idx="100">
                  <c:v>0.0145312745356015</c:v>
                </c:pt>
                <c:pt idx="101">
                  <c:v>0.0113592368944744</c:v>
                </c:pt>
                <c:pt idx="102">
                  <c:v>0.0175717030946751</c:v>
                </c:pt>
                <c:pt idx="103">
                  <c:v>0.0145608777715408</c:v>
                </c:pt>
                <c:pt idx="104">
                  <c:v>0.0119134291769029</c:v>
                </c:pt>
                <c:pt idx="105">
                  <c:v>0.0140529507891283</c:v>
                </c:pt>
                <c:pt idx="106">
                  <c:v>0.00821614530011708</c:v>
                </c:pt>
                <c:pt idx="107">
                  <c:v>0.00990001194573175</c:v>
                </c:pt>
                <c:pt idx="108">
                  <c:v>0.00933195801175939</c:v>
                </c:pt>
                <c:pt idx="109">
                  <c:v>0.00678064672814259</c:v>
                </c:pt>
                <c:pt idx="110">
                  <c:v>0.00793424176742267</c:v>
                </c:pt>
                <c:pt idx="111">
                  <c:v>0.00464643824471654</c:v>
                </c:pt>
                <c:pt idx="112">
                  <c:v>0.00593130061969151</c:v>
                </c:pt>
                <c:pt idx="113">
                  <c:v>0.0065748967892843</c:v>
                </c:pt>
                <c:pt idx="114">
                  <c:v>0.000384402545007811</c:v>
                </c:pt>
                <c:pt idx="115">
                  <c:v>0.00213077712358952</c:v>
                </c:pt>
                <c:pt idx="116">
                  <c:v>5.26703788076519E-05</c:v>
                </c:pt>
                <c:pt idx="117">
                  <c:v>0.000111167435261651</c:v>
                </c:pt>
                <c:pt idx="118">
                  <c:v>0</c:v>
                </c:pt>
                <c:pt idx="119">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Reward variance (score²)</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Sample variance</c:v>
          </c:tx>
          <c:spPr>
            <a:ln xmlns:a="http://schemas.openxmlformats.org/drawingml/2006/main" w="22860">
              <a:solidFill>
                <a:srgbClr val="137B73"/>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0.0000</c:formatCode>
                <c:ptCount val="31"/>
                <c:pt idx="0">
                  <c:v>9.10768808660227E-06</c:v>
                </c:pt>
                <c:pt idx="1">
                  <c:v>0.00073079192595457</c:v>
                </c:pt>
                <c:pt idx="2">
                  <c:v>4.88859646640268E-05</c:v>
                </c:pt>
                <c:pt idx="3">
                  <c:v>0.00015660689293545</c:v>
                </c:pt>
                <c:pt idx="4">
                  <c:v>0.000178137440987163</c:v>
                </c:pt>
                <c:pt idx="5">
                  <c:v>0.000104899564977881</c:v>
                </c:pt>
                <c:pt idx="6">
                  <c:v>0.000114122188637616</c:v>
                </c:pt>
                <c:pt idx="7">
                  <c:v>9.32318804011252E-05</c:v>
                </c:pt>
                <c:pt idx="8">
                  <c:v>7.78176733191228E-05</c:v>
                </c:pt>
                <c:pt idx="9">
                  <c:v>8.42830742745883E-05</c:v>
                </c:pt>
                <c:pt idx="10">
                  <c:v>0.000106174784892272</c:v>
                </c:pt>
                <c:pt idx="11">
                  <c:v>0.000106891917989647</c:v>
                </c:pt>
                <c:pt idx="12">
                  <c:v>9.23414687042481E-05</c:v>
                </c:pt>
                <c:pt idx="13">
                  <c:v>8.9342112794032E-05</c:v>
                </c:pt>
                <c:pt idx="14">
                  <c:v>9.79761107726882E-05</c:v>
                </c:pt>
                <c:pt idx="15">
                  <c:v>8.86114595232574E-05</c:v>
                </c:pt>
                <c:pt idx="16">
                  <c:v>8.5928354842143E-05</c:v>
                </c:pt>
                <c:pt idx="17">
                  <c:v>0.000100266395542379</c:v>
                </c:pt>
                <c:pt idx="18">
                  <c:v>9.25469917428843E-05</c:v>
                </c:pt>
                <c:pt idx="19">
                  <c:v>9.75527261422852E-05</c:v>
                </c:pt>
                <c:pt idx="20">
                  <c:v>0.000100766347204313</c:v>
                </c:pt>
                <c:pt idx="21">
                  <c:v>9.56546294019806E-05</c:v>
                </c:pt>
                <c:pt idx="22">
                  <c:v>9.70306624078009E-05</c:v>
                </c:pt>
                <c:pt idx="23">
                  <c:v>8.80173931882687E-05</c:v>
                </c:pt>
                <c:pt idx="24">
                  <c:v>9.1886878630947E-05</c:v>
                </c:pt>
                <c:pt idx="25">
                  <c:v>0.000100899731453926</c:v>
                </c:pt>
                <c:pt idx="26">
                  <c:v>7.67310993216949E-05</c:v>
                </c:pt>
                <c:pt idx="27">
                  <c:v>8.72695940301667E-05</c:v>
                </c:pt>
                <c:pt idx="28">
                  <c:v>8.1250864281115E-05</c:v>
                </c:pt>
                <c:pt idx="29">
                  <c:v>7.80723151554984E-05</c:v>
                </c:pt>
                <c:pt idx="30">
                  <c:v>7.99059616123718E-05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in val="0"/>
        </c:scaling>
        <c:delete val="0"/>
        <c:axPos val="l"/>
        <c:majorGridlines>
          <c:spPr>
            <a:ln xmlns:a="http://schemas.openxmlformats.org/drawingml/2006/main" w="6668">
              <a:solidFill>
                <a:srgbClr val="D8E5DF"/>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Fairness variance (pp²)</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Sample variance</c:v>
          </c:tx>
          <c:spPr>
            <a:ln xmlns:a="http://schemas.openxmlformats.org/drawingml/2006/main" w="22860">
              <a:solidFill>
                <a:srgbClr val="137B73"/>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0.000</c:formatCode>
                <c:ptCount val="31"/>
                <c:pt idx="0">
                  <c:v>0.00226574816360167</c:v>
                </c:pt>
                <c:pt idx="1">
                  <c:v>0.414340029816866</c:v>
                </c:pt>
                <c:pt idx="2">
                  <c:v>0.0367505378031827</c:v>
                </c:pt>
                <c:pt idx="3">
                  <c:v>0.0822971651179949</c:v>
                </c:pt>
                <c:pt idx="4">
                  <c:v>0.0506293602280234</c:v>
                </c:pt>
                <c:pt idx="5">
                  <c:v>0.0136048703819114</c:v>
                </c:pt>
                <c:pt idx="6">
                  <c:v>0.0282286948790322</c:v>
                </c:pt>
                <c:pt idx="7">
                  <c:v>0.0242699057897827</c:v>
                </c:pt>
                <c:pt idx="8">
                  <c:v>0.0222217351597604</c:v>
                </c:pt>
                <c:pt idx="9">
                  <c:v>0.0317022523760958</c:v>
                </c:pt>
                <c:pt idx="10">
                  <c:v>0.0437681165909287</c:v>
                </c:pt>
                <c:pt idx="11">
                  <c:v>0.0350355711515019</c:v>
                </c:pt>
                <c:pt idx="12">
                  <c:v>0.037543766959963</c:v>
                </c:pt>
                <c:pt idx="13">
                  <c:v>0.0363300165113489</c:v>
                </c:pt>
                <c:pt idx="14">
                  <c:v>0.028283471570454</c:v>
                </c:pt>
                <c:pt idx="15">
                  <c:v>0.0286529809890394</c:v>
                </c:pt>
                <c:pt idx="16">
                  <c:v>0.026957732935849</c:v>
                </c:pt>
                <c:pt idx="17">
                  <c:v>0.0249146712639045</c:v>
                </c:pt>
                <c:pt idx="18">
                  <c:v>0.028552248972087</c:v>
                </c:pt>
                <c:pt idx="19">
                  <c:v>0.0317704054069826</c:v>
                </c:pt>
                <c:pt idx="20">
                  <c:v>0.0334728613288897</c:v>
                </c:pt>
                <c:pt idx="21">
                  <c:v>0.028280132319876</c:v>
                </c:pt>
                <c:pt idx="22">
                  <c:v>0.026821314789681</c:v>
                </c:pt>
                <c:pt idx="23">
                  <c:v>0.0243252554766744</c:v>
                </c:pt>
                <c:pt idx="24">
                  <c:v>0.0211259890376471</c:v>
                </c:pt>
                <c:pt idx="25">
                  <c:v>0.0213719124935025</c:v>
                </c:pt>
                <c:pt idx="26">
                  <c:v>0.013749321058013</c:v>
                </c:pt>
                <c:pt idx="27">
                  <c:v>0.02061020773312</c:v>
                </c:pt>
                <c:pt idx="28">
                  <c:v>0.0158017162652969</c:v>
                </c:pt>
                <c:pt idx="29">
                  <c:v>0.0179011989334517</c:v>
                </c:pt>
                <c:pt idx="30">
                  <c:v>0.015393217781296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in val="0"/>
        </c:scaling>
        <c:delete val="0"/>
        <c:axPos val="l"/>
        <c:majorGridlines>
          <c:spPr>
            <a:ln xmlns:a="http://schemas.openxmlformats.org/drawingml/2006/main" w="6668">
              <a:solidFill>
                <a:srgbClr val="D8E5DF"/>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Utilization variance (pp²)</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scatterChart>
        <c:scatterStyle val="line"/>
        <c:varyColors val="0"/>
        <c:ser>
          <c:idx val="0"/>
          <c:order val="0"/>
          <c:tx>
            <c:v>Sample variance</c:v>
          </c:tx>
          <c:spPr>
            <a:ln xmlns:a="http://schemas.openxmlformats.org/drawingml/2006/main" w="22860">
              <a:solidFill>
                <a:srgbClr val="137B73"/>
              </a:solidFill>
            </a:ln>
          </c:spPr>
          <c:marker>
            <c:symbol val="none"/>
          </c:marker>
          <c:xVal>
            <c:numRef>
              <c:f>'Chart Data'!$A$2:$A$32</c:f>
              <c:numCache>
                <c:formatCode>General</c:formatCode>
                <c:ptCount val="31"/>
                <c:pt idx="0">
                  <c:v>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pt idx="24">
                  <c:v>2400</c:v>
                </c:pt>
                <c:pt idx="25">
                  <c:v>2500</c:v>
                </c:pt>
                <c:pt idx="26">
                  <c:v>2600</c:v>
                </c:pt>
                <c:pt idx="27">
                  <c:v>2700</c:v>
                </c:pt>
                <c:pt idx="28">
                  <c:v>2800</c:v>
                </c:pt>
                <c:pt idx="29">
                  <c:v>2900</c:v>
                </c:pt>
                <c:pt idx="30">
                  <c:v>3000</c:v>
                </c:pt>
              </c:numCache>
            </c:numRef>
          </c:xVal>
          <c:yVal>
            <c:numRef>
              <c:f>'Chart Data'!$B$2:$B$32</c:f>
              <c:numCache>
                <c:formatCode>0.000</c:formatCode>
                <c:ptCount val="31"/>
                <c:pt idx="0">
                  <c:v>7.9625046312536E-05</c:v>
                </c:pt>
                <c:pt idx="1">
                  <c:v>0.0116440293104201</c:v>
                </c:pt>
                <c:pt idx="2">
                  <c:v>0.00223964526987924</c:v>
                </c:pt>
                <c:pt idx="3">
                  <c:v>0.00667315799139351</c:v>
                </c:pt>
                <c:pt idx="4">
                  <c:v>0.00684555178460937</c:v>
                </c:pt>
                <c:pt idx="5">
                  <c:v>0.00506061456498394</c:v>
                </c:pt>
                <c:pt idx="6">
                  <c:v>0.0127647273829784</c:v>
                </c:pt>
                <c:pt idx="7">
                  <c:v>0.0107116913186381</c:v>
                </c:pt>
                <c:pt idx="8">
                  <c:v>0.00796247426967452</c:v>
                </c:pt>
                <c:pt idx="9">
                  <c:v>0.0119043286794597</c:v>
                </c:pt>
                <c:pt idx="10">
                  <c:v>0.0168812068178286</c:v>
                </c:pt>
                <c:pt idx="11">
                  <c:v>0.0126630609909812</c:v>
                </c:pt>
                <c:pt idx="12">
                  <c:v>0.0166615832427679</c:v>
                </c:pt>
                <c:pt idx="13">
                  <c:v>0.0129140420588016</c:v>
                </c:pt>
                <c:pt idx="14">
                  <c:v>0.00938349707057651</c:v>
                </c:pt>
                <c:pt idx="15">
                  <c:v>0.0108647708617656</c:v>
                </c:pt>
                <c:pt idx="16">
                  <c:v>0.0120018661889531</c:v>
                </c:pt>
                <c:pt idx="17">
                  <c:v>0.00587417606932487</c:v>
                </c:pt>
                <c:pt idx="18">
                  <c:v>0.00630611522507905</c:v>
                </c:pt>
                <c:pt idx="19">
                  <c:v>0.00610783609574427</c:v>
                </c:pt>
                <c:pt idx="20">
                  <c:v>0.00900161112914843</c:v>
                </c:pt>
                <c:pt idx="21">
                  <c:v>0.00824489533556664</c:v>
                </c:pt>
                <c:pt idx="22">
                  <c:v>0.00710441328303869</c:v>
                </c:pt>
                <c:pt idx="23">
                  <c:v>0.00673161936645449</c:v>
                </c:pt>
                <c:pt idx="24">
                  <c:v>0.00512413486074278</c:v>
                </c:pt>
                <c:pt idx="25">
                  <c:v>0.00414418818198627</c:v>
                </c:pt>
                <c:pt idx="26">
                  <c:v>0.0032428400609934</c:v>
                </c:pt>
                <c:pt idx="27">
                  <c:v>0.00535538511609097</c:v>
                </c:pt>
                <c:pt idx="28">
                  <c:v>0.00412488944647343</c:v>
                </c:pt>
                <c:pt idx="29">
                  <c:v>0.00461879057069587</c:v>
                </c:pt>
                <c:pt idx="30">
                  <c:v>0.00360769562272105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tkinson Hyperlegible"/>
                  <a:ea typeface="Atkinson Hyperlegible"/>
                  <a:cs typeface="Atkinson Hyperlegible"/>
                </a:defRPr>
              </a:pPr>
            </a:p>
          </c:txPr>
          <c:showLegendKey val="0"/>
          <c:showVal val="0"/>
          <c:showCatName val="0"/>
          <c:showSerName val="0"/>
          <c:showPercent val="0"/>
          <c:showBubbleSize val="0"/>
          <c:showLeaderLines val="0"/>
        </c:dLbls>
        <c:axId val="48650112"/>
        <c:axId val="48672768"/>
      </c:scatterChart>
      <c:valAx>
        <c:axId val="48672768"/>
        <c:scaling>
          <c:orientation val="minMax"/>
          <c:min val="0"/>
        </c:scaling>
        <c:delete val="0"/>
        <c:axPos val="l"/>
        <c:majorGridlines>
          <c:spPr>
            <a:ln xmlns:a="http://schemas.openxmlformats.org/drawingml/2006/main" w="6668">
              <a:solidFill>
                <a:srgbClr val="D8E5DF"/>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valAx>
      <c:valAx>
        <c:axId val="48650112"/>
        <c:scaling>
          <c:orientation val="minMax"/>
          <c:max val="3000"/>
          <c:min val="0"/>
        </c:scaling>
        <c:delete val="0"/>
        <c:axPos val="b"/>
        <c:title>
          <c:tx>
            <c:rich>
              <a:bodyPr xmlns:a="http://schemas.openxmlformats.org/drawingml/2006/main"/>
              <a:lstStyle xmlns:a="http://schemas.openxmlformats.org/drawingml/2006/main"/>
              <a:p xmlns:a="http://schemas.openxmlformats.org/drawingml/2006/main">
                <a:r>
                  <a:rPr sz="1200">
                    <a:solidFill>
                      <a:srgbClr val="58787A"/>
                    </a:solidFill>
                    <a:latin typeface="Atkinson Hyperlegible"/>
                    <a:ea typeface="Atkinson Hyperlegible"/>
                    <a:cs typeface="Atkinson Hyperlegible"/>
                  </a:rPr>
                  <a:t>PPO iteration</a:t>
                </a:r>
              </a:p>
            </c:rich>
          </c:tx>
          <c:overlay val="0"/>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title>
        <c:numFmt formatCode="0"/>
        <c:majorTickMark val="none"/>
        <c:minorTickMark val="none"/>
        <c:tickLblPos val="low"/>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majorUnit val="1000"/>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8.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Cell MAE (MW)</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Cell MAE (MW)</c:v>
          </c:tx>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3h mean</c:v>
                </c:pt>
                <c:pt idx="1">
                  <c:v>Persist.</c:v>
                </c:pt>
                <c:pt idx="2">
                  <c:v>Ridge</c:v>
                </c:pt>
              </c:strCache>
            </c:strRef>
          </c:cat>
          <c:val>
            <c:numRef>
              <c:f>'Chart Data'!$B$2:$B$4</c:f>
              <c:numCache>
                <c:formatCode>0.00</c:formatCode>
                <c:ptCount val="3"/>
                <c:pt idx="0">
                  <c:v>2.33847944702674</c:v>
                </c:pt>
                <c:pt idx="1">
                  <c:v>1.34645569771832</c:v>
                </c:pt>
                <c:pt idx="2">
                  <c:v>0.657252323096735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5"/>
          <c:min val="0"/>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19.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System MAE (MW)</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System MAE (MW)</c:v>
          </c:tx>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3h mean</c:v>
                </c:pt>
                <c:pt idx="1">
                  <c:v>Persist.</c:v>
                </c:pt>
                <c:pt idx="2">
                  <c:v>Ridge</c:v>
                </c:pt>
              </c:strCache>
            </c:strRef>
          </c:cat>
          <c:val>
            <c:numRef>
              <c:f>'Chart Data'!$B$2:$B$4</c:f>
              <c:numCache>
                <c:formatCode>0.0</c:formatCode>
                <c:ptCount val="3"/>
                <c:pt idx="0">
                  <c:v>42.7512454238853</c:v>
                </c:pt>
                <c:pt idx="1">
                  <c:v>24.3809123211319</c:v>
                </c:pt>
                <c:pt idx="2">
                  <c:v>9.33759958182892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60"/>
          <c:min val="0"/>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20.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Cell RMSE (MW)</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Cell RMSE (MW)</c:v>
          </c:tx>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3h mean</c:v>
                </c:pt>
                <c:pt idx="1">
                  <c:v>Persist.</c:v>
                </c:pt>
                <c:pt idx="2">
                  <c:v>Ridge</c:v>
                </c:pt>
              </c:strCache>
            </c:strRef>
          </c:cat>
          <c:val>
            <c:numRef>
              <c:f>'Chart Data'!$B$2:$B$4</c:f>
              <c:numCache>
                <c:formatCode>0.00</c:formatCode>
                <c:ptCount val="3"/>
                <c:pt idx="0">
                  <c:v>3.74362871473054</c:v>
                </c:pt>
                <c:pt idx="1">
                  <c:v>2.17755928310265</c:v>
                </c:pt>
                <c:pt idx="2">
                  <c:v>1.1881662033972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5"/>
          <c:min val="0"/>
        </c:scaling>
        <c:delete val="0"/>
        <c:axPos val="l"/>
        <c:majorGridlines>
          <c:spPr>
            <a:ln xmlns:a="http://schemas.openxmlformats.org/drawingml/2006/main" w="6668">
              <a:solidFill>
                <a:srgbClr val="D8E5DF"/>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charts/chart2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3F43"/>
                </a:solidFill>
                <a:latin typeface="Atkinson Hyperlegible"/>
                <a:ea typeface="Atkinson Hyperlegible"/>
                <a:cs typeface="Atkinson Hyperlegible"/>
              </a:rPr>
              <a:t>System RMSE (MW)</a:t>
            </a:r>
          </a:p>
        </c:rich>
      </c:tx>
      <c:overlay val="0"/>
      <c:txPr>
        <a:bodyPr xmlns:a="http://schemas.openxmlformats.org/drawingml/2006/main" anchorCtr="1"/>
        <a:lstStyle xmlns:a="http://schemas.openxmlformats.org/drawingml/2006/main"/>
        <a:p xmlns:a="http://schemas.openxmlformats.org/drawingml/2006/main">
          <a:pPr>
            <a:defRPr sz="1650" b="1">
              <a:solidFill>
                <a:srgbClr val="173F43"/>
              </a:solidFill>
              <a:latin typeface="Atkinson Hyperlegible"/>
              <a:ea typeface="Atkinson Hyperlegible"/>
              <a:cs typeface="Atkinson Hyperlegible"/>
            </a:defRPr>
          </a:pPr>
        </a:p>
      </c:txPr>
    </c:title>
    <c:plotArea>
      <c:barChart>
        <c:barDir val="col"/>
        <c:grouping val="clustered"/>
        <c:varyColors val="0"/>
        <c:ser>
          <c:idx val="0"/>
          <c:order val="0"/>
          <c:tx>
            <c:v>System RMSE (MW)</c:v>
          </c:tx>
          <c:invertIfNegative val="0"/>
          <c:dPt>
            <c:idx val="0"/>
            <c:invertIfNegative val="0"/>
            <c:spPr>
              <a:solidFill xmlns:a="http://schemas.openxmlformats.org/drawingml/2006/main">
                <a:srgbClr val="718789"/>
              </a:solidFill>
            </c:spPr>
          </c:dPt>
          <c:dPt>
            <c:idx val="1"/>
            <c:invertIfNegative val="0"/>
            <c:spPr>
              <a:solidFill xmlns:a="http://schemas.openxmlformats.org/drawingml/2006/main">
                <a:srgbClr val="E77D60"/>
              </a:solidFill>
            </c:spPr>
          </c:dPt>
          <c:dPt>
            <c:idx val="2"/>
            <c:invertIfNegative val="0"/>
            <c:spPr>
              <a:solidFill xmlns:a="http://schemas.openxmlformats.org/drawingml/2006/main">
                <a:srgbClr val="137B73"/>
              </a:solidFill>
            </c:spPr>
          </c:dPt>
          <c:cat>
            <c:strRef>
              <c:f>'Chart Data'!$A$2:$A$4</c:f>
              <c:strCache>
                <c:ptCount val="3"/>
                <c:pt idx="0">
                  <c:v>3h mean</c:v>
                </c:pt>
                <c:pt idx="1">
                  <c:v>Persist.</c:v>
                </c:pt>
                <c:pt idx="2">
                  <c:v>Ridge</c:v>
                </c:pt>
              </c:strCache>
            </c:strRef>
          </c:cat>
          <c:val>
            <c:numRef>
              <c:f>'Chart Data'!$B$2:$B$4</c:f>
              <c:numCache>
                <c:formatCode>0.0</c:formatCode>
                <c:ptCount val="3"/>
                <c:pt idx="0">
                  <c:v>49.9758893027272</c:v>
                </c:pt>
                <c:pt idx="1">
                  <c:v>28.59171742631</c:v>
                </c:pt>
                <c:pt idx="2">
                  <c:v>11.9241532698159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275">
                  <a:solidFill>
                    <a:srgbClr val="173F43"/>
                  </a:solidFill>
                  <a:latin typeface="Atkinson Hyperlegible"/>
                  <a:ea typeface="Atkinson Hyperlegible"/>
                  <a:cs typeface="Atkinson Hyperlegibl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E5DF"/>
            </a:solidFill>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72768"/>
      </c:catAx>
      <c:valAx>
        <c:axId val="48672768"/>
        <c:scaling>
          <c:orientation val="minMax"/>
          <c:max val="60"/>
          <c:min val="0"/>
        </c:scaling>
        <c:delete val="0"/>
        <c:axPos val="l"/>
        <c:majorGridlines>
          <c:spPr>
            <a:ln xmlns:a="http://schemas.openxmlformats.org/drawingml/2006/main" w="6668">
              <a:solidFill>
                <a:srgbClr val="D8E5DF"/>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58787A"/>
                </a:solidFill>
                <a:latin typeface="Atkinson Hyperlegible"/>
                <a:ea typeface="Atkinson Hyperlegible"/>
                <a:cs typeface="Atkinson Hyperlegible"/>
              </a:defRPr>
            </a:pPr>
          </a:p>
        </c:txPr>
        <c:crossAx val="48650112"/>
        <c:crossBetween val="between"/>
      </c:valAx>
      <c:spPr>
        <a:solidFill xmlns:a="http://schemas.openxmlformats.org/drawingml/2006/main">
          <a:srgbClr val="F5F8F5"/>
        </a:solidFill>
        <a:ln xmlns:a="http://schemas.openxmlformats.org/drawingml/2006/main" w="0">
          <a:noFill/>
        </a:ln>
      </c:spPr>
    </c:plotArea>
    <c:plotVisOnly val="1"/>
  </c:chart>
  <c:spPr>
    <a:solidFill xmlns:a="http://schemas.openxmlformats.org/drawingml/2006/main">
      <a:srgbClr val="F5F8F5"/>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F8F3884-7EF9-49A7-A324-174A1866ABFB}"/>
              </a:ext>
            </a:extLst>
          </p:cNvPr>
          <p:cNvPicPr>
            <a:picLocks xmlns:a="http://schemas.openxmlformats.org/drawingml/2006/main" noChangeAspect="1"/>
          </p:cNvPicPr>
          <p:nvPr/>
        </p:nvPicPr>
        <p:blipFill>
          <a:blip xmlns:r="http://schemas.openxmlformats.org/officeDocument/2006/relationships" xmlns:a="http://schemas.openxmlformats.org/drawingml/2006/main" r:embed="R5b83824112134715"/>
          <a:stretch xmlns:a="http://schemas.openxmlformats.org/drawingml/2006/main"/>
        </p:blipFill>
        <p:spPr>
          <a:xfrm xmlns:a="http://schemas.openxmlformats.org/drawingml/2006/main">
            <a:off x="2286000" y="706"/>
            <a:ext cx="7620000" cy="1636889"/>
          </a:xfrm>
          <a:prstGeom xmlns:a="http://schemas.openxmlformats.org/drawingml/2006/main" prst="rect">
            <a:avLst/>
          </a:prstGeom>
        </p:spPr>
      </p:pic>
      <p:sp>
        <p:nvSpPr>
          <p:cNvPr id="2" name="shape-1">
            <a:extLst xmlns:a="http://schemas.openxmlformats.org/drawingml/2006/main">
              <a:ext uri="{FF2B5EF4-FFF2-40B4-BE49-F238E27FC236}">
                <a16:creationId xmlns:a16="http://schemas.microsoft.com/office/drawing/2014/main" id="{5A71125E-48B4-427E-9649-B0A4FD9F72FB}"/>
              </a:ext>
            </a:extLst>
          </p:cNvPr>
          <p:cNvSpPr>
            <a:spLocks xmlns:a="http://schemas.openxmlformats.org/drawingml/2006/main" noGrp="1"/>
          </p:cNvSpPr>
          <p:nvPr/>
        </p:nvSpPr>
        <p:spPr>
          <a:xfrm xmlns:a="http://schemas.openxmlformats.org/drawingml/2006/main">
            <a:off x="762000" y="15716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1">
                <a:solidFill>
                  <a:srgbClr val="173F43"/>
                </a:solidFill>
                <a:latin typeface="Atkinson Hyperlegible"/>
                <a:ea typeface="Atkinson Hyperlegible"/>
                <a:cs typeface="Atkinson Hyperlegible"/>
              </a:defRPr>
            </a:defPPr>
            <a:lvl1pPr algn="ctr">
              <a:defRPr sz="1950" b="1">
                <a:solidFill>
                  <a:srgbClr val="173F43"/>
                </a:solidFill>
                <a:latin typeface="Atkinson Hyperlegible"/>
                <a:ea typeface="Atkinson Hyperlegible"/>
                <a:cs typeface="Atkinson Hyperlegible"/>
              </a:defRPr>
            </a:lvl1pPr>
            <a:lvl2pPr algn="ctr">
              <a:defRPr sz="1950" b="1">
                <a:solidFill>
                  <a:srgbClr val="173F43"/>
                </a:solidFill>
                <a:latin typeface="Atkinson Hyperlegible"/>
                <a:ea typeface="Atkinson Hyperlegible"/>
                <a:cs typeface="Atkinson Hyperlegible"/>
              </a:defRPr>
            </a:lvl2pPr>
            <a:lvl3pPr algn="ctr">
              <a:defRPr sz="1950" b="1">
                <a:solidFill>
                  <a:srgbClr val="173F43"/>
                </a:solidFill>
                <a:latin typeface="Atkinson Hyperlegible"/>
                <a:ea typeface="Atkinson Hyperlegible"/>
                <a:cs typeface="Atkinson Hyperlegible"/>
              </a:defRPr>
            </a:lvl3pPr>
            <a:lvl4pPr algn="ctr">
              <a:defRPr sz="1950" b="1">
                <a:solidFill>
                  <a:srgbClr val="173F43"/>
                </a:solidFill>
                <a:latin typeface="Atkinson Hyperlegible"/>
                <a:ea typeface="Atkinson Hyperlegible"/>
                <a:cs typeface="Atkinson Hyperlegible"/>
              </a:defRPr>
            </a:lvl4pPr>
            <a:lvl5pPr algn="ctr">
              <a:defRPr sz="1950" b="1">
                <a:solidFill>
                  <a:srgbClr val="173F43"/>
                </a:solidFill>
                <a:latin typeface="Atkinson Hyperlegible"/>
                <a:ea typeface="Atkinson Hyperlegible"/>
                <a:cs typeface="Atkinson Hyperlegible"/>
              </a:defRPr>
            </a:lvl5pPr>
            <a:lvl6pPr algn="ctr">
              <a:defRPr sz="1950" b="1">
                <a:solidFill>
                  <a:srgbClr val="173F43"/>
                </a:solidFill>
                <a:latin typeface="Atkinson Hyperlegible"/>
                <a:ea typeface="Atkinson Hyperlegible"/>
                <a:cs typeface="Atkinson Hyperlegible"/>
              </a:defRPr>
            </a:lvl6pPr>
            <a:lvl7pPr algn="ctr">
              <a:defRPr sz="1950" b="1">
                <a:solidFill>
                  <a:srgbClr val="173F43"/>
                </a:solidFill>
                <a:latin typeface="Atkinson Hyperlegible"/>
                <a:ea typeface="Atkinson Hyperlegible"/>
                <a:cs typeface="Atkinson Hyperlegible"/>
              </a:defRPr>
            </a:lvl7pPr>
            <a:lvl8pPr algn="ctr">
              <a:defRPr sz="1950" b="1">
                <a:solidFill>
                  <a:srgbClr val="173F43"/>
                </a:solidFill>
                <a:latin typeface="Atkinson Hyperlegible"/>
                <a:ea typeface="Atkinson Hyperlegible"/>
                <a:cs typeface="Atkinson Hyperlegible"/>
              </a:defRPr>
            </a:lvl8pPr>
            <a:lvl9pPr algn="ctr">
              <a:defRPr sz="1950" b="1">
                <a:solidFill>
                  <a:srgbClr val="173F43"/>
                </a:solidFill>
                <a:latin typeface="Atkinson Hyperlegible"/>
                <a:ea typeface="Atkinson Hyperlegible"/>
                <a:cs typeface="Atkinson Hyperlegible"/>
              </a:defRPr>
            </a:lvl9pPr>
          </a:lstStyle>
          <a:p xmlns:a="http://schemas.openxmlformats.org/drawingml/2006/main">
            <a:pPr algn="ctr">
              <a:defRPr sz="1950" b="1">
                <a:solidFill>
                  <a:srgbClr val="173F43"/>
                </a:solidFill>
                <a:latin typeface="Atkinson Hyperlegible"/>
                <a:ea typeface="Atkinson Hyperlegible"/>
                <a:cs typeface="Atkinson Hyperlegible"/>
              </a:defRPr>
            </a:pPr>
            <a:r>
              <a:rPr sz="1950" b="1">
                <a:solidFill>
                  <a:srgbClr val="173F43"/>
                </a:solidFill>
                <a:latin typeface="Atkinson Hyperlegible"/>
                <a:ea typeface="Atkinson Hyperlegible"/>
                <a:cs typeface="Atkinson Hyperlegible"/>
              </a:rPr>
              <a:t>University of Khartoum</a:t>
            </a:r>
          </a:p>
        </p:txBody>
      </p:sp>
      <p:sp>
        <p:nvSpPr>
          <p:cNvPr id="3" name="shape-2">
            <a:extLst xmlns:a="http://schemas.openxmlformats.org/drawingml/2006/main">
              <a:ext uri="{FF2B5EF4-FFF2-40B4-BE49-F238E27FC236}">
                <a16:creationId xmlns:a16="http://schemas.microsoft.com/office/drawing/2014/main" id="{804D93FF-A426-48CA-9EB4-E6AC7E8A627C}"/>
              </a:ext>
            </a:extLst>
          </p:cNvPr>
          <p:cNvSpPr>
            <a:spLocks xmlns:a="http://schemas.openxmlformats.org/drawingml/2006/main" noGrp="1"/>
          </p:cNvSpPr>
          <p:nvPr/>
        </p:nvSpPr>
        <p:spPr>
          <a:xfrm xmlns:a="http://schemas.openxmlformats.org/drawingml/2006/main">
            <a:off x="762000" y="19526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173F43"/>
                </a:solidFill>
                <a:latin typeface="Atkinson Hyperlegible"/>
                <a:ea typeface="Atkinson Hyperlegible"/>
                <a:cs typeface="Atkinson Hyperlegible"/>
              </a:defRPr>
            </a:defPPr>
            <a:lvl1pPr algn="ctr">
              <a:defRPr sz="1650" b="0">
                <a:solidFill>
                  <a:srgbClr val="173F43"/>
                </a:solidFill>
                <a:latin typeface="Atkinson Hyperlegible"/>
                <a:ea typeface="Atkinson Hyperlegible"/>
                <a:cs typeface="Atkinson Hyperlegible"/>
              </a:defRPr>
            </a:lvl1pPr>
            <a:lvl2pPr algn="ctr">
              <a:defRPr sz="1650" b="0">
                <a:solidFill>
                  <a:srgbClr val="173F43"/>
                </a:solidFill>
                <a:latin typeface="Atkinson Hyperlegible"/>
                <a:ea typeface="Atkinson Hyperlegible"/>
                <a:cs typeface="Atkinson Hyperlegible"/>
              </a:defRPr>
            </a:lvl2pPr>
            <a:lvl3pPr algn="ctr">
              <a:defRPr sz="1650" b="0">
                <a:solidFill>
                  <a:srgbClr val="173F43"/>
                </a:solidFill>
                <a:latin typeface="Atkinson Hyperlegible"/>
                <a:ea typeface="Atkinson Hyperlegible"/>
                <a:cs typeface="Atkinson Hyperlegible"/>
              </a:defRPr>
            </a:lvl3pPr>
            <a:lvl4pPr algn="ctr">
              <a:defRPr sz="1650" b="0">
                <a:solidFill>
                  <a:srgbClr val="173F43"/>
                </a:solidFill>
                <a:latin typeface="Atkinson Hyperlegible"/>
                <a:ea typeface="Atkinson Hyperlegible"/>
                <a:cs typeface="Atkinson Hyperlegible"/>
              </a:defRPr>
            </a:lvl4pPr>
            <a:lvl5pPr algn="ctr">
              <a:defRPr sz="1650" b="0">
                <a:solidFill>
                  <a:srgbClr val="173F43"/>
                </a:solidFill>
                <a:latin typeface="Atkinson Hyperlegible"/>
                <a:ea typeface="Atkinson Hyperlegible"/>
                <a:cs typeface="Atkinson Hyperlegible"/>
              </a:defRPr>
            </a:lvl5pPr>
            <a:lvl6pPr algn="ctr">
              <a:defRPr sz="1650" b="0">
                <a:solidFill>
                  <a:srgbClr val="173F43"/>
                </a:solidFill>
                <a:latin typeface="Atkinson Hyperlegible"/>
                <a:ea typeface="Atkinson Hyperlegible"/>
                <a:cs typeface="Atkinson Hyperlegible"/>
              </a:defRPr>
            </a:lvl6pPr>
            <a:lvl7pPr algn="ctr">
              <a:defRPr sz="1650" b="0">
                <a:solidFill>
                  <a:srgbClr val="173F43"/>
                </a:solidFill>
                <a:latin typeface="Atkinson Hyperlegible"/>
                <a:ea typeface="Atkinson Hyperlegible"/>
                <a:cs typeface="Atkinson Hyperlegible"/>
              </a:defRPr>
            </a:lvl7pPr>
            <a:lvl8pPr algn="ctr">
              <a:defRPr sz="1650" b="0">
                <a:solidFill>
                  <a:srgbClr val="173F43"/>
                </a:solidFill>
                <a:latin typeface="Atkinson Hyperlegible"/>
                <a:ea typeface="Atkinson Hyperlegible"/>
                <a:cs typeface="Atkinson Hyperlegible"/>
              </a:defRPr>
            </a:lvl8pPr>
            <a:lvl9pPr algn="ctr">
              <a:defRPr sz="1650" b="0">
                <a:solidFill>
                  <a:srgbClr val="173F43"/>
                </a:solidFill>
                <a:latin typeface="Atkinson Hyperlegible"/>
                <a:ea typeface="Atkinson Hyperlegible"/>
                <a:cs typeface="Atkinson Hyperlegible"/>
              </a:defRPr>
            </a:lvl9pPr>
          </a:lstStyle>
          <a:p xmlns:a="http://schemas.openxmlformats.org/drawingml/2006/main">
            <a:pPr algn="ctr">
              <a:defRPr sz="1650" b="0">
                <a:solidFill>
                  <a:srgbClr val="173F43"/>
                </a:solidFill>
                <a:latin typeface="Atkinson Hyperlegible"/>
                <a:ea typeface="Atkinson Hyperlegible"/>
                <a:cs typeface="Atkinson Hyperlegible"/>
              </a:defRPr>
            </a:pPr>
            <a:r>
              <a:rPr sz="1650" b="0">
                <a:solidFill>
                  <a:srgbClr val="173F43"/>
                </a:solidFill>
                <a:latin typeface="Atkinson Hyperlegible"/>
                <a:ea typeface="Atkinson Hyperlegible"/>
                <a:cs typeface="Atkinson Hyperlegible"/>
              </a:rPr>
              <a:t>Faculty of Mathematical Sciences and Informatics</a:t>
            </a:r>
          </a:p>
        </p:txBody>
      </p:sp>
      <p:sp>
        <p:nvSpPr>
          <p:cNvPr id="4" name="shape-3">
            <a:extLst xmlns:a="http://schemas.openxmlformats.org/drawingml/2006/main">
              <a:ext uri="{FF2B5EF4-FFF2-40B4-BE49-F238E27FC236}">
                <a16:creationId xmlns:a16="http://schemas.microsoft.com/office/drawing/2014/main" id="{09B02167-6CBE-4150-BFB7-A0304B14D2CD}"/>
              </a:ext>
            </a:extLst>
          </p:cNvPr>
          <p:cNvSpPr>
            <a:spLocks xmlns:a="http://schemas.openxmlformats.org/drawingml/2006/main" noGrp="1"/>
          </p:cNvSpPr>
          <p:nvPr/>
        </p:nvSpPr>
        <p:spPr>
          <a:xfrm xmlns:a="http://schemas.openxmlformats.org/drawingml/2006/main">
            <a:off x="762000" y="2400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1">
                <a:solidFill>
                  <a:srgbClr val="137B73"/>
                </a:solidFill>
                <a:latin typeface="Atkinson Hyperlegible"/>
                <a:ea typeface="Atkinson Hyperlegible"/>
                <a:cs typeface="Atkinson Hyperlegible"/>
              </a:defRPr>
            </a:defPPr>
            <a:lvl1pPr algn="ctr">
              <a:defRPr sz="1725" b="1">
                <a:solidFill>
                  <a:srgbClr val="137B73"/>
                </a:solidFill>
                <a:latin typeface="Atkinson Hyperlegible"/>
                <a:ea typeface="Atkinson Hyperlegible"/>
                <a:cs typeface="Atkinson Hyperlegible"/>
              </a:defRPr>
            </a:lvl1pPr>
            <a:lvl2pPr algn="ctr">
              <a:defRPr sz="1725" b="1">
                <a:solidFill>
                  <a:srgbClr val="137B73"/>
                </a:solidFill>
                <a:latin typeface="Atkinson Hyperlegible"/>
                <a:ea typeface="Atkinson Hyperlegible"/>
                <a:cs typeface="Atkinson Hyperlegible"/>
              </a:defRPr>
            </a:lvl2pPr>
            <a:lvl3pPr algn="ctr">
              <a:defRPr sz="1725" b="1">
                <a:solidFill>
                  <a:srgbClr val="137B73"/>
                </a:solidFill>
                <a:latin typeface="Atkinson Hyperlegible"/>
                <a:ea typeface="Atkinson Hyperlegible"/>
                <a:cs typeface="Atkinson Hyperlegible"/>
              </a:defRPr>
            </a:lvl3pPr>
            <a:lvl4pPr algn="ctr">
              <a:defRPr sz="1725" b="1">
                <a:solidFill>
                  <a:srgbClr val="137B73"/>
                </a:solidFill>
                <a:latin typeface="Atkinson Hyperlegible"/>
                <a:ea typeface="Atkinson Hyperlegible"/>
                <a:cs typeface="Atkinson Hyperlegible"/>
              </a:defRPr>
            </a:lvl4pPr>
            <a:lvl5pPr algn="ctr">
              <a:defRPr sz="1725" b="1">
                <a:solidFill>
                  <a:srgbClr val="137B73"/>
                </a:solidFill>
                <a:latin typeface="Atkinson Hyperlegible"/>
                <a:ea typeface="Atkinson Hyperlegible"/>
                <a:cs typeface="Atkinson Hyperlegible"/>
              </a:defRPr>
            </a:lvl5pPr>
            <a:lvl6pPr algn="ctr">
              <a:defRPr sz="1725" b="1">
                <a:solidFill>
                  <a:srgbClr val="137B73"/>
                </a:solidFill>
                <a:latin typeface="Atkinson Hyperlegible"/>
                <a:ea typeface="Atkinson Hyperlegible"/>
                <a:cs typeface="Atkinson Hyperlegible"/>
              </a:defRPr>
            </a:lvl6pPr>
            <a:lvl7pPr algn="ctr">
              <a:defRPr sz="1725" b="1">
                <a:solidFill>
                  <a:srgbClr val="137B73"/>
                </a:solidFill>
                <a:latin typeface="Atkinson Hyperlegible"/>
                <a:ea typeface="Atkinson Hyperlegible"/>
                <a:cs typeface="Atkinson Hyperlegible"/>
              </a:defRPr>
            </a:lvl7pPr>
            <a:lvl8pPr algn="ctr">
              <a:defRPr sz="1725" b="1">
                <a:solidFill>
                  <a:srgbClr val="137B73"/>
                </a:solidFill>
                <a:latin typeface="Atkinson Hyperlegible"/>
                <a:ea typeface="Atkinson Hyperlegible"/>
                <a:cs typeface="Atkinson Hyperlegible"/>
              </a:defRPr>
            </a:lvl8pPr>
            <a:lvl9pPr algn="ctr">
              <a:defRPr sz="1725" b="1">
                <a:solidFill>
                  <a:srgbClr val="137B73"/>
                </a:solidFill>
                <a:latin typeface="Atkinson Hyperlegible"/>
                <a:ea typeface="Atkinson Hyperlegible"/>
                <a:cs typeface="Atkinson Hyperlegible"/>
              </a:defRPr>
            </a:lvl9pPr>
          </a:lstStyle>
          <a:p xmlns:a="http://schemas.openxmlformats.org/drawingml/2006/main">
            <a:pPr algn="ctr">
              <a:defRPr sz="1725" b="1">
                <a:solidFill>
                  <a:srgbClr val="137B73"/>
                </a:solidFill>
                <a:latin typeface="Atkinson Hyperlegible"/>
                <a:ea typeface="Atkinson Hyperlegible"/>
                <a:cs typeface="Atkinson Hyperlegible"/>
              </a:defRPr>
            </a:pPr>
            <a:r>
              <a:rPr sz="1725" b="1">
                <a:solidFill>
                  <a:srgbClr val="137B73"/>
                </a:solidFill>
                <a:latin typeface="Atkinson Hyperlegible"/>
                <a:ea typeface="Atkinson Hyperlegible"/>
                <a:cs typeface="Atkinson Hyperlegible"/>
              </a:rPr>
              <a:t>GridGuard Khartoum</a:t>
            </a:r>
          </a:p>
        </p:txBody>
      </p:sp>
      <p:sp>
        <p:nvSpPr>
          <p:cNvPr id="5" name="shape-4">
            <a:extLst xmlns:a="http://schemas.openxmlformats.org/drawingml/2006/main">
              <a:ext uri="{FF2B5EF4-FFF2-40B4-BE49-F238E27FC236}">
                <a16:creationId xmlns:a16="http://schemas.microsoft.com/office/drawing/2014/main" id="{DD24B501-C6C5-422A-AF01-13D2D8914A24}"/>
              </a:ext>
            </a:extLst>
          </p:cNvPr>
          <p:cNvSpPr>
            <a:spLocks xmlns:a="http://schemas.openxmlformats.org/drawingml/2006/main" noGrp="1"/>
          </p:cNvSpPr>
          <p:nvPr/>
        </p:nvSpPr>
        <p:spPr>
          <a:xfrm xmlns:a="http://schemas.openxmlformats.org/drawingml/2006/main">
            <a:off x="762000" y="27813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00" b="1">
                <a:solidFill>
                  <a:srgbClr val="173F43"/>
                </a:solidFill>
                <a:latin typeface="Atkinson Hyperlegible"/>
                <a:ea typeface="Atkinson Hyperlegible"/>
                <a:cs typeface="Atkinson Hyperlegible"/>
              </a:defRPr>
            </a:defPPr>
            <a:lvl1pPr algn="ctr">
              <a:defRPr sz="2700" b="1">
                <a:solidFill>
                  <a:srgbClr val="173F43"/>
                </a:solidFill>
                <a:latin typeface="Atkinson Hyperlegible"/>
                <a:ea typeface="Atkinson Hyperlegible"/>
                <a:cs typeface="Atkinson Hyperlegible"/>
              </a:defRPr>
            </a:lvl1pPr>
            <a:lvl2pPr algn="ctr">
              <a:defRPr sz="2700" b="1">
                <a:solidFill>
                  <a:srgbClr val="173F43"/>
                </a:solidFill>
                <a:latin typeface="Atkinson Hyperlegible"/>
                <a:ea typeface="Atkinson Hyperlegible"/>
                <a:cs typeface="Atkinson Hyperlegible"/>
              </a:defRPr>
            </a:lvl2pPr>
            <a:lvl3pPr algn="ctr">
              <a:defRPr sz="2700" b="1">
                <a:solidFill>
                  <a:srgbClr val="173F43"/>
                </a:solidFill>
                <a:latin typeface="Atkinson Hyperlegible"/>
                <a:ea typeface="Atkinson Hyperlegible"/>
                <a:cs typeface="Atkinson Hyperlegible"/>
              </a:defRPr>
            </a:lvl3pPr>
            <a:lvl4pPr algn="ctr">
              <a:defRPr sz="2700" b="1">
                <a:solidFill>
                  <a:srgbClr val="173F43"/>
                </a:solidFill>
                <a:latin typeface="Atkinson Hyperlegible"/>
                <a:ea typeface="Atkinson Hyperlegible"/>
                <a:cs typeface="Atkinson Hyperlegible"/>
              </a:defRPr>
            </a:lvl4pPr>
            <a:lvl5pPr algn="ctr">
              <a:defRPr sz="2700" b="1">
                <a:solidFill>
                  <a:srgbClr val="173F43"/>
                </a:solidFill>
                <a:latin typeface="Atkinson Hyperlegible"/>
                <a:ea typeface="Atkinson Hyperlegible"/>
                <a:cs typeface="Atkinson Hyperlegible"/>
              </a:defRPr>
            </a:lvl5pPr>
            <a:lvl6pPr algn="ctr">
              <a:defRPr sz="2700" b="1">
                <a:solidFill>
                  <a:srgbClr val="173F43"/>
                </a:solidFill>
                <a:latin typeface="Atkinson Hyperlegible"/>
                <a:ea typeface="Atkinson Hyperlegible"/>
                <a:cs typeface="Atkinson Hyperlegible"/>
              </a:defRPr>
            </a:lvl6pPr>
            <a:lvl7pPr algn="ctr">
              <a:defRPr sz="2700" b="1">
                <a:solidFill>
                  <a:srgbClr val="173F43"/>
                </a:solidFill>
                <a:latin typeface="Atkinson Hyperlegible"/>
                <a:ea typeface="Atkinson Hyperlegible"/>
                <a:cs typeface="Atkinson Hyperlegible"/>
              </a:defRPr>
            </a:lvl7pPr>
            <a:lvl8pPr algn="ctr">
              <a:defRPr sz="2700" b="1">
                <a:solidFill>
                  <a:srgbClr val="173F43"/>
                </a:solidFill>
                <a:latin typeface="Atkinson Hyperlegible"/>
                <a:ea typeface="Atkinson Hyperlegible"/>
                <a:cs typeface="Atkinson Hyperlegible"/>
              </a:defRPr>
            </a:lvl8pPr>
            <a:lvl9pPr algn="ctr">
              <a:defRPr sz="2700" b="1">
                <a:solidFill>
                  <a:srgbClr val="173F43"/>
                </a:solidFill>
                <a:latin typeface="Atkinson Hyperlegible"/>
                <a:ea typeface="Atkinson Hyperlegible"/>
                <a:cs typeface="Atkinson Hyperlegible"/>
              </a:defRPr>
            </a:lvl9pPr>
          </a:lstStyle>
          <a:p xmlns:a="http://schemas.openxmlformats.org/drawingml/2006/main">
            <a:pPr algn="ctr">
              <a:defRPr sz="2700" b="1">
                <a:solidFill>
                  <a:srgbClr val="173F43"/>
                </a:solidFill>
                <a:latin typeface="Atkinson Hyperlegible"/>
                <a:ea typeface="Atkinson Hyperlegible"/>
                <a:cs typeface="Atkinson Hyperlegible"/>
              </a:defRPr>
            </a:pPr>
            <a:r>
              <a:rPr sz="2700" b="1">
                <a:solidFill>
                  <a:srgbClr val="173F43"/>
                </a:solidFill>
                <a:latin typeface="Atkinson Hyperlegible"/>
                <a:ea typeface="Atkinson Hyperlegible"/>
                <a:cs typeface="Atkinson Hyperlegible"/>
              </a:rPr>
              <a:t>AI-Based Smart Load Shedding and Energy Management System for Developing Countries</a:t>
            </a:r>
          </a:p>
        </p:txBody>
      </p:sp>
      <p:sp>
        <p:nvSpPr>
          <p:cNvPr id="6" name="shape-5">
            <a:extLst xmlns:a="http://schemas.openxmlformats.org/drawingml/2006/main">
              <a:ext uri="{FF2B5EF4-FFF2-40B4-BE49-F238E27FC236}">
                <a16:creationId xmlns:a16="http://schemas.microsoft.com/office/drawing/2014/main" id="{48CC266A-9E10-4841-AD7C-F23F40986FD3}"/>
              </a:ext>
            </a:extLst>
          </p:cNvPr>
          <p:cNvSpPr>
            <a:spLocks xmlns:a="http://schemas.openxmlformats.org/drawingml/2006/main" noGrp="1"/>
          </p:cNvSpPr>
          <p:nvPr/>
        </p:nvSpPr>
        <p:spPr>
          <a:xfrm xmlns:a="http://schemas.openxmlformats.org/drawingml/2006/main">
            <a:off x="762000" y="38290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173F43"/>
                </a:solidFill>
                <a:latin typeface="Atkinson Hyperlegible"/>
                <a:ea typeface="Atkinson Hyperlegible"/>
                <a:cs typeface="Atkinson Hyperlegible"/>
              </a:defRPr>
            </a:defPPr>
            <a:lvl1pPr algn="ctr">
              <a:defRPr sz="1650" b="0">
                <a:solidFill>
                  <a:srgbClr val="173F43"/>
                </a:solidFill>
                <a:latin typeface="Atkinson Hyperlegible"/>
                <a:ea typeface="Atkinson Hyperlegible"/>
                <a:cs typeface="Atkinson Hyperlegible"/>
              </a:defRPr>
            </a:lvl1pPr>
            <a:lvl2pPr algn="ctr">
              <a:defRPr sz="1650" b="0">
                <a:solidFill>
                  <a:srgbClr val="173F43"/>
                </a:solidFill>
                <a:latin typeface="Atkinson Hyperlegible"/>
                <a:ea typeface="Atkinson Hyperlegible"/>
                <a:cs typeface="Atkinson Hyperlegible"/>
              </a:defRPr>
            </a:lvl2pPr>
            <a:lvl3pPr algn="ctr">
              <a:defRPr sz="1650" b="0">
                <a:solidFill>
                  <a:srgbClr val="173F43"/>
                </a:solidFill>
                <a:latin typeface="Atkinson Hyperlegible"/>
                <a:ea typeface="Atkinson Hyperlegible"/>
                <a:cs typeface="Atkinson Hyperlegible"/>
              </a:defRPr>
            </a:lvl3pPr>
            <a:lvl4pPr algn="ctr">
              <a:defRPr sz="1650" b="0">
                <a:solidFill>
                  <a:srgbClr val="173F43"/>
                </a:solidFill>
                <a:latin typeface="Atkinson Hyperlegible"/>
                <a:ea typeface="Atkinson Hyperlegible"/>
                <a:cs typeface="Atkinson Hyperlegible"/>
              </a:defRPr>
            </a:lvl4pPr>
            <a:lvl5pPr algn="ctr">
              <a:defRPr sz="1650" b="0">
                <a:solidFill>
                  <a:srgbClr val="173F43"/>
                </a:solidFill>
                <a:latin typeface="Atkinson Hyperlegible"/>
                <a:ea typeface="Atkinson Hyperlegible"/>
                <a:cs typeface="Atkinson Hyperlegible"/>
              </a:defRPr>
            </a:lvl5pPr>
            <a:lvl6pPr algn="ctr">
              <a:defRPr sz="1650" b="0">
                <a:solidFill>
                  <a:srgbClr val="173F43"/>
                </a:solidFill>
                <a:latin typeface="Atkinson Hyperlegible"/>
                <a:ea typeface="Atkinson Hyperlegible"/>
                <a:cs typeface="Atkinson Hyperlegible"/>
              </a:defRPr>
            </a:lvl6pPr>
            <a:lvl7pPr algn="ctr">
              <a:defRPr sz="1650" b="0">
                <a:solidFill>
                  <a:srgbClr val="173F43"/>
                </a:solidFill>
                <a:latin typeface="Atkinson Hyperlegible"/>
                <a:ea typeface="Atkinson Hyperlegible"/>
                <a:cs typeface="Atkinson Hyperlegible"/>
              </a:defRPr>
            </a:lvl7pPr>
            <a:lvl8pPr algn="ctr">
              <a:defRPr sz="1650" b="0">
                <a:solidFill>
                  <a:srgbClr val="173F43"/>
                </a:solidFill>
                <a:latin typeface="Atkinson Hyperlegible"/>
                <a:ea typeface="Atkinson Hyperlegible"/>
                <a:cs typeface="Atkinson Hyperlegible"/>
              </a:defRPr>
            </a:lvl8pPr>
            <a:lvl9pPr algn="ctr">
              <a:defRPr sz="1650" b="0">
                <a:solidFill>
                  <a:srgbClr val="173F43"/>
                </a:solidFill>
                <a:latin typeface="Atkinson Hyperlegible"/>
                <a:ea typeface="Atkinson Hyperlegible"/>
                <a:cs typeface="Atkinson Hyperlegible"/>
              </a:defRPr>
            </a:lvl9pPr>
          </a:lstStyle>
          <a:p xmlns:a="http://schemas.openxmlformats.org/drawingml/2006/main">
            <a:pPr algn="ctr">
              <a:defRPr sz="1650" b="0">
                <a:solidFill>
                  <a:srgbClr val="173F43"/>
                </a:solidFill>
                <a:latin typeface="Atkinson Hyperlegible"/>
                <a:ea typeface="Atkinson Hyperlegible"/>
                <a:cs typeface="Atkinson Hyperlegible"/>
              </a:defRPr>
            </a:pPr>
            <a:r>
              <a:rPr sz="1650" b="0">
                <a:solidFill>
                  <a:srgbClr val="173F43"/>
                </a:solidFill>
                <a:latin typeface="Atkinson Hyperlegible"/>
                <a:ea typeface="Atkinson Hyperlegible"/>
                <a:cs typeface="Atkinson Hyperlegible"/>
              </a:rPr>
              <a:t>A graduation project presented to the Faculty of Mathematical Sciences and Informatics, University of Khartoum, in partial fulfilment of the requirements for the degree of Bachelor of Computer Science.</a:t>
            </a:r>
          </a:p>
        </p:txBody>
      </p:sp>
      <p:sp>
        <p:nvSpPr>
          <p:cNvPr id="7" name="shape-6">
            <a:extLst xmlns:a="http://schemas.openxmlformats.org/drawingml/2006/main">
              <a:ext uri="{FF2B5EF4-FFF2-40B4-BE49-F238E27FC236}">
                <a16:creationId xmlns:a16="http://schemas.microsoft.com/office/drawing/2014/main" id="{0D7581E1-4507-452A-98F4-59985C627E2C}"/>
              </a:ext>
            </a:extLst>
          </p:cNvPr>
          <p:cNvSpPr>
            <a:spLocks xmlns:a="http://schemas.openxmlformats.org/drawingml/2006/main" noGrp="1"/>
          </p:cNvSpPr>
          <p:nvPr/>
        </p:nvSpPr>
        <p:spPr>
          <a:xfrm xmlns:a="http://schemas.openxmlformats.org/drawingml/2006/main">
            <a:off x="762000" y="4686300"/>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173F43"/>
                </a:solidFill>
                <a:latin typeface="Atkinson Hyperlegible"/>
                <a:ea typeface="Atkinson Hyperlegible"/>
                <a:cs typeface="Atkinson Hyperlegible"/>
              </a:defRPr>
            </a:defPPr>
            <a:lvl1pPr algn="ctr">
              <a:defRPr sz="1725" b="0">
                <a:solidFill>
                  <a:srgbClr val="173F43"/>
                </a:solidFill>
                <a:latin typeface="Atkinson Hyperlegible"/>
                <a:ea typeface="Atkinson Hyperlegible"/>
                <a:cs typeface="Atkinson Hyperlegible"/>
              </a:defRPr>
            </a:lvl1pPr>
            <a:lvl2pPr algn="ctr">
              <a:defRPr sz="1725" b="0">
                <a:solidFill>
                  <a:srgbClr val="173F43"/>
                </a:solidFill>
                <a:latin typeface="Atkinson Hyperlegible"/>
                <a:ea typeface="Atkinson Hyperlegible"/>
                <a:cs typeface="Atkinson Hyperlegible"/>
              </a:defRPr>
            </a:lvl2pPr>
            <a:lvl3pPr algn="ctr">
              <a:defRPr sz="1725" b="0">
                <a:solidFill>
                  <a:srgbClr val="173F43"/>
                </a:solidFill>
                <a:latin typeface="Atkinson Hyperlegible"/>
                <a:ea typeface="Atkinson Hyperlegible"/>
                <a:cs typeface="Atkinson Hyperlegible"/>
              </a:defRPr>
            </a:lvl3pPr>
            <a:lvl4pPr algn="ctr">
              <a:defRPr sz="1725" b="0">
                <a:solidFill>
                  <a:srgbClr val="173F43"/>
                </a:solidFill>
                <a:latin typeface="Atkinson Hyperlegible"/>
                <a:ea typeface="Atkinson Hyperlegible"/>
                <a:cs typeface="Atkinson Hyperlegible"/>
              </a:defRPr>
            </a:lvl4pPr>
            <a:lvl5pPr algn="ctr">
              <a:defRPr sz="1725" b="0">
                <a:solidFill>
                  <a:srgbClr val="173F43"/>
                </a:solidFill>
                <a:latin typeface="Atkinson Hyperlegible"/>
                <a:ea typeface="Atkinson Hyperlegible"/>
                <a:cs typeface="Atkinson Hyperlegible"/>
              </a:defRPr>
            </a:lvl5pPr>
            <a:lvl6pPr algn="ctr">
              <a:defRPr sz="1725" b="0">
                <a:solidFill>
                  <a:srgbClr val="173F43"/>
                </a:solidFill>
                <a:latin typeface="Atkinson Hyperlegible"/>
                <a:ea typeface="Atkinson Hyperlegible"/>
                <a:cs typeface="Atkinson Hyperlegible"/>
              </a:defRPr>
            </a:lvl6pPr>
            <a:lvl7pPr algn="ctr">
              <a:defRPr sz="1725" b="0">
                <a:solidFill>
                  <a:srgbClr val="173F43"/>
                </a:solidFill>
                <a:latin typeface="Atkinson Hyperlegible"/>
                <a:ea typeface="Atkinson Hyperlegible"/>
                <a:cs typeface="Atkinson Hyperlegible"/>
              </a:defRPr>
            </a:lvl7pPr>
            <a:lvl8pPr algn="ctr">
              <a:defRPr sz="1725" b="0">
                <a:solidFill>
                  <a:srgbClr val="173F43"/>
                </a:solidFill>
                <a:latin typeface="Atkinson Hyperlegible"/>
                <a:ea typeface="Atkinson Hyperlegible"/>
                <a:cs typeface="Atkinson Hyperlegible"/>
              </a:defRPr>
            </a:lvl8pPr>
            <a:lvl9pPr algn="ctr">
              <a:defRPr sz="1725" b="0">
                <a:solidFill>
                  <a:srgbClr val="173F43"/>
                </a:solidFill>
                <a:latin typeface="Atkinson Hyperlegible"/>
                <a:ea typeface="Atkinson Hyperlegible"/>
                <a:cs typeface="Atkinson Hyperlegible"/>
              </a:defRPr>
            </a:lvl9pPr>
          </a:lstStyle>
          <a:p xmlns:a="http://schemas.openxmlformats.org/drawingml/2006/main">
            <a:pPr algn="ctr">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Murtada Asim Ibrahim Bakhit (18-317)</a:t>
            </a:r>
          </a:p>
          <a:p xmlns:a="http://schemas.openxmlformats.org/drawingml/2006/main">
            <a:pPr algn="ctr">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Suliman Elawad Suliman Babiker (18-310)</a:t>
            </a:r>
          </a:p>
          <a:p xmlns:a="http://schemas.openxmlformats.org/drawingml/2006/main">
            <a:pPr algn="ctr">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Abdalhay Abass Mobarak Abass (15-306)</a:t>
            </a:r>
          </a:p>
        </p:txBody>
      </p:sp>
      <p:sp>
        <p:nvSpPr>
          <p:cNvPr id="8" name="shape-7">
            <a:extLst xmlns:a="http://schemas.openxmlformats.org/drawingml/2006/main">
              <a:ext uri="{FF2B5EF4-FFF2-40B4-BE49-F238E27FC236}">
                <a16:creationId xmlns:a16="http://schemas.microsoft.com/office/drawing/2014/main" id="{324D851A-3107-43FF-A7F7-58B94B5E11BC}"/>
              </a:ext>
            </a:extLst>
          </p:cNvPr>
          <p:cNvSpPr>
            <a:spLocks xmlns:a="http://schemas.openxmlformats.org/drawingml/2006/main" noGrp="1"/>
          </p:cNvSpPr>
          <p:nvPr/>
        </p:nvSpPr>
        <p:spPr>
          <a:xfrm xmlns:a="http://schemas.openxmlformats.org/drawingml/2006/main">
            <a:off x="762000" y="58102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0">
                <a:solidFill>
                  <a:srgbClr val="173F43"/>
                </a:solidFill>
                <a:latin typeface="Atkinson Hyperlegible"/>
                <a:ea typeface="Atkinson Hyperlegible"/>
                <a:cs typeface="Atkinson Hyperlegible"/>
              </a:defRPr>
            </a:defPPr>
            <a:lvl1pPr algn="ctr">
              <a:defRPr sz="1725" b="0">
                <a:solidFill>
                  <a:srgbClr val="173F43"/>
                </a:solidFill>
                <a:latin typeface="Atkinson Hyperlegible"/>
                <a:ea typeface="Atkinson Hyperlegible"/>
                <a:cs typeface="Atkinson Hyperlegible"/>
              </a:defRPr>
            </a:lvl1pPr>
            <a:lvl2pPr algn="ctr">
              <a:defRPr sz="1725" b="0">
                <a:solidFill>
                  <a:srgbClr val="173F43"/>
                </a:solidFill>
                <a:latin typeface="Atkinson Hyperlegible"/>
                <a:ea typeface="Atkinson Hyperlegible"/>
                <a:cs typeface="Atkinson Hyperlegible"/>
              </a:defRPr>
            </a:lvl2pPr>
            <a:lvl3pPr algn="ctr">
              <a:defRPr sz="1725" b="0">
                <a:solidFill>
                  <a:srgbClr val="173F43"/>
                </a:solidFill>
                <a:latin typeface="Atkinson Hyperlegible"/>
                <a:ea typeface="Atkinson Hyperlegible"/>
                <a:cs typeface="Atkinson Hyperlegible"/>
              </a:defRPr>
            </a:lvl3pPr>
            <a:lvl4pPr algn="ctr">
              <a:defRPr sz="1725" b="0">
                <a:solidFill>
                  <a:srgbClr val="173F43"/>
                </a:solidFill>
                <a:latin typeface="Atkinson Hyperlegible"/>
                <a:ea typeface="Atkinson Hyperlegible"/>
                <a:cs typeface="Atkinson Hyperlegible"/>
              </a:defRPr>
            </a:lvl4pPr>
            <a:lvl5pPr algn="ctr">
              <a:defRPr sz="1725" b="0">
                <a:solidFill>
                  <a:srgbClr val="173F43"/>
                </a:solidFill>
                <a:latin typeface="Atkinson Hyperlegible"/>
                <a:ea typeface="Atkinson Hyperlegible"/>
                <a:cs typeface="Atkinson Hyperlegible"/>
              </a:defRPr>
            </a:lvl5pPr>
            <a:lvl6pPr algn="ctr">
              <a:defRPr sz="1725" b="0">
                <a:solidFill>
                  <a:srgbClr val="173F43"/>
                </a:solidFill>
                <a:latin typeface="Atkinson Hyperlegible"/>
                <a:ea typeface="Atkinson Hyperlegible"/>
                <a:cs typeface="Atkinson Hyperlegible"/>
              </a:defRPr>
            </a:lvl6pPr>
            <a:lvl7pPr algn="ctr">
              <a:defRPr sz="1725" b="0">
                <a:solidFill>
                  <a:srgbClr val="173F43"/>
                </a:solidFill>
                <a:latin typeface="Atkinson Hyperlegible"/>
                <a:ea typeface="Atkinson Hyperlegible"/>
                <a:cs typeface="Atkinson Hyperlegible"/>
              </a:defRPr>
            </a:lvl7pPr>
            <a:lvl8pPr algn="ctr">
              <a:defRPr sz="1725" b="0">
                <a:solidFill>
                  <a:srgbClr val="173F43"/>
                </a:solidFill>
                <a:latin typeface="Atkinson Hyperlegible"/>
                <a:ea typeface="Atkinson Hyperlegible"/>
                <a:cs typeface="Atkinson Hyperlegible"/>
              </a:defRPr>
            </a:lvl8pPr>
            <a:lvl9pPr algn="ctr">
              <a:defRPr sz="1725" b="0">
                <a:solidFill>
                  <a:srgbClr val="173F43"/>
                </a:solidFill>
                <a:latin typeface="Atkinson Hyperlegible"/>
                <a:ea typeface="Atkinson Hyperlegible"/>
                <a:cs typeface="Atkinson Hyperlegible"/>
              </a:defRPr>
            </a:lvl9pPr>
          </a:lstStyle>
          <a:p xmlns:a="http://schemas.openxmlformats.org/drawingml/2006/main">
            <a:pPr algn="ctr">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Project Supervisor: Dr. Abubakr Siraj</a:t>
            </a:r>
          </a:p>
        </p:txBody>
      </p:sp>
      <p:sp>
        <p:nvSpPr>
          <p:cNvPr id="9" name="shape-8">
            <a:extLst xmlns:a="http://schemas.openxmlformats.org/drawingml/2006/main">
              <a:ext uri="{FF2B5EF4-FFF2-40B4-BE49-F238E27FC236}">
                <a16:creationId xmlns:a16="http://schemas.microsoft.com/office/drawing/2014/main" id="{817201D6-79F9-437C-9B64-B21BBA800318}"/>
              </a:ext>
            </a:extLst>
          </p:cNvPr>
          <p:cNvSpPr>
            <a:spLocks xmlns:a="http://schemas.openxmlformats.org/drawingml/2006/main" noGrp="1"/>
          </p:cNvSpPr>
          <p:nvPr/>
        </p:nvSpPr>
        <p:spPr>
          <a:xfrm xmlns:a="http://schemas.openxmlformats.org/drawingml/2006/main">
            <a:off x="762000" y="62960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1">
                <a:solidFill>
                  <a:srgbClr val="173F43"/>
                </a:solidFill>
                <a:latin typeface="Atkinson Hyperlegible"/>
                <a:ea typeface="Atkinson Hyperlegible"/>
                <a:cs typeface="Atkinson Hyperlegible"/>
              </a:defRPr>
            </a:defPPr>
            <a:lvl1pPr algn="ctr">
              <a:defRPr sz="1650" b="1">
                <a:solidFill>
                  <a:srgbClr val="173F43"/>
                </a:solidFill>
                <a:latin typeface="Atkinson Hyperlegible"/>
                <a:ea typeface="Atkinson Hyperlegible"/>
                <a:cs typeface="Atkinson Hyperlegible"/>
              </a:defRPr>
            </a:lvl1pPr>
            <a:lvl2pPr algn="ctr">
              <a:defRPr sz="1650" b="1">
                <a:solidFill>
                  <a:srgbClr val="173F43"/>
                </a:solidFill>
                <a:latin typeface="Atkinson Hyperlegible"/>
                <a:ea typeface="Atkinson Hyperlegible"/>
                <a:cs typeface="Atkinson Hyperlegible"/>
              </a:defRPr>
            </a:lvl2pPr>
            <a:lvl3pPr algn="ctr">
              <a:defRPr sz="1650" b="1">
                <a:solidFill>
                  <a:srgbClr val="173F43"/>
                </a:solidFill>
                <a:latin typeface="Atkinson Hyperlegible"/>
                <a:ea typeface="Atkinson Hyperlegible"/>
                <a:cs typeface="Atkinson Hyperlegible"/>
              </a:defRPr>
            </a:lvl3pPr>
            <a:lvl4pPr algn="ctr">
              <a:defRPr sz="1650" b="1">
                <a:solidFill>
                  <a:srgbClr val="173F43"/>
                </a:solidFill>
                <a:latin typeface="Atkinson Hyperlegible"/>
                <a:ea typeface="Atkinson Hyperlegible"/>
                <a:cs typeface="Atkinson Hyperlegible"/>
              </a:defRPr>
            </a:lvl4pPr>
            <a:lvl5pPr algn="ctr">
              <a:defRPr sz="1650" b="1">
                <a:solidFill>
                  <a:srgbClr val="173F43"/>
                </a:solidFill>
                <a:latin typeface="Atkinson Hyperlegible"/>
                <a:ea typeface="Atkinson Hyperlegible"/>
                <a:cs typeface="Atkinson Hyperlegible"/>
              </a:defRPr>
            </a:lvl5pPr>
            <a:lvl6pPr algn="ctr">
              <a:defRPr sz="1650" b="1">
                <a:solidFill>
                  <a:srgbClr val="173F43"/>
                </a:solidFill>
                <a:latin typeface="Atkinson Hyperlegible"/>
                <a:ea typeface="Atkinson Hyperlegible"/>
                <a:cs typeface="Atkinson Hyperlegible"/>
              </a:defRPr>
            </a:lvl6pPr>
            <a:lvl7pPr algn="ctr">
              <a:defRPr sz="1650" b="1">
                <a:solidFill>
                  <a:srgbClr val="173F43"/>
                </a:solidFill>
                <a:latin typeface="Atkinson Hyperlegible"/>
                <a:ea typeface="Atkinson Hyperlegible"/>
                <a:cs typeface="Atkinson Hyperlegible"/>
              </a:defRPr>
            </a:lvl7pPr>
            <a:lvl8pPr algn="ctr">
              <a:defRPr sz="1650" b="1">
                <a:solidFill>
                  <a:srgbClr val="173F43"/>
                </a:solidFill>
                <a:latin typeface="Atkinson Hyperlegible"/>
                <a:ea typeface="Atkinson Hyperlegible"/>
                <a:cs typeface="Atkinson Hyperlegible"/>
              </a:defRPr>
            </a:lvl8pPr>
            <a:lvl9pPr algn="ctr">
              <a:defRPr sz="1650" b="1">
                <a:solidFill>
                  <a:srgbClr val="173F43"/>
                </a:solidFill>
                <a:latin typeface="Atkinson Hyperlegible"/>
                <a:ea typeface="Atkinson Hyperlegible"/>
                <a:cs typeface="Atkinson Hyperlegible"/>
              </a:defRPr>
            </a:lvl9pPr>
          </a:lstStyle>
          <a:p xmlns:a="http://schemas.openxmlformats.org/drawingml/2006/main">
            <a:pPr algn="ctr">
              <a:defRPr sz="1650" b="1">
                <a:solidFill>
                  <a:srgbClr val="173F43"/>
                </a:solidFill>
                <a:latin typeface="Atkinson Hyperlegible"/>
                <a:ea typeface="Atkinson Hyperlegible"/>
                <a:cs typeface="Atkinson Hyperlegible"/>
              </a:defRPr>
            </a:pPr>
            <a:r>
              <a:rPr sz="1650" b="1">
                <a:solidFill>
                  <a:srgbClr val="173F43"/>
                </a:solidFill>
                <a:latin typeface="Atkinson Hyperlegible"/>
                <a:ea typeface="Atkinson Hyperlegible"/>
                <a:cs typeface="Atkinson Hyperlegible"/>
              </a:rPr>
              <a:t>October 2026</a:t>
            </a:r>
          </a:p>
        </p:txBody>
      </p:sp>
    </p:spTree>
    <p:extLst>
      <p:ext uri="{BB962C8B-B14F-4D97-AF65-F5344CB8AC3E}">
        <p14:creationId xmlns:p14="http://schemas.microsoft.com/office/powerpoint/2010/main" val="1206436175"/>
      </p:ext>
    </p:extLst>
  </p:cSld>
</p:sld>
</file>

<file path=ppt/slides/slide2.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5" name="shape-9">
            <a:extLst xmlns:a="http://schemas.openxmlformats.org/drawingml/2006/main">
              <a:ext uri="{FF2B5EF4-FFF2-40B4-BE49-F238E27FC236}">
                <a16:creationId xmlns:a16="http://schemas.microsoft.com/office/drawing/2014/main" id="{B111E0A7-3F7E-4C32-82DD-2C7235A7E36E}"/>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0">
            <a:extLst xmlns:a="http://schemas.openxmlformats.org/drawingml/2006/main">
              <a:ext uri="{FF2B5EF4-FFF2-40B4-BE49-F238E27FC236}">
                <a16:creationId xmlns:a16="http://schemas.microsoft.com/office/drawing/2014/main" id="{9BCB37C6-B375-4E25-8EB9-E9BE0D6BB3FA}"/>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Hourly shortage allocation in Khartoum</a:t>
            </a:r>
          </a:p>
        </p:txBody>
      </p:sp>
      <p:sp>
        <p:nvSpPr>
          <p:cNvPr id="3" name="shape-11">
            <a:extLst xmlns:a="http://schemas.openxmlformats.org/drawingml/2006/main">
              <a:ext uri="{FF2B5EF4-FFF2-40B4-BE49-F238E27FC236}">
                <a16:creationId xmlns:a16="http://schemas.microsoft.com/office/drawing/2014/main" id="{466AF40E-1F9C-4C49-9A40-EBF8046FB392}"/>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Seven localities, five sectors and a shared supply pool</a:t>
            </a:r>
          </a:p>
        </p:txBody>
      </p:sp>
      <p:sp>
        <p:nvSpPr>
          <p:cNvPr id="4" name="shape-12">
            <a:extLst xmlns:a="http://schemas.openxmlformats.org/drawingml/2006/main">
              <a:ext uri="{FF2B5EF4-FFF2-40B4-BE49-F238E27FC236}">
                <a16:creationId xmlns:a16="http://schemas.microsoft.com/office/drawing/2014/main" id="{24071BCE-CE9E-4BE5-9E9F-52D08F8F2D47}"/>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3">
            <a:extLst xmlns:a="http://schemas.openxmlformats.org/drawingml/2006/main">
              <a:ext uri="{FF2B5EF4-FFF2-40B4-BE49-F238E27FC236}">
                <a16:creationId xmlns:a16="http://schemas.microsoft.com/office/drawing/2014/main" id="{E4E20DC3-08F9-4FEB-BEAE-FF761D36D38C}"/>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Context: World Bank (2025). Related control research: Chen et al. (2023).</a:t>
            </a:r>
          </a:p>
        </p:txBody>
      </p:sp>
      <p:sp>
        <p:nvSpPr>
          <p:cNvPr id="6" name="shape-14">
            <a:extLst xmlns:a="http://schemas.openxmlformats.org/drawingml/2006/main">
              <a:ext uri="{FF2B5EF4-FFF2-40B4-BE49-F238E27FC236}">
                <a16:creationId xmlns:a16="http://schemas.microsoft.com/office/drawing/2014/main" id="{C21162D9-85A7-4E90-BE42-C9611AD13F3F}"/>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02</a:t>
            </a:r>
          </a:p>
        </p:txBody>
      </p:sp>
      <p:sp>
        <p:nvSpPr>
          <p:cNvPr id="7" name="shape-15">
            <a:extLst xmlns:a="http://schemas.openxmlformats.org/drawingml/2006/main">
              <a:ext uri="{FF2B5EF4-FFF2-40B4-BE49-F238E27FC236}">
                <a16:creationId xmlns:a16="http://schemas.microsoft.com/office/drawing/2014/main" id="{22040DCD-94B8-48B2-AF12-86A1D28E90EF}"/>
              </a:ext>
            </a:extLst>
          </p:cNvPr>
          <p:cNvSpPr>
            <a:spLocks xmlns:a="http://schemas.openxmlformats.org/drawingml/2006/main" noGrp="1"/>
          </p:cNvSpPr>
          <p:nvPr/>
        </p:nvSpPr>
        <p:spPr>
          <a:xfrm xmlns:a="http://schemas.openxmlformats.org/drawingml/2006/main">
            <a:off x="609600" y="223837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8" name="shape-16">
            <a:extLst xmlns:a="http://schemas.openxmlformats.org/drawingml/2006/main">
              <a:ext uri="{FF2B5EF4-FFF2-40B4-BE49-F238E27FC236}">
                <a16:creationId xmlns:a16="http://schemas.microsoft.com/office/drawing/2014/main" id="{B7FB1FF3-2051-4CEE-A54D-F8E554AA7C67}"/>
              </a:ext>
            </a:extLst>
          </p:cNvPr>
          <p:cNvSpPr>
            <a:spLocks xmlns:a="http://schemas.openxmlformats.org/drawingml/2006/main" noGrp="1"/>
          </p:cNvSpPr>
          <p:nvPr/>
        </p:nvSpPr>
        <p:spPr>
          <a:xfrm xmlns:a="http://schemas.openxmlformats.org/drawingml/2006/main">
            <a:off x="828675" y="2124075"/>
            <a:ext cx="53054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F43"/>
                </a:solidFill>
                <a:latin typeface="Atkinson Hyperlegible"/>
                <a:ea typeface="Atkinson Hyperlegible"/>
                <a:cs typeface="Atkinson Hyperlegible"/>
              </a:defRPr>
            </a:defPPr>
            <a:lvl1pPr algn="l">
              <a:defRPr sz="2175" b="0">
                <a:solidFill>
                  <a:srgbClr val="173F43"/>
                </a:solidFill>
                <a:latin typeface="Atkinson Hyperlegible"/>
                <a:ea typeface="Atkinson Hyperlegible"/>
                <a:cs typeface="Atkinson Hyperlegible"/>
              </a:defRPr>
            </a:lvl1pPr>
            <a:lvl2pPr algn="l">
              <a:defRPr sz="2175" b="0">
                <a:solidFill>
                  <a:srgbClr val="173F43"/>
                </a:solidFill>
                <a:latin typeface="Atkinson Hyperlegible"/>
                <a:ea typeface="Atkinson Hyperlegible"/>
                <a:cs typeface="Atkinson Hyperlegible"/>
              </a:defRPr>
            </a:lvl2pPr>
            <a:lvl3pPr algn="l">
              <a:defRPr sz="2175" b="0">
                <a:solidFill>
                  <a:srgbClr val="173F43"/>
                </a:solidFill>
                <a:latin typeface="Atkinson Hyperlegible"/>
                <a:ea typeface="Atkinson Hyperlegible"/>
                <a:cs typeface="Atkinson Hyperlegible"/>
              </a:defRPr>
            </a:lvl3pPr>
            <a:lvl4pPr algn="l">
              <a:defRPr sz="2175" b="0">
                <a:solidFill>
                  <a:srgbClr val="173F43"/>
                </a:solidFill>
                <a:latin typeface="Atkinson Hyperlegible"/>
                <a:ea typeface="Atkinson Hyperlegible"/>
                <a:cs typeface="Atkinson Hyperlegible"/>
              </a:defRPr>
            </a:lvl4pPr>
            <a:lvl5pPr algn="l">
              <a:defRPr sz="2175" b="0">
                <a:solidFill>
                  <a:srgbClr val="173F43"/>
                </a:solidFill>
                <a:latin typeface="Atkinson Hyperlegible"/>
                <a:ea typeface="Atkinson Hyperlegible"/>
                <a:cs typeface="Atkinson Hyperlegible"/>
              </a:defRPr>
            </a:lvl5pPr>
            <a:lvl6pPr algn="l">
              <a:defRPr sz="2175" b="0">
                <a:solidFill>
                  <a:srgbClr val="173F43"/>
                </a:solidFill>
                <a:latin typeface="Atkinson Hyperlegible"/>
                <a:ea typeface="Atkinson Hyperlegible"/>
                <a:cs typeface="Atkinson Hyperlegible"/>
              </a:defRPr>
            </a:lvl6pPr>
            <a:lvl7pPr algn="l">
              <a:defRPr sz="2175" b="0">
                <a:solidFill>
                  <a:srgbClr val="173F43"/>
                </a:solidFill>
                <a:latin typeface="Atkinson Hyperlegible"/>
                <a:ea typeface="Atkinson Hyperlegible"/>
                <a:cs typeface="Atkinson Hyperlegible"/>
              </a:defRPr>
            </a:lvl7pPr>
            <a:lvl8pPr algn="l">
              <a:defRPr sz="2175" b="0">
                <a:solidFill>
                  <a:srgbClr val="173F43"/>
                </a:solidFill>
                <a:latin typeface="Atkinson Hyperlegible"/>
                <a:ea typeface="Atkinson Hyperlegible"/>
                <a:cs typeface="Atkinson Hyperlegible"/>
              </a:defRPr>
            </a:lvl8pPr>
            <a:lvl9pPr algn="l">
              <a:defRPr sz="2175" b="0">
                <a:solidFill>
                  <a:srgbClr val="173F43"/>
                </a:solidFill>
                <a:latin typeface="Atkinson Hyperlegible"/>
                <a:ea typeface="Atkinson Hyperlegible"/>
                <a:cs typeface="Atkinson Hyperlegible"/>
              </a:defRPr>
            </a:lvl9pPr>
          </a:lstStyle>
          <a:p xmlns:a="http://schemas.openxmlformats.org/drawingml/2006/main">
            <a:pPr algn="l">
              <a:defRPr sz="2175" b="0">
                <a:solidFill>
                  <a:srgbClr val="173F43"/>
                </a:solidFill>
                <a:latin typeface="Atkinson Hyperlegible"/>
                <a:ea typeface="Atkinson Hyperlegible"/>
                <a:cs typeface="Atkinson Hyperlegible"/>
              </a:defRPr>
            </a:pPr>
            <a:r>
              <a:rPr sz="2175" b="0">
                <a:solidFill>
                  <a:srgbClr val="173F43"/>
                </a:solidFill>
                <a:latin typeface="Atkinson Hyperlegible"/>
                <a:ea typeface="Atkinson Hyperlegible"/>
                <a:cs typeface="Atkinson Hyperlegible"/>
              </a:rPr>
              <a:t>Protect Hospital, Water and Bakery demand.</a:t>
            </a:r>
          </a:p>
        </p:txBody>
      </p:sp>
      <p:sp>
        <p:nvSpPr>
          <p:cNvPr id="9" name="shape-17">
            <a:extLst xmlns:a="http://schemas.openxmlformats.org/drawingml/2006/main">
              <a:ext uri="{FF2B5EF4-FFF2-40B4-BE49-F238E27FC236}">
                <a16:creationId xmlns:a16="http://schemas.microsoft.com/office/drawing/2014/main" id="{C376195D-2DC7-40EB-ABBC-A284E319CD73}"/>
              </a:ext>
            </a:extLst>
          </p:cNvPr>
          <p:cNvSpPr>
            <a:spLocks xmlns:a="http://schemas.openxmlformats.org/drawingml/2006/main" noGrp="1"/>
          </p:cNvSpPr>
          <p:nvPr/>
        </p:nvSpPr>
        <p:spPr>
          <a:xfrm xmlns:a="http://schemas.openxmlformats.org/drawingml/2006/main">
            <a:off x="609600" y="330517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0" name="shape-18">
            <a:extLst xmlns:a="http://schemas.openxmlformats.org/drawingml/2006/main">
              <a:ext uri="{FF2B5EF4-FFF2-40B4-BE49-F238E27FC236}">
                <a16:creationId xmlns:a16="http://schemas.microsoft.com/office/drawing/2014/main" id="{50791158-C046-42A4-AB1F-5DD6F2060524}"/>
              </a:ext>
            </a:extLst>
          </p:cNvPr>
          <p:cNvSpPr>
            <a:spLocks xmlns:a="http://schemas.openxmlformats.org/drawingml/2006/main" noGrp="1"/>
          </p:cNvSpPr>
          <p:nvPr/>
        </p:nvSpPr>
        <p:spPr>
          <a:xfrm xmlns:a="http://schemas.openxmlformats.org/drawingml/2006/main">
            <a:off x="828675" y="3190875"/>
            <a:ext cx="53054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F43"/>
                </a:solidFill>
                <a:latin typeface="Atkinson Hyperlegible"/>
                <a:ea typeface="Atkinson Hyperlegible"/>
                <a:cs typeface="Atkinson Hyperlegible"/>
              </a:defRPr>
            </a:defPPr>
            <a:lvl1pPr algn="l">
              <a:defRPr sz="2175" b="0">
                <a:solidFill>
                  <a:srgbClr val="173F43"/>
                </a:solidFill>
                <a:latin typeface="Atkinson Hyperlegible"/>
                <a:ea typeface="Atkinson Hyperlegible"/>
                <a:cs typeface="Atkinson Hyperlegible"/>
              </a:defRPr>
            </a:lvl1pPr>
            <a:lvl2pPr algn="l">
              <a:defRPr sz="2175" b="0">
                <a:solidFill>
                  <a:srgbClr val="173F43"/>
                </a:solidFill>
                <a:latin typeface="Atkinson Hyperlegible"/>
                <a:ea typeface="Atkinson Hyperlegible"/>
                <a:cs typeface="Atkinson Hyperlegible"/>
              </a:defRPr>
            </a:lvl2pPr>
            <a:lvl3pPr algn="l">
              <a:defRPr sz="2175" b="0">
                <a:solidFill>
                  <a:srgbClr val="173F43"/>
                </a:solidFill>
                <a:latin typeface="Atkinson Hyperlegible"/>
                <a:ea typeface="Atkinson Hyperlegible"/>
                <a:cs typeface="Atkinson Hyperlegible"/>
              </a:defRPr>
            </a:lvl3pPr>
            <a:lvl4pPr algn="l">
              <a:defRPr sz="2175" b="0">
                <a:solidFill>
                  <a:srgbClr val="173F43"/>
                </a:solidFill>
                <a:latin typeface="Atkinson Hyperlegible"/>
                <a:ea typeface="Atkinson Hyperlegible"/>
                <a:cs typeface="Atkinson Hyperlegible"/>
              </a:defRPr>
            </a:lvl4pPr>
            <a:lvl5pPr algn="l">
              <a:defRPr sz="2175" b="0">
                <a:solidFill>
                  <a:srgbClr val="173F43"/>
                </a:solidFill>
                <a:latin typeface="Atkinson Hyperlegible"/>
                <a:ea typeface="Atkinson Hyperlegible"/>
                <a:cs typeface="Atkinson Hyperlegible"/>
              </a:defRPr>
            </a:lvl5pPr>
            <a:lvl6pPr algn="l">
              <a:defRPr sz="2175" b="0">
                <a:solidFill>
                  <a:srgbClr val="173F43"/>
                </a:solidFill>
                <a:latin typeface="Atkinson Hyperlegible"/>
                <a:ea typeface="Atkinson Hyperlegible"/>
                <a:cs typeface="Atkinson Hyperlegible"/>
              </a:defRPr>
            </a:lvl6pPr>
            <a:lvl7pPr algn="l">
              <a:defRPr sz="2175" b="0">
                <a:solidFill>
                  <a:srgbClr val="173F43"/>
                </a:solidFill>
                <a:latin typeface="Atkinson Hyperlegible"/>
                <a:ea typeface="Atkinson Hyperlegible"/>
                <a:cs typeface="Atkinson Hyperlegible"/>
              </a:defRPr>
            </a:lvl7pPr>
            <a:lvl8pPr algn="l">
              <a:defRPr sz="2175" b="0">
                <a:solidFill>
                  <a:srgbClr val="173F43"/>
                </a:solidFill>
                <a:latin typeface="Atkinson Hyperlegible"/>
                <a:ea typeface="Atkinson Hyperlegible"/>
                <a:cs typeface="Atkinson Hyperlegible"/>
              </a:defRPr>
            </a:lvl8pPr>
            <a:lvl9pPr algn="l">
              <a:defRPr sz="2175" b="0">
                <a:solidFill>
                  <a:srgbClr val="173F43"/>
                </a:solidFill>
                <a:latin typeface="Atkinson Hyperlegible"/>
                <a:ea typeface="Atkinson Hyperlegible"/>
                <a:cs typeface="Atkinson Hyperlegible"/>
              </a:defRPr>
            </a:lvl9pPr>
          </a:lstStyle>
          <a:p xmlns:a="http://schemas.openxmlformats.org/drawingml/2006/main">
            <a:pPr algn="l">
              <a:defRPr sz="2175" b="0">
                <a:solidFill>
                  <a:srgbClr val="173F43"/>
                </a:solidFill>
                <a:latin typeface="Atkinson Hyperlegible"/>
                <a:ea typeface="Atkinson Hyperlegible"/>
                <a:cs typeface="Atkinson Hyperlegible"/>
              </a:defRPr>
            </a:pPr>
            <a:r>
              <a:rPr sz="2175" b="0">
                <a:solidFill>
                  <a:srgbClr val="173F43"/>
                </a:solidFill>
                <a:latin typeface="Atkinson Hyperlegible"/>
                <a:ea typeface="Atkinson Hyperlegible"/>
                <a:cs typeface="Atkinson Hyperlegible"/>
              </a:rPr>
              <a:t>Allocate remaining supply to Residential and Commercial demand.</a:t>
            </a:r>
          </a:p>
        </p:txBody>
      </p:sp>
      <p:sp>
        <p:nvSpPr>
          <p:cNvPr id="11" name="shape-19">
            <a:extLst xmlns:a="http://schemas.openxmlformats.org/drawingml/2006/main">
              <a:ext uri="{FF2B5EF4-FFF2-40B4-BE49-F238E27FC236}">
                <a16:creationId xmlns:a16="http://schemas.microsoft.com/office/drawing/2014/main" id="{4DF43529-42A4-4579-98B8-86A97EC9116D}"/>
              </a:ext>
            </a:extLst>
          </p:cNvPr>
          <p:cNvSpPr>
            <a:spLocks xmlns:a="http://schemas.openxmlformats.org/drawingml/2006/main" noGrp="1"/>
          </p:cNvSpPr>
          <p:nvPr/>
        </p:nvSpPr>
        <p:spPr>
          <a:xfrm xmlns:a="http://schemas.openxmlformats.org/drawingml/2006/main">
            <a:off x="609600" y="437197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2" name="shape-20">
            <a:extLst xmlns:a="http://schemas.openxmlformats.org/drawingml/2006/main">
              <a:ext uri="{FF2B5EF4-FFF2-40B4-BE49-F238E27FC236}">
                <a16:creationId xmlns:a16="http://schemas.microsoft.com/office/drawing/2014/main" id="{1021459F-5CAE-465A-A2E2-506A8F02289F}"/>
              </a:ext>
            </a:extLst>
          </p:cNvPr>
          <p:cNvSpPr>
            <a:spLocks xmlns:a="http://schemas.openxmlformats.org/drawingml/2006/main" noGrp="1"/>
          </p:cNvSpPr>
          <p:nvPr/>
        </p:nvSpPr>
        <p:spPr>
          <a:xfrm xmlns:a="http://schemas.openxmlformats.org/drawingml/2006/main">
            <a:off x="828675" y="4257675"/>
            <a:ext cx="53054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F43"/>
                </a:solidFill>
                <a:latin typeface="Atkinson Hyperlegible"/>
                <a:ea typeface="Atkinson Hyperlegible"/>
                <a:cs typeface="Atkinson Hyperlegible"/>
              </a:defRPr>
            </a:defPPr>
            <a:lvl1pPr algn="l">
              <a:defRPr sz="2175" b="0">
                <a:solidFill>
                  <a:srgbClr val="173F43"/>
                </a:solidFill>
                <a:latin typeface="Atkinson Hyperlegible"/>
                <a:ea typeface="Atkinson Hyperlegible"/>
                <a:cs typeface="Atkinson Hyperlegible"/>
              </a:defRPr>
            </a:lvl1pPr>
            <a:lvl2pPr algn="l">
              <a:defRPr sz="2175" b="0">
                <a:solidFill>
                  <a:srgbClr val="173F43"/>
                </a:solidFill>
                <a:latin typeface="Atkinson Hyperlegible"/>
                <a:ea typeface="Atkinson Hyperlegible"/>
                <a:cs typeface="Atkinson Hyperlegible"/>
              </a:defRPr>
            </a:lvl2pPr>
            <a:lvl3pPr algn="l">
              <a:defRPr sz="2175" b="0">
                <a:solidFill>
                  <a:srgbClr val="173F43"/>
                </a:solidFill>
                <a:latin typeface="Atkinson Hyperlegible"/>
                <a:ea typeface="Atkinson Hyperlegible"/>
                <a:cs typeface="Atkinson Hyperlegible"/>
              </a:defRPr>
            </a:lvl3pPr>
            <a:lvl4pPr algn="l">
              <a:defRPr sz="2175" b="0">
                <a:solidFill>
                  <a:srgbClr val="173F43"/>
                </a:solidFill>
                <a:latin typeface="Atkinson Hyperlegible"/>
                <a:ea typeface="Atkinson Hyperlegible"/>
                <a:cs typeface="Atkinson Hyperlegible"/>
              </a:defRPr>
            </a:lvl4pPr>
            <a:lvl5pPr algn="l">
              <a:defRPr sz="2175" b="0">
                <a:solidFill>
                  <a:srgbClr val="173F43"/>
                </a:solidFill>
                <a:latin typeface="Atkinson Hyperlegible"/>
                <a:ea typeface="Atkinson Hyperlegible"/>
                <a:cs typeface="Atkinson Hyperlegible"/>
              </a:defRPr>
            </a:lvl5pPr>
            <a:lvl6pPr algn="l">
              <a:defRPr sz="2175" b="0">
                <a:solidFill>
                  <a:srgbClr val="173F43"/>
                </a:solidFill>
                <a:latin typeface="Atkinson Hyperlegible"/>
                <a:ea typeface="Atkinson Hyperlegible"/>
                <a:cs typeface="Atkinson Hyperlegible"/>
              </a:defRPr>
            </a:lvl6pPr>
            <a:lvl7pPr algn="l">
              <a:defRPr sz="2175" b="0">
                <a:solidFill>
                  <a:srgbClr val="173F43"/>
                </a:solidFill>
                <a:latin typeface="Atkinson Hyperlegible"/>
                <a:ea typeface="Atkinson Hyperlegible"/>
                <a:cs typeface="Atkinson Hyperlegible"/>
              </a:defRPr>
            </a:lvl7pPr>
            <a:lvl8pPr algn="l">
              <a:defRPr sz="2175" b="0">
                <a:solidFill>
                  <a:srgbClr val="173F43"/>
                </a:solidFill>
                <a:latin typeface="Atkinson Hyperlegible"/>
                <a:ea typeface="Atkinson Hyperlegible"/>
                <a:cs typeface="Atkinson Hyperlegible"/>
              </a:defRPr>
            </a:lvl8pPr>
            <a:lvl9pPr algn="l">
              <a:defRPr sz="2175" b="0">
                <a:solidFill>
                  <a:srgbClr val="173F43"/>
                </a:solidFill>
                <a:latin typeface="Atkinson Hyperlegible"/>
                <a:ea typeface="Atkinson Hyperlegible"/>
                <a:cs typeface="Atkinson Hyperlegible"/>
              </a:defRPr>
            </a:lvl9pPr>
          </a:lstStyle>
          <a:p xmlns:a="http://schemas.openxmlformats.org/drawingml/2006/main">
            <a:pPr algn="l">
              <a:defRPr sz="2175" b="0">
                <a:solidFill>
                  <a:srgbClr val="173F43"/>
                </a:solidFill>
                <a:latin typeface="Atkinson Hyperlegible"/>
                <a:ea typeface="Atkinson Hyperlegible"/>
                <a:cs typeface="Atkinson Hyperlegible"/>
              </a:defRPr>
            </a:pPr>
            <a:r>
              <a:rPr sz="2175" b="0">
                <a:solidFill>
                  <a:srgbClr val="173F43"/>
                </a:solidFill>
                <a:latin typeface="Atkinson Hyperlegible"/>
                <a:ea typeface="Atkinson Hyperlegible"/>
                <a:cs typeface="Atkinson Hyperlegible"/>
              </a:rPr>
              <a:t>Measure service, interruption duration and distribution efficiency.</a:t>
            </a:r>
          </a:p>
        </p:txBody>
      </p:sp>
      <p:pic>
        <p:nvPicPr>
          <p:cNvPr id="13" name="">
            <a:extLst xmlns:a="http://schemas.openxmlformats.org/drawingml/2006/main">
              <a:ext uri="{FF2B5EF4-FFF2-40B4-BE49-F238E27FC236}">
                <a16:creationId xmlns:a16="http://schemas.microsoft.com/office/drawing/2014/main" id="{DC24A5FD-1F36-42F5-BFCE-A41C10AF73FE}"/>
              </a:ext>
            </a:extLst>
          </p:cNvPr>
          <p:cNvPicPr>
            <a:picLocks xmlns:a="http://schemas.openxmlformats.org/drawingml/2006/main" noChangeAspect="1"/>
          </p:cNvPicPr>
          <p:nvPr/>
        </p:nvPicPr>
        <p:blipFill>
          <a:blip xmlns:r="http://schemas.openxmlformats.org/officeDocument/2006/relationships" xmlns:a="http://schemas.openxmlformats.org/drawingml/2006/main" r:embed="R316c1e908eb142c8"/>
          <a:stretch xmlns:a="http://schemas.openxmlformats.org/drawingml/2006/main"/>
        </p:blipFill>
        <p:spPr>
          <a:xfrm xmlns:a="http://schemas.openxmlformats.org/drawingml/2006/main">
            <a:off x="6381750" y="2303084"/>
            <a:ext cx="5191125" cy="2918583"/>
          </a:xfrm>
          <a:prstGeom xmlns:a="http://schemas.openxmlformats.org/drawingml/2006/main" prst="rect">
            <a:avLst/>
          </a:prstGeom>
        </p:spPr>
      </p:pic>
      <p:sp>
        <p:nvSpPr>
          <p:cNvPr id="14" name="shape-21">
            <a:extLst xmlns:a="http://schemas.openxmlformats.org/drawingml/2006/main">
              <a:ext uri="{FF2B5EF4-FFF2-40B4-BE49-F238E27FC236}">
                <a16:creationId xmlns:a16="http://schemas.microsoft.com/office/drawing/2014/main" id="{13C1F43D-7651-4896-8FFC-D748162E1070}"/>
              </a:ext>
            </a:extLst>
          </p:cNvPr>
          <p:cNvSpPr>
            <a:spLocks xmlns:a="http://schemas.openxmlformats.org/drawingml/2006/main" noGrp="1"/>
          </p:cNvSpPr>
          <p:nvPr/>
        </p:nvSpPr>
        <p:spPr>
          <a:xfrm xmlns:a="http://schemas.openxmlformats.org/drawingml/2006/main">
            <a:off x="609600" y="5829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7B73"/>
                </a:solidFill>
                <a:latin typeface="Atkinson Hyperlegible"/>
                <a:ea typeface="Atkinson Hyperlegible"/>
                <a:cs typeface="Atkinson Hyperlegible"/>
              </a:defRPr>
            </a:defPPr>
            <a:lvl1pPr algn="l">
              <a:defRPr sz="1725" b="1">
                <a:solidFill>
                  <a:srgbClr val="137B73"/>
                </a:solidFill>
                <a:latin typeface="Atkinson Hyperlegible"/>
                <a:ea typeface="Atkinson Hyperlegible"/>
                <a:cs typeface="Atkinson Hyperlegible"/>
              </a:defRPr>
            </a:lvl1pPr>
            <a:lvl2pPr algn="l">
              <a:defRPr sz="1725" b="1">
                <a:solidFill>
                  <a:srgbClr val="137B73"/>
                </a:solidFill>
                <a:latin typeface="Atkinson Hyperlegible"/>
                <a:ea typeface="Atkinson Hyperlegible"/>
                <a:cs typeface="Atkinson Hyperlegible"/>
              </a:defRPr>
            </a:lvl2pPr>
            <a:lvl3pPr algn="l">
              <a:defRPr sz="1725" b="1">
                <a:solidFill>
                  <a:srgbClr val="137B73"/>
                </a:solidFill>
                <a:latin typeface="Atkinson Hyperlegible"/>
                <a:ea typeface="Atkinson Hyperlegible"/>
                <a:cs typeface="Atkinson Hyperlegible"/>
              </a:defRPr>
            </a:lvl3pPr>
            <a:lvl4pPr algn="l">
              <a:defRPr sz="1725" b="1">
                <a:solidFill>
                  <a:srgbClr val="137B73"/>
                </a:solidFill>
                <a:latin typeface="Atkinson Hyperlegible"/>
                <a:ea typeface="Atkinson Hyperlegible"/>
                <a:cs typeface="Atkinson Hyperlegible"/>
              </a:defRPr>
            </a:lvl4pPr>
            <a:lvl5pPr algn="l">
              <a:defRPr sz="1725" b="1">
                <a:solidFill>
                  <a:srgbClr val="137B73"/>
                </a:solidFill>
                <a:latin typeface="Atkinson Hyperlegible"/>
                <a:ea typeface="Atkinson Hyperlegible"/>
                <a:cs typeface="Atkinson Hyperlegible"/>
              </a:defRPr>
            </a:lvl5pPr>
            <a:lvl6pPr algn="l">
              <a:defRPr sz="1725" b="1">
                <a:solidFill>
                  <a:srgbClr val="137B73"/>
                </a:solidFill>
                <a:latin typeface="Atkinson Hyperlegible"/>
                <a:ea typeface="Atkinson Hyperlegible"/>
                <a:cs typeface="Atkinson Hyperlegible"/>
              </a:defRPr>
            </a:lvl6pPr>
            <a:lvl7pPr algn="l">
              <a:defRPr sz="1725" b="1">
                <a:solidFill>
                  <a:srgbClr val="137B73"/>
                </a:solidFill>
                <a:latin typeface="Atkinson Hyperlegible"/>
                <a:ea typeface="Atkinson Hyperlegible"/>
                <a:cs typeface="Atkinson Hyperlegible"/>
              </a:defRPr>
            </a:lvl7pPr>
            <a:lvl8pPr algn="l">
              <a:defRPr sz="1725" b="1">
                <a:solidFill>
                  <a:srgbClr val="137B73"/>
                </a:solidFill>
                <a:latin typeface="Atkinson Hyperlegible"/>
                <a:ea typeface="Atkinson Hyperlegible"/>
                <a:cs typeface="Atkinson Hyperlegible"/>
              </a:defRPr>
            </a:lvl8pPr>
            <a:lvl9pPr algn="l">
              <a:defRPr sz="1725" b="1">
                <a:solidFill>
                  <a:srgbClr val="137B73"/>
                </a:solidFill>
                <a:latin typeface="Atkinson Hyperlegible"/>
                <a:ea typeface="Atkinson Hyperlegible"/>
                <a:cs typeface="Atkinson Hyperlegible"/>
              </a:defRPr>
            </a:lvl9pPr>
          </a:lstStyle>
          <a:p xmlns:a="http://schemas.openxmlformats.org/drawingml/2006/main">
            <a:pPr algn="l">
              <a:defRPr sz="1725" b="1">
                <a:solidFill>
                  <a:srgbClr val="137B73"/>
                </a:solidFill>
                <a:latin typeface="Atkinson Hyperlegible"/>
                <a:ea typeface="Atkinson Hyperlegible"/>
                <a:cs typeface="Atkinson Hyperlegible"/>
              </a:defRPr>
            </a:pPr>
            <a:r>
              <a:rPr sz="1725" b="1">
                <a:solidFill>
                  <a:srgbClr val="137B73"/>
                </a:solidFill>
                <a:latin typeface="Atkinson Hyperlegible"/>
                <a:ea typeface="Atkinson Hyperlegible"/>
                <a:cs typeface="Atkinson Hyperlegible"/>
              </a:rPr>
              <a:t>All demand and supply traces are synthetic. The map shows administrative geography.</a:t>
            </a:r>
          </a:p>
        </p:txBody>
      </p:sp>
    </p:spTree>
    <p:extLst>
      <p:ext uri="{BB962C8B-B14F-4D97-AF65-F5344CB8AC3E}">
        <p14:creationId xmlns:p14="http://schemas.microsoft.com/office/powerpoint/2010/main" val="1983838575"/>
      </p:ext>
    </p:extLst>
  </p:cSld>
</p:sld>
</file>

<file path=ppt/slides/slide3.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3" name="shape-22">
            <a:extLst xmlns:a="http://schemas.openxmlformats.org/drawingml/2006/main">
              <a:ext uri="{FF2B5EF4-FFF2-40B4-BE49-F238E27FC236}">
                <a16:creationId xmlns:a16="http://schemas.microsoft.com/office/drawing/2014/main" id="{0B85C148-E9D3-4EAD-9F35-4A08B2D896C6}"/>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3">
            <a:extLst xmlns:a="http://schemas.openxmlformats.org/drawingml/2006/main">
              <a:ext uri="{FF2B5EF4-FFF2-40B4-BE49-F238E27FC236}">
                <a16:creationId xmlns:a16="http://schemas.microsoft.com/office/drawing/2014/main" id="{235ADEBD-B204-4C36-9D53-83D8C2AADD6C}"/>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The simulation and service choices</a:t>
            </a:r>
          </a:p>
        </p:txBody>
      </p:sp>
      <p:sp>
        <p:nvSpPr>
          <p:cNvPr id="3" name="shape-24">
            <a:extLst xmlns:a="http://schemas.openxmlformats.org/drawingml/2006/main">
              <a:ext uri="{FF2B5EF4-FFF2-40B4-BE49-F238E27FC236}">
                <a16:creationId xmlns:a16="http://schemas.microsoft.com/office/drawing/2014/main" id="{F890E762-966C-4C80-A5BA-B7774FD5193F}"/>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24 hourly decisions with current observations and accumulated service history</a:t>
            </a:r>
          </a:p>
        </p:txBody>
      </p:sp>
      <p:sp>
        <p:nvSpPr>
          <p:cNvPr id="4" name="shape-25">
            <a:extLst xmlns:a="http://schemas.openxmlformats.org/drawingml/2006/main">
              <a:ext uri="{FF2B5EF4-FFF2-40B4-BE49-F238E27FC236}">
                <a16:creationId xmlns:a16="http://schemas.microsoft.com/office/drawing/2014/main" id="{D480C92E-7357-4D36-88D8-D4E0B7708324}"/>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6">
            <a:extLst xmlns:a="http://schemas.openxmlformats.org/drawingml/2006/main">
              <a:ext uri="{FF2B5EF4-FFF2-40B4-BE49-F238E27FC236}">
                <a16:creationId xmlns:a16="http://schemas.microsoft.com/office/drawing/2014/main" id="{2876B877-A8BA-4260-B384-8B399A48B85B}"/>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7">
            <a:extLst xmlns:a="http://schemas.openxmlformats.org/drawingml/2006/main">
              <a:ext uri="{FF2B5EF4-FFF2-40B4-BE49-F238E27FC236}">
                <a16:creationId xmlns:a16="http://schemas.microsoft.com/office/drawing/2014/main" id="{261E89D9-7BFE-41D9-B31B-859FADD56B9C}"/>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03</a:t>
            </a:r>
          </a:p>
        </p:txBody>
      </p:sp>
      <p:graphicFrame>
        <p:nvGraphicFramePr>
          <p:cNvPr id="7" name="">
            <a:extLst xmlns:a="http://schemas.openxmlformats.org/drawingml/2006/main">
              <a:ext uri="{FF2B5EF4-FFF2-40B4-BE49-F238E27FC236}">
                <a16:creationId xmlns:a16="http://schemas.microsoft.com/office/drawing/2014/main" id="{1EB7FA2A-66D4-4A52-834B-5DCE838DC470}"/>
              </a:ext>
            </a:extLst>
          </p:cNvPr>
          <p:cNvGraphicFramePr/>
          <p:nvPr/>
        </p:nvGraphicFramePr>
        <p:xfrm>
          <a:off xmlns:a="http://schemas.openxmlformats.org/drawingml/2006/main" x="609600" y="2076450"/>
          <a:ext xmlns:a="http://schemas.openxmlformats.org/drawingml/2006/main" cx="5334000" cy="2247900"/>
        </p:xfrm>
        <a:graphic xmlns:a="http://schemas.openxmlformats.org/drawingml/2006/main">
          <a:graphicData uri="http://schemas.openxmlformats.org/drawingml/2006/table">
            <a:tbl>
              <a:tblPr/>
              <a:tblGrid>
                <a:gridCol w="1809750"/>
                <a:gridCol w="3524250"/>
              </a:tblGrid>
              <a:tr h="561975">
                <a:tc>
                  <a:txBody>
                    <a:bodyPr lIns="95250" tIns="95250" rIns="95250" bIns="95250"/>
                    <a:lstStyle/>
                    <a:p>
                      <a:r>
                        <a:rPr sz="1575" b="1">
                          <a:solidFill>
                            <a:srgbClr val="FFFFFF"/>
                          </a:solidFill>
                          <a:latin typeface="Atkinson Hyperlegible"/>
                          <a:ea typeface="Atkinson Hyperlegible"/>
                          <a:cs typeface="Atkinson Hyperlegible"/>
                        </a:rPr>
                        <a:t>Service tier</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Requested demand</a:t>
                      </a:r>
                    </a:p>
                  </a:txBody>
                  <a:tcPr marL="114300" marR="95250" marT="104775" marB="85725">
                    <a:solidFill>
                      <a:srgbClr val="137B73"/>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Off</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No sectors</a:t>
                      </a:r>
                    </a:p>
                  </a:txBody>
                  <a:tcPr marL="114300" marR="95250" marT="104775" marB="85725">
                    <a:solidFill>
                      <a:srgbClr val="FFFFFF"/>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Critical Only</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Hospital, Water and Bakery</a:t>
                      </a:r>
                    </a:p>
                  </a:txBody>
                  <a:tcPr marL="114300" marR="95250" marT="104775" marB="85725">
                    <a:solidFill>
                      <a:srgbClr val="E7F0EC"/>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Full Service</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All five sectors</a:t>
                      </a:r>
                    </a:p>
                  </a:txBody>
                  <a:tcPr marL="114300" marR="95250" marT="104775" marB="85725">
                    <a:solidFill>
                      <a:srgbClr val="FFFFFF"/>
                    </a:solidFill>
                  </a:tcPr>
                </a:tc>
              </a:tr>
            </a:tbl>
          </a:graphicData>
        </a:graphic>
      </p:graphicFrame>
      <p:graphicFrame>
        <p:nvGraphicFramePr>
          <p:cNvPr id="8" name="">
            <a:extLst xmlns:a="http://schemas.openxmlformats.org/drawingml/2006/main">
              <a:ext uri="{FF2B5EF4-FFF2-40B4-BE49-F238E27FC236}">
                <a16:creationId xmlns:a16="http://schemas.microsoft.com/office/drawing/2014/main" id="{3C1F625E-A447-4D1F-8FA2-C275791FD3F4}"/>
              </a:ext>
            </a:extLst>
          </p:cNvPr>
          <p:cNvGraphicFramePr/>
          <p:nvPr/>
        </p:nvGraphicFramePr>
        <p:xfrm>
          <a:off xmlns:a="http://schemas.openxmlformats.org/drawingml/2006/main" x="6238875" y="2076450"/>
          <a:ext xmlns:a="http://schemas.openxmlformats.org/drawingml/2006/main" cx="5343525" cy="2247900"/>
        </p:xfrm>
        <a:graphic xmlns:a="http://schemas.openxmlformats.org/drawingml/2006/main">
          <a:graphicData uri="http://schemas.openxmlformats.org/drawingml/2006/table">
            <a:tbl>
              <a:tblPr/>
              <a:tblGrid>
                <a:gridCol w="1428750"/>
                <a:gridCol w="3914775"/>
              </a:tblGrid>
              <a:tr h="561975">
                <a:tc>
                  <a:txBody>
                    <a:bodyPr lIns="95250" tIns="95250" rIns="95250" bIns="95250"/>
                    <a:lstStyle/>
                    <a:p>
                      <a:r>
                        <a:rPr sz="1575" b="1">
                          <a:solidFill>
                            <a:srgbClr val="FFFFFF"/>
                          </a:solidFill>
                          <a:latin typeface="Atkinson Hyperlegible"/>
                          <a:ea typeface="Atkinson Hyperlegible"/>
                          <a:cs typeface="Atkinson Hyperlegible"/>
                        </a:rPr>
                        <a:t>Shortage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Supply construction</a:t>
                      </a:r>
                    </a:p>
                  </a:txBody>
                  <a:tcPr marL="114300" marR="95250" marT="104775" marB="85725">
                    <a:solidFill>
                      <a:srgbClr val="137B73"/>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Mild</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80% of total demand</a:t>
                      </a:r>
                    </a:p>
                  </a:txBody>
                  <a:tcPr marL="114300" marR="95250" marT="104775" marB="85725">
                    <a:solidFill>
                      <a:srgbClr val="FFFFFF"/>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Moderate</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65%, minus 10 pp at hours 17–20</a:t>
                      </a:r>
                    </a:p>
                  </a:txBody>
                  <a:tcPr marL="114300" marR="95250" marT="104775" marB="85725">
                    <a:solidFill>
                      <a:srgbClr val="E7F0EC"/>
                    </a:solidFill>
                  </a:tcPr>
                </a:tc>
              </a:tr>
              <a:tr h="561975">
                <a:tc>
                  <a:txBody>
                    <a:bodyPr lIns="95250" tIns="95250" rIns="95250" bIns="95250"/>
                    <a:lstStyle/>
                    <a:p>
                      <a:r>
                        <a:rPr sz="1575" b="0">
                          <a:solidFill>
                            <a:srgbClr val="173F43"/>
                          </a:solidFill>
                          <a:latin typeface="Atkinson Hyperlegible"/>
                          <a:ea typeface="Atkinson Hyperlegible"/>
                          <a:cs typeface="Atkinson Hyperlegible"/>
                        </a:rPr>
                        <a:t>Severe</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50%, minus 15 pp at hours 16–21</a:t>
                      </a:r>
                    </a:p>
                  </a:txBody>
                  <a:tcPr marL="114300" marR="95250" marT="104775" marB="85725">
                    <a:solidFill>
                      <a:srgbClr val="FFFFFF"/>
                    </a:solidFill>
                  </a:tcPr>
                </a:tc>
              </a:tr>
            </a:tbl>
          </a:graphicData>
        </a:graphic>
      </p:graphicFrame>
      <p:sp>
        <p:nvSpPr>
          <p:cNvPr id="9" name="shape-28">
            <a:extLst xmlns:a="http://schemas.openxmlformats.org/drawingml/2006/main">
              <a:ext uri="{FF2B5EF4-FFF2-40B4-BE49-F238E27FC236}">
                <a16:creationId xmlns:a16="http://schemas.microsoft.com/office/drawing/2014/main" id="{AF50C24B-A4BE-49E4-B8AB-EC4EA6382DC0}"/>
              </a:ext>
            </a:extLst>
          </p:cNvPr>
          <p:cNvSpPr>
            <a:spLocks xmlns:a="http://schemas.openxmlformats.org/drawingml/2006/main" noGrp="1"/>
          </p:cNvSpPr>
          <p:nvPr/>
        </p:nvSpPr>
        <p:spPr>
          <a:xfrm xmlns:a="http://schemas.openxmlformats.org/drawingml/2006/main">
            <a:off x="609600" y="4781550"/>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0" name="shape-29">
            <a:extLst xmlns:a="http://schemas.openxmlformats.org/drawingml/2006/main">
              <a:ext uri="{FF2B5EF4-FFF2-40B4-BE49-F238E27FC236}">
                <a16:creationId xmlns:a16="http://schemas.microsoft.com/office/drawing/2014/main" id="{2E6BF0A8-F94F-4235-BC36-8405912D696D}"/>
              </a:ext>
            </a:extLst>
          </p:cNvPr>
          <p:cNvSpPr>
            <a:spLocks xmlns:a="http://schemas.openxmlformats.org/drawingml/2006/main" noGrp="1"/>
          </p:cNvSpPr>
          <p:nvPr/>
        </p:nvSpPr>
        <p:spPr>
          <a:xfrm xmlns:a="http://schemas.openxmlformats.org/drawingml/2006/main">
            <a:off x="828675" y="4667250"/>
            <a:ext cx="107346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Independent demand and supply perturbations within ±5%.</a:t>
            </a:r>
          </a:p>
        </p:txBody>
      </p:sp>
      <p:sp>
        <p:nvSpPr>
          <p:cNvPr id="11" name="shape-30">
            <a:extLst xmlns:a="http://schemas.openxmlformats.org/drawingml/2006/main">
              <a:ext uri="{FF2B5EF4-FFF2-40B4-BE49-F238E27FC236}">
                <a16:creationId xmlns:a16="http://schemas.microsoft.com/office/drawing/2014/main" id="{F957C185-820E-49C6-9E01-805CDF6FC5B5}"/>
              </a:ext>
            </a:extLst>
          </p:cNvPr>
          <p:cNvSpPr>
            <a:spLocks xmlns:a="http://schemas.openxmlformats.org/drawingml/2006/main" noGrp="1"/>
          </p:cNvSpPr>
          <p:nvPr/>
        </p:nvSpPr>
        <p:spPr>
          <a:xfrm xmlns:a="http://schemas.openxmlformats.org/drawingml/2006/main">
            <a:off x="609600" y="5410200"/>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2" name="shape-31">
            <a:extLst xmlns:a="http://schemas.openxmlformats.org/drawingml/2006/main">
              <a:ext uri="{FF2B5EF4-FFF2-40B4-BE49-F238E27FC236}">
                <a16:creationId xmlns:a16="http://schemas.microsoft.com/office/drawing/2014/main" id="{0E14F3F2-6CBE-496E-A737-E00FBA30823E}"/>
              </a:ext>
            </a:extLst>
          </p:cNvPr>
          <p:cNvSpPr>
            <a:spLocks xmlns:a="http://schemas.openxmlformats.org/drawingml/2006/main" noGrp="1"/>
          </p:cNvSpPr>
          <p:nvPr/>
        </p:nvSpPr>
        <p:spPr>
          <a:xfrm xmlns:a="http://schemas.openxmlformats.org/drawingml/2006/main">
            <a:off x="828675" y="5295900"/>
            <a:ext cx="107346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One supply pool. No network power flow, storage or restoration transients.</a:t>
            </a:r>
          </a:p>
        </p:txBody>
      </p:sp>
    </p:spTree>
    <p:extLst>
      <p:ext uri="{BB962C8B-B14F-4D97-AF65-F5344CB8AC3E}">
        <p14:creationId xmlns:p14="http://schemas.microsoft.com/office/powerpoint/2010/main" val="1496487377"/>
      </p:ext>
    </p:extLst>
  </p:cSld>
</p:sld>
</file>

<file path=ppt/slides/slide4.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2" name="shape-32">
            <a:extLst xmlns:a="http://schemas.openxmlformats.org/drawingml/2006/main">
              <a:ext uri="{FF2B5EF4-FFF2-40B4-BE49-F238E27FC236}">
                <a16:creationId xmlns:a16="http://schemas.microsoft.com/office/drawing/2014/main" id="{9AAE35B1-FFAD-450F-A886-A3AB8B80A1C9}"/>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33">
            <a:extLst xmlns:a="http://schemas.openxmlformats.org/drawingml/2006/main">
              <a:ext uri="{FF2B5EF4-FFF2-40B4-BE49-F238E27FC236}">
                <a16:creationId xmlns:a16="http://schemas.microsoft.com/office/drawing/2014/main" id="{52E8B2CF-9F5C-4FDE-9F75-CC72F73D1BCA}"/>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Critical protection through feasible actions</a:t>
            </a:r>
          </a:p>
        </p:txBody>
      </p:sp>
      <p:sp>
        <p:nvSpPr>
          <p:cNvPr id="3" name="shape-34">
            <a:extLst xmlns:a="http://schemas.openxmlformats.org/drawingml/2006/main">
              <a:ext uri="{FF2B5EF4-FFF2-40B4-BE49-F238E27FC236}">
                <a16:creationId xmlns:a16="http://schemas.microsoft.com/office/drawing/2014/main" id="{EA7A5786-BBD0-49CF-93A5-81888F6845D5}"/>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PPO and Constrained Optimization share 128 Critical Only / Full Service combinations</a:t>
            </a:r>
          </a:p>
        </p:txBody>
      </p:sp>
      <p:sp>
        <p:nvSpPr>
          <p:cNvPr id="4" name="shape-35">
            <a:extLst xmlns:a="http://schemas.openxmlformats.org/drawingml/2006/main">
              <a:ext uri="{FF2B5EF4-FFF2-40B4-BE49-F238E27FC236}">
                <a16:creationId xmlns:a16="http://schemas.microsoft.com/office/drawing/2014/main" id="{BA3687F9-72D4-41D1-98E4-2535ECE8EB3D}"/>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36">
            <a:extLst xmlns:a="http://schemas.openxmlformats.org/drawingml/2006/main">
              <a:ext uri="{FF2B5EF4-FFF2-40B4-BE49-F238E27FC236}">
                <a16:creationId xmlns:a16="http://schemas.microsoft.com/office/drawing/2014/main" id="{A0813488-907F-45CE-A280-B25FD18E93D8}"/>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Masking: Huang and Ontañón (2022). Safety distinction: García and Fernández (2015).</a:t>
            </a:r>
          </a:p>
        </p:txBody>
      </p:sp>
      <p:sp>
        <p:nvSpPr>
          <p:cNvPr id="6" name="shape-37">
            <a:extLst xmlns:a="http://schemas.openxmlformats.org/drawingml/2006/main">
              <a:ext uri="{FF2B5EF4-FFF2-40B4-BE49-F238E27FC236}">
                <a16:creationId xmlns:a16="http://schemas.microsoft.com/office/drawing/2014/main" id="{44BD4C25-8E71-48DB-933A-CFF3C74FA4B9}"/>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04</a:t>
            </a:r>
          </a:p>
        </p:txBody>
      </p:sp>
      <p:sp>
        <p:nvSpPr>
          <p:cNvPr id="7" name="shape-38">
            <a:extLst xmlns:a="http://schemas.openxmlformats.org/drawingml/2006/main">
              <a:ext uri="{FF2B5EF4-FFF2-40B4-BE49-F238E27FC236}">
                <a16:creationId xmlns:a16="http://schemas.microsoft.com/office/drawing/2014/main" id="{7A2220B0-2C93-4149-919B-0FB234E48C49}"/>
              </a:ext>
            </a:extLst>
          </p:cNvPr>
          <p:cNvSpPr>
            <a:spLocks xmlns:a="http://schemas.openxmlformats.org/drawingml/2006/main" noGrp="1"/>
          </p:cNvSpPr>
          <p:nvPr/>
        </p:nvSpPr>
        <p:spPr>
          <a:xfrm xmlns:a="http://schemas.openxmlformats.org/drawingml/2006/main">
            <a:off x="609600" y="2076450"/>
            <a:ext cx="542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7B73"/>
                </a:solidFill>
                <a:latin typeface="Atkinson Hyperlegible"/>
                <a:ea typeface="Atkinson Hyperlegible"/>
                <a:cs typeface="Atkinson Hyperlegible"/>
              </a:defRPr>
            </a:defPPr>
            <a:lvl1pPr algn="l">
              <a:defRPr sz="2100" b="1">
                <a:solidFill>
                  <a:srgbClr val="137B73"/>
                </a:solidFill>
                <a:latin typeface="Atkinson Hyperlegible"/>
                <a:ea typeface="Atkinson Hyperlegible"/>
                <a:cs typeface="Atkinson Hyperlegible"/>
              </a:defRPr>
            </a:lvl1pPr>
            <a:lvl2pPr algn="l">
              <a:defRPr sz="2100" b="1">
                <a:solidFill>
                  <a:srgbClr val="137B73"/>
                </a:solidFill>
                <a:latin typeface="Atkinson Hyperlegible"/>
                <a:ea typeface="Atkinson Hyperlegible"/>
                <a:cs typeface="Atkinson Hyperlegible"/>
              </a:defRPr>
            </a:lvl2pPr>
            <a:lvl3pPr algn="l">
              <a:defRPr sz="2100" b="1">
                <a:solidFill>
                  <a:srgbClr val="137B73"/>
                </a:solidFill>
                <a:latin typeface="Atkinson Hyperlegible"/>
                <a:ea typeface="Atkinson Hyperlegible"/>
                <a:cs typeface="Atkinson Hyperlegible"/>
              </a:defRPr>
            </a:lvl3pPr>
            <a:lvl4pPr algn="l">
              <a:defRPr sz="2100" b="1">
                <a:solidFill>
                  <a:srgbClr val="137B73"/>
                </a:solidFill>
                <a:latin typeface="Atkinson Hyperlegible"/>
                <a:ea typeface="Atkinson Hyperlegible"/>
                <a:cs typeface="Atkinson Hyperlegible"/>
              </a:defRPr>
            </a:lvl4pPr>
            <a:lvl5pPr algn="l">
              <a:defRPr sz="2100" b="1">
                <a:solidFill>
                  <a:srgbClr val="137B73"/>
                </a:solidFill>
                <a:latin typeface="Atkinson Hyperlegible"/>
                <a:ea typeface="Atkinson Hyperlegible"/>
                <a:cs typeface="Atkinson Hyperlegible"/>
              </a:defRPr>
            </a:lvl5pPr>
            <a:lvl6pPr algn="l">
              <a:defRPr sz="2100" b="1">
                <a:solidFill>
                  <a:srgbClr val="137B73"/>
                </a:solidFill>
                <a:latin typeface="Atkinson Hyperlegible"/>
                <a:ea typeface="Atkinson Hyperlegible"/>
                <a:cs typeface="Atkinson Hyperlegible"/>
              </a:defRPr>
            </a:lvl6pPr>
            <a:lvl7pPr algn="l">
              <a:defRPr sz="2100" b="1">
                <a:solidFill>
                  <a:srgbClr val="137B73"/>
                </a:solidFill>
                <a:latin typeface="Atkinson Hyperlegible"/>
                <a:ea typeface="Atkinson Hyperlegible"/>
                <a:cs typeface="Atkinson Hyperlegible"/>
              </a:defRPr>
            </a:lvl7pPr>
            <a:lvl8pPr algn="l">
              <a:defRPr sz="2100" b="1">
                <a:solidFill>
                  <a:srgbClr val="137B73"/>
                </a:solidFill>
                <a:latin typeface="Atkinson Hyperlegible"/>
                <a:ea typeface="Atkinson Hyperlegible"/>
                <a:cs typeface="Atkinson Hyperlegible"/>
              </a:defRPr>
            </a:lvl8pPr>
            <a:lvl9pPr algn="l">
              <a:defRPr sz="2100" b="1">
                <a:solidFill>
                  <a:srgbClr val="137B73"/>
                </a:solidFill>
                <a:latin typeface="Atkinson Hyperlegible"/>
                <a:ea typeface="Atkinson Hyperlegible"/>
                <a:cs typeface="Atkinson Hyperlegible"/>
              </a:defRPr>
            </a:lvl9pPr>
          </a:lstStyle>
          <a:p xmlns:a="http://schemas.openxmlformats.org/drawingml/2006/main">
            <a:pPr algn="l">
              <a:defRPr sz="2100" b="1">
                <a:solidFill>
                  <a:srgbClr val="137B73"/>
                </a:solidFill>
                <a:latin typeface="Atkinson Hyperlegible"/>
                <a:ea typeface="Atkinson Hyperlegible"/>
                <a:cs typeface="Atkinson Hyperlegible"/>
              </a:defRPr>
            </a:pPr>
            <a:r>
              <a:rPr sz="2100" b="1">
                <a:solidFill>
                  <a:srgbClr val="137B73"/>
                </a:solidFill>
                <a:latin typeface="Atkinson Hyperlegible"/>
                <a:ea typeface="Atkinson Hyperlegible"/>
                <a:cs typeface="Atkinson Hyperlegible"/>
              </a:rPr>
              <a:t>Critical reservation</a:t>
            </a:r>
          </a:p>
        </p:txBody>
      </p:sp>
      <p:pic>
        <p:nvPicPr>
          <p:cNvPr id="8" name="">
            <a:extLst xmlns:a="http://schemas.openxmlformats.org/drawingml/2006/main">
              <a:ext uri="{FF2B5EF4-FFF2-40B4-BE49-F238E27FC236}">
                <a16:creationId xmlns:a16="http://schemas.microsoft.com/office/drawing/2014/main" id="{AB750E48-C652-4119-9D05-CB5444F5BE21}"/>
              </a:ext>
            </a:extLst>
          </p:cNvPr>
          <p:cNvPicPr>
            <a:picLocks xmlns:a="http://schemas.openxmlformats.org/drawingml/2006/main" noChangeAspect="1"/>
          </p:cNvPicPr>
          <p:nvPr/>
        </p:nvPicPr>
        <p:blipFill>
          <a:blip xmlns:r="http://schemas.openxmlformats.org/officeDocument/2006/relationships" xmlns:a="http://schemas.openxmlformats.org/drawingml/2006/main" r:embed="Raa0bd91146804f19"/>
          <a:stretch xmlns:a="http://schemas.openxmlformats.org/drawingml/2006/main"/>
        </p:blipFill>
        <p:spPr>
          <a:xfrm xmlns:a="http://schemas.openxmlformats.org/drawingml/2006/main">
            <a:off x="4457199" y="2619375"/>
            <a:ext cx="3010903" cy="628650"/>
          </a:xfrm>
          <a:prstGeom xmlns:a="http://schemas.openxmlformats.org/drawingml/2006/main" prst="rect">
            <a:avLst/>
          </a:prstGeom>
        </p:spPr>
      </p:pic>
      <p:sp>
        <p:nvSpPr>
          <p:cNvPr id="9" name="shape-39">
            <a:extLst xmlns:a="http://schemas.openxmlformats.org/drawingml/2006/main">
              <a:ext uri="{FF2B5EF4-FFF2-40B4-BE49-F238E27FC236}">
                <a16:creationId xmlns:a16="http://schemas.microsoft.com/office/drawing/2014/main" id="{6B505FDA-FD2F-4137-A471-FD66154847E3}"/>
              </a:ext>
            </a:extLst>
          </p:cNvPr>
          <p:cNvSpPr>
            <a:spLocks xmlns:a="http://schemas.openxmlformats.org/drawingml/2006/main" noGrp="1"/>
          </p:cNvSpPr>
          <p:nvPr/>
        </p:nvSpPr>
        <p:spPr>
          <a:xfrm xmlns:a="http://schemas.openxmlformats.org/drawingml/2006/main">
            <a:off x="609600" y="3400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787A"/>
                </a:solidFill>
                <a:latin typeface="Atkinson Hyperlegible"/>
                <a:ea typeface="Atkinson Hyperlegible"/>
                <a:cs typeface="Atkinson Hyperlegible"/>
              </a:defRPr>
            </a:defPPr>
            <a:lvl1pPr algn="l">
              <a:defRPr sz="1800" b="0">
                <a:solidFill>
                  <a:srgbClr val="58787A"/>
                </a:solidFill>
                <a:latin typeface="Atkinson Hyperlegible"/>
                <a:ea typeface="Atkinson Hyperlegible"/>
                <a:cs typeface="Atkinson Hyperlegible"/>
              </a:defRPr>
            </a:lvl1pPr>
            <a:lvl2pPr algn="l">
              <a:defRPr sz="1800" b="0">
                <a:solidFill>
                  <a:srgbClr val="58787A"/>
                </a:solidFill>
                <a:latin typeface="Atkinson Hyperlegible"/>
                <a:ea typeface="Atkinson Hyperlegible"/>
                <a:cs typeface="Atkinson Hyperlegible"/>
              </a:defRPr>
            </a:lvl2pPr>
            <a:lvl3pPr algn="l">
              <a:defRPr sz="1800" b="0">
                <a:solidFill>
                  <a:srgbClr val="58787A"/>
                </a:solidFill>
                <a:latin typeface="Atkinson Hyperlegible"/>
                <a:ea typeface="Atkinson Hyperlegible"/>
                <a:cs typeface="Atkinson Hyperlegible"/>
              </a:defRPr>
            </a:lvl3pPr>
            <a:lvl4pPr algn="l">
              <a:defRPr sz="1800" b="0">
                <a:solidFill>
                  <a:srgbClr val="58787A"/>
                </a:solidFill>
                <a:latin typeface="Atkinson Hyperlegible"/>
                <a:ea typeface="Atkinson Hyperlegible"/>
                <a:cs typeface="Atkinson Hyperlegible"/>
              </a:defRPr>
            </a:lvl4pPr>
            <a:lvl5pPr algn="l">
              <a:defRPr sz="1800" b="0">
                <a:solidFill>
                  <a:srgbClr val="58787A"/>
                </a:solidFill>
                <a:latin typeface="Atkinson Hyperlegible"/>
                <a:ea typeface="Atkinson Hyperlegible"/>
                <a:cs typeface="Atkinson Hyperlegible"/>
              </a:defRPr>
            </a:lvl5pPr>
            <a:lvl6pPr algn="l">
              <a:defRPr sz="1800" b="0">
                <a:solidFill>
                  <a:srgbClr val="58787A"/>
                </a:solidFill>
                <a:latin typeface="Atkinson Hyperlegible"/>
                <a:ea typeface="Atkinson Hyperlegible"/>
                <a:cs typeface="Atkinson Hyperlegible"/>
              </a:defRPr>
            </a:lvl6pPr>
            <a:lvl7pPr algn="l">
              <a:defRPr sz="1800" b="0">
                <a:solidFill>
                  <a:srgbClr val="58787A"/>
                </a:solidFill>
                <a:latin typeface="Atkinson Hyperlegible"/>
                <a:ea typeface="Atkinson Hyperlegible"/>
                <a:cs typeface="Atkinson Hyperlegible"/>
              </a:defRPr>
            </a:lvl7pPr>
            <a:lvl8pPr algn="l">
              <a:defRPr sz="1800" b="0">
                <a:solidFill>
                  <a:srgbClr val="58787A"/>
                </a:solidFill>
                <a:latin typeface="Atkinson Hyperlegible"/>
                <a:ea typeface="Atkinson Hyperlegible"/>
                <a:cs typeface="Atkinson Hyperlegible"/>
              </a:defRPr>
            </a:lvl8pPr>
            <a:lvl9pPr algn="l">
              <a:defRPr sz="1800" b="0">
                <a:solidFill>
                  <a:srgbClr val="58787A"/>
                </a:solidFill>
                <a:latin typeface="Atkinson Hyperlegible"/>
                <a:ea typeface="Atkinson Hyperlegible"/>
                <a:cs typeface="Atkinson Hyperlegible"/>
              </a:defRPr>
            </a:lvl9pPr>
          </a:lstStyle>
          <a:p xmlns:a="http://schemas.openxmlformats.org/drawingml/2006/main">
            <a:pPr algn="l">
              <a:defRPr sz="1800" b="0">
                <a:solidFill>
                  <a:srgbClr val="58787A"/>
                </a:solidFill>
                <a:latin typeface="Atkinson Hyperlegible"/>
                <a:ea typeface="Atkinson Hyperlegible"/>
                <a:cs typeface="Atkinson Hyperlegible"/>
              </a:defRPr>
            </a:pPr>
            <a:r>
              <a:rPr sz="1800" b="0">
                <a:solidFill>
                  <a:srgbClr val="58787A"/>
                </a:solidFill>
                <a:latin typeface="Atkinson Hyperlegible"/>
                <a:ea typeface="Atkinson Hyperlegible"/>
                <a:cs typeface="Atkinson Hyperlegible"/>
              </a:rPr>
              <a:t>C: total critical demand     bᵢ: locality noncritical demand     S: available supply</a:t>
            </a:r>
          </a:p>
        </p:txBody>
      </p:sp>
      <p:pic>
        <p:nvPicPr>
          <p:cNvPr id="10" name="">
            <a:extLst xmlns:a="http://schemas.openxmlformats.org/drawingml/2006/main">
              <a:ext uri="{FF2B5EF4-FFF2-40B4-BE49-F238E27FC236}">
                <a16:creationId xmlns:a16="http://schemas.microsoft.com/office/drawing/2014/main" id="{B7C63D1C-FBB6-47E7-B730-2FAC9F3E5CF0}"/>
              </a:ext>
            </a:extLst>
          </p:cNvPr>
          <p:cNvPicPr>
            <a:picLocks xmlns:a="http://schemas.openxmlformats.org/drawingml/2006/main" noChangeAspect="1"/>
          </p:cNvPicPr>
          <p:nvPr/>
        </p:nvPicPr>
        <p:blipFill>
          <a:blip xmlns:r="http://schemas.openxmlformats.org/officeDocument/2006/relationships" xmlns:a="http://schemas.openxmlformats.org/drawingml/2006/main" r:embed="Ra97f186c348b49d6"/>
          <a:stretch xmlns:a="http://schemas.openxmlformats.org/drawingml/2006/main"/>
        </p:blipFill>
        <p:spPr>
          <a:xfrm xmlns:a="http://schemas.openxmlformats.org/drawingml/2006/main">
            <a:off x="2573317" y="4010025"/>
            <a:ext cx="6778666" cy="695325"/>
          </a:xfrm>
          <a:prstGeom xmlns:a="http://schemas.openxmlformats.org/drawingml/2006/main" prst="rect">
            <a:avLst/>
          </a:prstGeom>
        </p:spPr>
      </p:pic>
      <p:sp>
        <p:nvSpPr>
          <p:cNvPr id="11" name="shape-40">
            <a:extLst xmlns:a="http://schemas.openxmlformats.org/drawingml/2006/main">
              <a:ext uri="{FF2B5EF4-FFF2-40B4-BE49-F238E27FC236}">
                <a16:creationId xmlns:a16="http://schemas.microsoft.com/office/drawing/2014/main" id="{B5C1E9F3-E62B-45E8-9368-5718B933E3B7}"/>
              </a:ext>
            </a:extLst>
          </p:cNvPr>
          <p:cNvSpPr>
            <a:spLocks xmlns:a="http://schemas.openxmlformats.org/drawingml/2006/main" noGrp="1"/>
          </p:cNvSpPr>
          <p:nvPr/>
        </p:nvSpPr>
        <p:spPr>
          <a:xfrm xmlns:a="http://schemas.openxmlformats.org/drawingml/2006/main">
            <a:off x="609600" y="499110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73F43"/>
                </a:solidFill>
                <a:latin typeface="Atkinson Hyperlegible"/>
                <a:ea typeface="Atkinson Hyperlegible"/>
                <a:cs typeface="Atkinson Hyperlegible"/>
              </a:defRPr>
            </a:defPPr>
            <a:lvl1pPr algn="l">
              <a:defRPr sz="1950" b="0">
                <a:solidFill>
                  <a:srgbClr val="173F43"/>
                </a:solidFill>
                <a:latin typeface="Atkinson Hyperlegible"/>
                <a:ea typeface="Atkinson Hyperlegible"/>
                <a:cs typeface="Atkinson Hyperlegible"/>
              </a:defRPr>
            </a:lvl1pPr>
            <a:lvl2pPr algn="l">
              <a:defRPr sz="1950" b="0">
                <a:solidFill>
                  <a:srgbClr val="173F43"/>
                </a:solidFill>
                <a:latin typeface="Atkinson Hyperlegible"/>
                <a:ea typeface="Atkinson Hyperlegible"/>
                <a:cs typeface="Atkinson Hyperlegible"/>
              </a:defRPr>
            </a:lvl2pPr>
            <a:lvl3pPr algn="l">
              <a:defRPr sz="1950" b="0">
                <a:solidFill>
                  <a:srgbClr val="173F43"/>
                </a:solidFill>
                <a:latin typeface="Atkinson Hyperlegible"/>
                <a:ea typeface="Atkinson Hyperlegible"/>
                <a:cs typeface="Atkinson Hyperlegible"/>
              </a:defRPr>
            </a:lvl3pPr>
            <a:lvl4pPr algn="l">
              <a:defRPr sz="1950" b="0">
                <a:solidFill>
                  <a:srgbClr val="173F43"/>
                </a:solidFill>
                <a:latin typeface="Atkinson Hyperlegible"/>
                <a:ea typeface="Atkinson Hyperlegible"/>
                <a:cs typeface="Atkinson Hyperlegible"/>
              </a:defRPr>
            </a:lvl4pPr>
            <a:lvl5pPr algn="l">
              <a:defRPr sz="1950" b="0">
                <a:solidFill>
                  <a:srgbClr val="173F43"/>
                </a:solidFill>
                <a:latin typeface="Atkinson Hyperlegible"/>
                <a:ea typeface="Atkinson Hyperlegible"/>
                <a:cs typeface="Atkinson Hyperlegible"/>
              </a:defRPr>
            </a:lvl5pPr>
            <a:lvl6pPr algn="l">
              <a:defRPr sz="1950" b="0">
                <a:solidFill>
                  <a:srgbClr val="173F43"/>
                </a:solidFill>
                <a:latin typeface="Atkinson Hyperlegible"/>
                <a:ea typeface="Atkinson Hyperlegible"/>
                <a:cs typeface="Atkinson Hyperlegible"/>
              </a:defRPr>
            </a:lvl6pPr>
            <a:lvl7pPr algn="l">
              <a:defRPr sz="1950" b="0">
                <a:solidFill>
                  <a:srgbClr val="173F43"/>
                </a:solidFill>
                <a:latin typeface="Atkinson Hyperlegible"/>
                <a:ea typeface="Atkinson Hyperlegible"/>
                <a:cs typeface="Atkinson Hyperlegible"/>
              </a:defRPr>
            </a:lvl7pPr>
            <a:lvl8pPr algn="l">
              <a:defRPr sz="1950" b="0">
                <a:solidFill>
                  <a:srgbClr val="173F43"/>
                </a:solidFill>
                <a:latin typeface="Atkinson Hyperlegible"/>
                <a:ea typeface="Atkinson Hyperlegible"/>
                <a:cs typeface="Atkinson Hyperlegible"/>
              </a:defRPr>
            </a:lvl8pPr>
            <a:lvl9pPr algn="l">
              <a:defRPr sz="1950" b="0">
                <a:solidFill>
                  <a:srgbClr val="173F43"/>
                </a:solidFill>
                <a:latin typeface="Atkinson Hyperlegible"/>
                <a:ea typeface="Atkinson Hyperlegible"/>
                <a:cs typeface="Atkinson Hyperlegible"/>
              </a:defRPr>
            </a:lvl9pPr>
          </a:lstStyle>
          <a:p xmlns:a="http://schemas.openxmlformats.org/drawingml/2006/main">
            <a:pPr algn="l">
              <a:defRPr sz="1950" b="0">
                <a:solidFill>
                  <a:srgbClr val="173F43"/>
                </a:solidFill>
                <a:latin typeface="Atkinson Hyperlegible"/>
                <a:ea typeface="Atkinson Hyperlegible"/>
                <a:cs typeface="Atkinson Hyperlegible"/>
              </a:defRPr>
            </a:pPr>
            <a:r>
              <a:rPr sz="1950" b="0">
                <a:solidFill>
                  <a:srgbClr val="173F43"/>
                </a:solidFill>
                <a:latin typeface="Atkinson Hyperlegible"/>
                <a:ea typeface="Atkinson Hyperlegible"/>
                <a:cs typeface="Atkinson Hyperlegible"/>
              </a:rPr>
              <a:t>Shared proportional dispatch uses ε = 10⁻⁸. If critical demand cannot fit, the all-Critical-Only fallback still records the resulting interruption.</a:t>
            </a:r>
          </a:p>
        </p:txBody>
      </p:sp>
    </p:spTree>
    <p:extLst>
      <p:ext uri="{BB962C8B-B14F-4D97-AF65-F5344CB8AC3E}">
        <p14:creationId xmlns:p14="http://schemas.microsoft.com/office/powerpoint/2010/main" val="1233351372"/>
      </p:ext>
    </p:extLst>
  </p:cSld>
</p:sld>
</file>

<file path=ppt/slides/slide5.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41">
            <a:extLst xmlns:a="http://schemas.openxmlformats.org/drawingml/2006/main">
              <a:ext uri="{FF2B5EF4-FFF2-40B4-BE49-F238E27FC236}">
                <a16:creationId xmlns:a16="http://schemas.microsoft.com/office/drawing/2014/main" id="{2CB089D8-1DB2-4A12-B293-F4CAFEB2C07E}"/>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42">
            <a:extLst xmlns:a="http://schemas.openxmlformats.org/drawingml/2006/main">
              <a:ext uri="{FF2B5EF4-FFF2-40B4-BE49-F238E27FC236}">
                <a16:creationId xmlns:a16="http://schemas.microsoft.com/office/drawing/2014/main" id="{78534A62-1F2D-4149-860B-7A75C7ABC230}"/>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Three original decision procedures</a:t>
            </a:r>
          </a:p>
        </p:txBody>
      </p:sp>
      <p:sp>
        <p:nvSpPr>
          <p:cNvPr id="3" name="shape-43">
            <a:extLst xmlns:a="http://schemas.openxmlformats.org/drawingml/2006/main">
              <a:ext uri="{FF2B5EF4-FFF2-40B4-BE49-F238E27FC236}">
                <a16:creationId xmlns:a16="http://schemas.microsoft.com/office/drawing/2014/main" id="{D24D1A88-5F39-4432-8573-14CC86558092}"/>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The optimizer and PPO use the same current information and feasible set</a:t>
            </a:r>
          </a:p>
        </p:txBody>
      </p:sp>
      <p:sp>
        <p:nvSpPr>
          <p:cNvPr id="4" name="shape-44">
            <a:extLst xmlns:a="http://schemas.openxmlformats.org/drawingml/2006/main">
              <a:ext uri="{FF2B5EF4-FFF2-40B4-BE49-F238E27FC236}">
                <a16:creationId xmlns:a16="http://schemas.microsoft.com/office/drawing/2014/main" id="{78B04524-8DB9-4C0D-8F66-0126FFB00499}"/>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45">
            <a:extLst xmlns:a="http://schemas.openxmlformats.org/drawingml/2006/main">
              <a:ext uri="{FF2B5EF4-FFF2-40B4-BE49-F238E27FC236}">
                <a16:creationId xmlns:a16="http://schemas.microsoft.com/office/drawing/2014/main" id="{A12F04AF-ABE4-4E44-9C5F-BC02832CF8EC}"/>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46">
            <a:extLst xmlns:a="http://schemas.openxmlformats.org/drawingml/2006/main">
              <a:ext uri="{FF2B5EF4-FFF2-40B4-BE49-F238E27FC236}">
                <a16:creationId xmlns:a16="http://schemas.microsoft.com/office/drawing/2014/main" id="{D9EE8AC6-F7B8-4306-9629-CDC056A7423E}"/>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05</a:t>
            </a:r>
          </a:p>
        </p:txBody>
      </p:sp>
      <p:graphicFrame>
        <p:nvGraphicFramePr>
          <p:cNvPr id="7" name="">
            <a:extLst xmlns:a="http://schemas.openxmlformats.org/drawingml/2006/main">
              <a:ext uri="{FF2B5EF4-FFF2-40B4-BE49-F238E27FC236}">
                <a16:creationId xmlns:a16="http://schemas.microsoft.com/office/drawing/2014/main" id="{546AC2F1-848E-464B-BDEF-4AFA2D52CE75}"/>
              </a:ext>
            </a:extLst>
          </p:cNvPr>
          <p:cNvGraphicFramePr/>
          <p:nvPr/>
        </p:nvGraphicFramePr>
        <p:xfrm>
          <a:off xmlns:a="http://schemas.openxmlformats.org/drawingml/2006/main" x="609600" y="2143125"/>
          <a:ext xmlns:a="http://schemas.openxmlformats.org/drawingml/2006/main" cx="10972800" cy="2724150"/>
        </p:xfrm>
        <a:graphic xmlns:a="http://schemas.openxmlformats.org/drawingml/2006/main">
          <a:graphicData uri="http://schemas.openxmlformats.org/drawingml/2006/table">
            <a:tbl>
              <a:tblPr/>
              <a:tblGrid>
                <a:gridCol w="2619375"/>
                <a:gridCol w="5810250"/>
                <a:gridCol w="2543175"/>
              </a:tblGrid>
              <a:tr h="681038">
                <a:tc>
                  <a:txBody>
                    <a:bodyPr lIns="95250" tIns="95250" rIns="95250" bIns="95250"/>
                    <a:lstStyle/>
                    <a:p>
                      <a:r>
                        <a:rPr sz="1575" b="1">
                          <a:solidFill>
                            <a:srgbClr val="FFFFFF"/>
                          </a:solidFill>
                          <a:latin typeface="Atkinson Hyperlegible"/>
                          <a:ea typeface="Atkinson Hyperlegible"/>
                          <a:cs typeface="Atkinson Hyperlegible"/>
                        </a:rPr>
                        <a:t>Controller</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Decision rule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Horizon</a:t>
                      </a:r>
                    </a:p>
                  </a:txBody>
                  <a:tcPr marL="114300" marR="95250" marT="104775" marB="85725">
                    <a:solidFill>
                      <a:srgbClr val="137B73"/>
                    </a:solidFill>
                  </a:tcPr>
                </a:tc>
              </a:tr>
              <a:tr h="681038">
                <a:tc>
                  <a:txBody>
                    <a:bodyPr lIns="95250" tIns="95250" rIns="95250" bIns="95250"/>
                    <a:lstStyle/>
                    <a:p>
                      <a:r>
                        <a:rPr sz="1575" b="0">
                          <a:solidFill>
                            <a:srgbClr val="173F43"/>
                          </a:solidFill>
                          <a:latin typeface="Atkinson Hyperlegible"/>
                          <a:ea typeface="Atkinson Hyperlegible"/>
                          <a:cs typeface="Atkinson Hyperlegible"/>
                        </a:rPr>
                        <a:t>Fixed Rotation</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Three localities Full Service for each three-hour block</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Fixed schedule</a:t>
                      </a:r>
                    </a:p>
                  </a:txBody>
                  <a:tcPr marL="114300" marR="95250" marT="104775" marB="85725">
                    <a:solidFill>
                      <a:srgbClr val="FFFFFF"/>
                    </a:solidFill>
                  </a:tcPr>
                </a:tc>
              </a:tr>
              <a:tr h="681038">
                <a:tc>
                  <a:txBody>
                    <a:bodyPr lIns="95250" tIns="95250" rIns="95250" bIns="95250"/>
                    <a:lstStyle/>
                    <a:p>
                      <a:r>
                        <a:rPr sz="1575" b="0">
                          <a:solidFill>
                            <a:srgbClr val="173F43"/>
                          </a:solidFill>
                          <a:latin typeface="Atkinson Hyperlegible"/>
                          <a:ea typeface="Atkinson Hyperlegible"/>
                          <a:cs typeface="Atkinson Hyperlegible"/>
                        </a:rPr>
                        <a:t>Constrained Optimization</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Checks 128 assignments and maximizes current reward over the feasible set</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Current hour</a:t>
                      </a:r>
                    </a:p>
                  </a:txBody>
                  <a:tcPr marL="114300" marR="95250" marT="104775" marB="85725">
                    <a:solidFill>
                      <a:srgbClr val="E7F0EC"/>
                    </a:solidFill>
                  </a:tcPr>
                </a:tc>
              </a:tr>
              <a:tr h="681038">
                <a:tc>
                  <a:txBody>
                    <a:bodyPr lIns="95250" tIns="95250" rIns="95250" bIns="95250"/>
                    <a:lstStyle/>
                    <a:p>
                      <a:r>
                        <a:rPr sz="1575" b="0">
                          <a:solidFill>
                            <a:srgbClr val="173F43"/>
                          </a:solidFill>
                          <a:latin typeface="Atkinson Hyperlegible"/>
                          <a:ea typeface="Atkinson Hyperlegible"/>
                          <a:cs typeface="Atkinson Hyperlegible"/>
                        </a:rPr>
                        <a:t>PPO</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Chooses the highest-logit feasible action from a learned policy</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Daily training objective</a:t>
                      </a:r>
                    </a:p>
                  </a:txBody>
                  <a:tcPr marL="114300" marR="95250" marT="104775" marB="85725">
                    <a:solidFill>
                      <a:srgbClr val="FFFFFF"/>
                    </a:solidFill>
                  </a:tcPr>
                </a:tc>
              </a:tr>
            </a:tbl>
          </a:graphicData>
        </a:graphic>
      </p:graphicFrame>
      <p:pic>
        <p:nvPicPr>
          <p:cNvPr id="8" name="">
            <a:extLst xmlns:a="http://schemas.openxmlformats.org/drawingml/2006/main">
              <a:ext uri="{FF2B5EF4-FFF2-40B4-BE49-F238E27FC236}">
                <a16:creationId xmlns:a16="http://schemas.microsoft.com/office/drawing/2014/main" id="{5E44EFE5-7FF7-4670-96B9-28CF1F3129DA}"/>
              </a:ext>
            </a:extLst>
          </p:cNvPr>
          <p:cNvPicPr>
            <a:picLocks xmlns:a="http://schemas.openxmlformats.org/drawingml/2006/main" noChangeAspect="1"/>
          </p:cNvPicPr>
          <p:nvPr/>
        </p:nvPicPr>
        <p:blipFill>
          <a:blip xmlns:r="http://schemas.openxmlformats.org/officeDocument/2006/relationships" xmlns:a="http://schemas.openxmlformats.org/drawingml/2006/main" r:embed="Rc4271d1a68ef4a70"/>
          <a:stretch xmlns:a="http://schemas.openxmlformats.org/drawingml/2006/main"/>
        </p:blipFill>
        <p:spPr>
          <a:xfrm xmlns:a="http://schemas.openxmlformats.org/drawingml/2006/main">
            <a:off x="3537033" y="5229225"/>
            <a:ext cx="5079835" cy="619125"/>
          </a:xfrm>
          <a:prstGeom xmlns:a="http://schemas.openxmlformats.org/drawingml/2006/main" prst="rect">
            <a:avLst/>
          </a:prstGeom>
        </p:spPr>
      </p:pic>
    </p:spTree>
    <p:extLst>
      <p:ext uri="{BB962C8B-B14F-4D97-AF65-F5344CB8AC3E}">
        <p14:creationId xmlns:p14="http://schemas.microsoft.com/office/powerpoint/2010/main" val="581331043"/>
      </p:ext>
    </p:extLst>
  </p:cSld>
</p:sld>
</file>

<file path=ppt/slides/slide6.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1" name="shape-47">
            <a:extLst xmlns:a="http://schemas.openxmlformats.org/drawingml/2006/main">
              <a:ext uri="{FF2B5EF4-FFF2-40B4-BE49-F238E27FC236}">
                <a16:creationId xmlns:a16="http://schemas.microsoft.com/office/drawing/2014/main" id="{642CD158-D12B-4B3A-A8C2-FC9FB7074E27}"/>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48">
            <a:extLst xmlns:a="http://schemas.openxmlformats.org/drawingml/2006/main">
              <a:ext uri="{FF2B5EF4-FFF2-40B4-BE49-F238E27FC236}">
                <a16:creationId xmlns:a16="http://schemas.microsoft.com/office/drawing/2014/main" id="{611A14FD-535D-429E-A96C-15BAB5D6AD77}"/>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Reward and public service measures</a:t>
            </a:r>
          </a:p>
        </p:txBody>
      </p:sp>
      <p:sp>
        <p:nvSpPr>
          <p:cNvPr id="3" name="shape-49">
            <a:extLst xmlns:a="http://schemas.openxmlformats.org/drawingml/2006/main">
              <a:ext uri="{FF2B5EF4-FFF2-40B4-BE49-F238E27FC236}">
                <a16:creationId xmlns:a16="http://schemas.microsoft.com/office/drawing/2014/main" id="{3944593D-C1B2-475C-B416-893993D3C908}"/>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The training objective combines protection, utilization, fairness and switching</a:t>
            </a:r>
          </a:p>
        </p:txBody>
      </p:sp>
      <p:sp>
        <p:nvSpPr>
          <p:cNvPr id="4" name="shape-50">
            <a:extLst xmlns:a="http://schemas.openxmlformats.org/drawingml/2006/main">
              <a:ext uri="{FF2B5EF4-FFF2-40B4-BE49-F238E27FC236}">
                <a16:creationId xmlns:a16="http://schemas.microsoft.com/office/drawing/2014/main" id="{8A20A68B-6192-400D-98A9-22362B4700DD}"/>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51">
            <a:extLst xmlns:a="http://schemas.openxmlformats.org/drawingml/2006/main">
              <a:ext uri="{FF2B5EF4-FFF2-40B4-BE49-F238E27FC236}">
                <a16:creationId xmlns:a16="http://schemas.microsoft.com/office/drawing/2014/main" id="{FF6EAF15-B0B7-429C-B0B3-84DB95D6708E}"/>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Fairness definition: Jain, Chiu and Hawe (1984).</a:t>
            </a:r>
          </a:p>
        </p:txBody>
      </p:sp>
      <p:sp>
        <p:nvSpPr>
          <p:cNvPr id="6" name="shape-52">
            <a:extLst xmlns:a="http://schemas.openxmlformats.org/drawingml/2006/main">
              <a:ext uri="{FF2B5EF4-FFF2-40B4-BE49-F238E27FC236}">
                <a16:creationId xmlns:a16="http://schemas.microsoft.com/office/drawing/2014/main" id="{4BEA2B4A-BD5A-4748-AE0E-E0FA3BFF46B8}"/>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06</a:t>
            </a:r>
          </a:p>
        </p:txBody>
      </p:sp>
      <p:pic>
        <p:nvPicPr>
          <p:cNvPr id="7" name="">
            <a:extLst xmlns:a="http://schemas.openxmlformats.org/drawingml/2006/main">
              <a:ext uri="{FF2B5EF4-FFF2-40B4-BE49-F238E27FC236}">
                <a16:creationId xmlns:a16="http://schemas.microsoft.com/office/drawing/2014/main" id="{8D4E79C5-96D6-44FA-9A90-0CF2E968E438}"/>
              </a:ext>
            </a:extLst>
          </p:cNvPr>
          <p:cNvPicPr>
            <a:picLocks xmlns:a="http://schemas.openxmlformats.org/drawingml/2006/main" noChangeAspect="1"/>
          </p:cNvPicPr>
          <p:nvPr/>
        </p:nvPicPr>
        <p:blipFill>
          <a:blip xmlns:r="http://schemas.openxmlformats.org/officeDocument/2006/relationships" xmlns:a="http://schemas.openxmlformats.org/drawingml/2006/main" r:embed="Rebd2f7a393e640c3"/>
          <a:stretch xmlns:a="http://schemas.openxmlformats.org/drawingml/2006/main"/>
        </p:blipFill>
        <p:spPr>
          <a:xfrm xmlns:a="http://schemas.openxmlformats.org/drawingml/2006/main">
            <a:off x="3232813" y="2009775"/>
            <a:ext cx="5726373" cy="723900"/>
          </a:xfrm>
          <a:prstGeom xmlns:a="http://schemas.openxmlformats.org/drawingml/2006/main" prst="rect">
            <a:avLst/>
          </a:prstGeom>
        </p:spPr>
      </p:pic>
      <p:sp>
        <p:nvSpPr>
          <p:cNvPr id="8" name="shape-53">
            <a:extLst xmlns:a="http://schemas.openxmlformats.org/drawingml/2006/main">
              <a:ext uri="{FF2B5EF4-FFF2-40B4-BE49-F238E27FC236}">
                <a16:creationId xmlns:a16="http://schemas.microsoft.com/office/drawing/2014/main" id="{858AC050-6D5A-4C82-B4A8-8B925671E257}"/>
              </a:ext>
            </a:extLst>
          </p:cNvPr>
          <p:cNvSpPr>
            <a:spLocks xmlns:a="http://schemas.openxmlformats.org/drawingml/2006/main" noGrp="1"/>
          </p:cNvSpPr>
          <p:nvPr/>
        </p:nvSpPr>
        <p:spPr>
          <a:xfrm xmlns:a="http://schemas.openxmlformats.org/drawingml/2006/main">
            <a:off x="609600" y="2962275"/>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C: hourly critical service     U: supply utilization     J: cumulative-service fairness</a:t>
            </a:r>
          </a:p>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W: fraction changing tier     O: excess requested power / total demand</a:t>
            </a:r>
          </a:p>
        </p:txBody>
      </p:sp>
      <p:pic>
        <p:nvPicPr>
          <p:cNvPr id="9" name="">
            <a:extLst xmlns:a="http://schemas.openxmlformats.org/drawingml/2006/main">
              <a:ext uri="{FF2B5EF4-FFF2-40B4-BE49-F238E27FC236}">
                <a16:creationId xmlns:a16="http://schemas.microsoft.com/office/drawing/2014/main" id="{2ECB4F83-E79A-469E-B04B-C093C41D3FA5}"/>
              </a:ext>
            </a:extLst>
          </p:cNvPr>
          <p:cNvPicPr>
            <a:picLocks xmlns:a="http://schemas.openxmlformats.org/drawingml/2006/main" noChangeAspect="1"/>
          </p:cNvPicPr>
          <p:nvPr/>
        </p:nvPicPr>
        <p:blipFill>
          <a:blip xmlns:r="http://schemas.openxmlformats.org/officeDocument/2006/relationships" xmlns:a="http://schemas.openxmlformats.org/drawingml/2006/main" r:embed="Ra22254137414497a"/>
          <a:stretch xmlns:a="http://schemas.openxmlformats.org/drawingml/2006/main"/>
        </p:blipFill>
        <p:spPr>
          <a:xfrm xmlns:a="http://schemas.openxmlformats.org/drawingml/2006/main">
            <a:off x="5136089" y="3857625"/>
            <a:ext cx="1919822" cy="838200"/>
          </a:xfrm>
          <a:prstGeom xmlns:a="http://schemas.openxmlformats.org/drawingml/2006/main" prst="rect">
            <a:avLst/>
          </a:prstGeom>
        </p:spPr>
      </p:pic>
      <p:sp>
        <p:nvSpPr>
          <p:cNvPr id="10" name="shape-54">
            <a:extLst xmlns:a="http://schemas.openxmlformats.org/drawingml/2006/main">
              <a:ext uri="{FF2B5EF4-FFF2-40B4-BE49-F238E27FC236}">
                <a16:creationId xmlns:a16="http://schemas.microsoft.com/office/drawing/2014/main" id="{E0E2E7F8-9CC1-41FE-9F84-C877A0BC7EC2}"/>
              </a:ext>
            </a:extLst>
          </p:cNvPr>
          <p:cNvSpPr>
            <a:spLocks xmlns:a="http://schemas.openxmlformats.org/drawingml/2006/main" noGrp="1"/>
          </p:cNvSpPr>
          <p:nvPr/>
        </p:nvSpPr>
        <p:spPr>
          <a:xfrm xmlns:a="http://schemas.openxmlformats.org/drawingml/2006/main">
            <a:off x="609600" y="50196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zᵢ,t is cumulative served energy / cumulative demand. Report mean hourly Jain fairness, direct duration measures and energy separately from daily reward.</a:t>
            </a:r>
          </a:p>
        </p:txBody>
      </p:sp>
    </p:spTree>
    <p:extLst>
      <p:ext uri="{BB962C8B-B14F-4D97-AF65-F5344CB8AC3E}">
        <p14:creationId xmlns:p14="http://schemas.microsoft.com/office/powerpoint/2010/main" val="2107326508"/>
      </p:ext>
    </p:extLst>
  </p:cSld>
</p:sld>
</file>

<file path=ppt/slides/slide7.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2" name="shape-55">
            <a:extLst xmlns:a="http://schemas.openxmlformats.org/drawingml/2006/main">
              <a:ext uri="{FF2B5EF4-FFF2-40B4-BE49-F238E27FC236}">
                <a16:creationId xmlns:a16="http://schemas.microsoft.com/office/drawing/2014/main" id="{6D474F52-14D6-4A67-AC48-EDE969D27289}"/>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56">
            <a:extLst xmlns:a="http://schemas.openxmlformats.org/drawingml/2006/main">
              <a:ext uri="{FF2B5EF4-FFF2-40B4-BE49-F238E27FC236}">
                <a16:creationId xmlns:a16="http://schemas.microsoft.com/office/drawing/2014/main" id="{BB9AD176-730C-4A88-93A0-0B3E63EE6C00}"/>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Definitions used in the hourly reward</a:t>
            </a:r>
          </a:p>
        </p:txBody>
      </p:sp>
      <p:sp>
        <p:nvSpPr>
          <p:cNvPr id="3" name="shape-57">
            <a:extLst xmlns:a="http://schemas.openxmlformats.org/drawingml/2006/main">
              <a:ext uri="{FF2B5EF4-FFF2-40B4-BE49-F238E27FC236}">
                <a16:creationId xmlns:a16="http://schemas.microsoft.com/office/drawing/2014/main" id="{15ED6415-2182-4B16-A243-16479F64D10C}"/>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All reward components are dimensionless. Power is measured in MW and energy in MWh.</a:t>
            </a:r>
          </a:p>
        </p:txBody>
      </p:sp>
      <p:sp>
        <p:nvSpPr>
          <p:cNvPr id="4" name="shape-58">
            <a:extLst xmlns:a="http://schemas.openxmlformats.org/drawingml/2006/main">
              <a:ext uri="{FF2B5EF4-FFF2-40B4-BE49-F238E27FC236}">
                <a16:creationId xmlns:a16="http://schemas.microsoft.com/office/drawing/2014/main" id="{D7D76677-D294-4099-8332-D7D2E56D959F}"/>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59">
            <a:extLst xmlns:a="http://schemas.openxmlformats.org/drawingml/2006/main">
              <a:ext uri="{FF2B5EF4-FFF2-40B4-BE49-F238E27FC236}">
                <a16:creationId xmlns:a16="http://schemas.microsoft.com/office/drawing/2014/main" id="{BCFCF75B-97D5-4570-B190-65F9BCFF3B66}"/>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60">
            <a:extLst xmlns:a="http://schemas.openxmlformats.org/drawingml/2006/main">
              <a:ext uri="{FF2B5EF4-FFF2-40B4-BE49-F238E27FC236}">
                <a16:creationId xmlns:a16="http://schemas.microsoft.com/office/drawing/2014/main" id="{26568823-C793-4249-B9A4-9EFA3B604D64}"/>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07</a:t>
            </a:r>
          </a:p>
        </p:txBody>
      </p:sp>
      <p:pic>
        <p:nvPicPr>
          <p:cNvPr id="7" name="">
            <a:extLst xmlns:a="http://schemas.openxmlformats.org/drawingml/2006/main">
              <a:ext uri="{FF2B5EF4-FFF2-40B4-BE49-F238E27FC236}">
                <a16:creationId xmlns:a16="http://schemas.microsoft.com/office/drawing/2014/main" id="{52FED8F4-72FF-4427-B1C8-B1B3E1F772AA}"/>
              </a:ext>
            </a:extLst>
          </p:cNvPr>
          <p:cNvPicPr>
            <a:picLocks xmlns:a="http://schemas.openxmlformats.org/drawingml/2006/main" noChangeAspect="1"/>
          </p:cNvPicPr>
          <p:nvPr/>
        </p:nvPicPr>
        <p:blipFill>
          <a:blip xmlns:r="http://schemas.openxmlformats.org/officeDocument/2006/relationships" xmlns:a="http://schemas.openxmlformats.org/drawingml/2006/main" r:embed="Rd5b0b42f1dbe483c"/>
          <a:stretch xmlns:a="http://schemas.openxmlformats.org/drawingml/2006/main"/>
        </p:blipFill>
        <p:spPr>
          <a:xfrm xmlns:a="http://schemas.openxmlformats.org/drawingml/2006/main">
            <a:off x="1871717" y="2009775"/>
            <a:ext cx="8448566" cy="866775"/>
          </a:xfrm>
          <a:prstGeom xmlns:a="http://schemas.openxmlformats.org/drawingml/2006/main" prst="rect">
            <a:avLst/>
          </a:prstGeom>
        </p:spPr>
      </p:pic>
      <p:sp>
        <p:nvSpPr>
          <p:cNvPr id="8" name="shape-61">
            <a:extLst xmlns:a="http://schemas.openxmlformats.org/drawingml/2006/main">
              <a:ext uri="{FF2B5EF4-FFF2-40B4-BE49-F238E27FC236}">
                <a16:creationId xmlns:a16="http://schemas.microsoft.com/office/drawing/2014/main" id="{568BC2A2-AC66-4D38-AF3E-B696257A1F0F}"/>
              </a:ext>
            </a:extLst>
          </p:cNvPr>
          <p:cNvSpPr>
            <a:spLocks xmlns:a="http://schemas.openxmlformats.org/drawingml/2006/main" noGrp="1"/>
          </p:cNvSpPr>
          <p:nvPr/>
        </p:nvSpPr>
        <p:spPr>
          <a:xfrm xmlns:a="http://schemas.openxmlformats.org/drawingml/2006/main">
            <a:off x="609600" y="29908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787A"/>
                </a:solidFill>
                <a:latin typeface="Atkinson Hyperlegible"/>
                <a:ea typeface="Atkinson Hyperlegible"/>
                <a:cs typeface="Atkinson Hyperlegible"/>
              </a:defRPr>
            </a:defPPr>
            <a:lvl1pPr algn="l">
              <a:defRPr sz="1800" b="0">
                <a:solidFill>
                  <a:srgbClr val="58787A"/>
                </a:solidFill>
                <a:latin typeface="Atkinson Hyperlegible"/>
                <a:ea typeface="Atkinson Hyperlegible"/>
                <a:cs typeface="Atkinson Hyperlegible"/>
              </a:defRPr>
            </a:lvl1pPr>
            <a:lvl2pPr algn="l">
              <a:defRPr sz="1800" b="0">
                <a:solidFill>
                  <a:srgbClr val="58787A"/>
                </a:solidFill>
                <a:latin typeface="Atkinson Hyperlegible"/>
                <a:ea typeface="Atkinson Hyperlegible"/>
                <a:cs typeface="Atkinson Hyperlegible"/>
              </a:defRPr>
            </a:lvl2pPr>
            <a:lvl3pPr algn="l">
              <a:defRPr sz="1800" b="0">
                <a:solidFill>
                  <a:srgbClr val="58787A"/>
                </a:solidFill>
                <a:latin typeface="Atkinson Hyperlegible"/>
                <a:ea typeface="Atkinson Hyperlegible"/>
                <a:cs typeface="Atkinson Hyperlegible"/>
              </a:defRPr>
            </a:lvl3pPr>
            <a:lvl4pPr algn="l">
              <a:defRPr sz="1800" b="0">
                <a:solidFill>
                  <a:srgbClr val="58787A"/>
                </a:solidFill>
                <a:latin typeface="Atkinson Hyperlegible"/>
                <a:ea typeface="Atkinson Hyperlegible"/>
                <a:cs typeface="Atkinson Hyperlegible"/>
              </a:defRPr>
            </a:lvl4pPr>
            <a:lvl5pPr algn="l">
              <a:defRPr sz="1800" b="0">
                <a:solidFill>
                  <a:srgbClr val="58787A"/>
                </a:solidFill>
                <a:latin typeface="Atkinson Hyperlegible"/>
                <a:ea typeface="Atkinson Hyperlegible"/>
                <a:cs typeface="Atkinson Hyperlegible"/>
              </a:defRPr>
            </a:lvl5pPr>
            <a:lvl6pPr algn="l">
              <a:defRPr sz="1800" b="0">
                <a:solidFill>
                  <a:srgbClr val="58787A"/>
                </a:solidFill>
                <a:latin typeface="Atkinson Hyperlegible"/>
                <a:ea typeface="Atkinson Hyperlegible"/>
                <a:cs typeface="Atkinson Hyperlegible"/>
              </a:defRPr>
            </a:lvl6pPr>
            <a:lvl7pPr algn="l">
              <a:defRPr sz="1800" b="0">
                <a:solidFill>
                  <a:srgbClr val="58787A"/>
                </a:solidFill>
                <a:latin typeface="Atkinson Hyperlegible"/>
                <a:ea typeface="Atkinson Hyperlegible"/>
                <a:cs typeface="Atkinson Hyperlegible"/>
              </a:defRPr>
            </a:lvl7pPr>
            <a:lvl8pPr algn="l">
              <a:defRPr sz="1800" b="0">
                <a:solidFill>
                  <a:srgbClr val="58787A"/>
                </a:solidFill>
                <a:latin typeface="Atkinson Hyperlegible"/>
                <a:ea typeface="Atkinson Hyperlegible"/>
                <a:cs typeface="Atkinson Hyperlegible"/>
              </a:defRPr>
            </a:lvl8pPr>
            <a:lvl9pPr algn="l">
              <a:defRPr sz="1800" b="0">
                <a:solidFill>
                  <a:srgbClr val="58787A"/>
                </a:solidFill>
                <a:latin typeface="Atkinson Hyperlegible"/>
                <a:ea typeface="Atkinson Hyperlegible"/>
                <a:cs typeface="Atkinson Hyperlegible"/>
              </a:defRPr>
            </a:lvl9pPr>
          </a:lstStyle>
          <a:p xmlns:a="http://schemas.openxmlformats.org/drawingml/2006/main">
            <a:pPr algn="l">
              <a:defRPr sz="1800" b="0">
                <a:solidFill>
                  <a:srgbClr val="58787A"/>
                </a:solidFill>
                <a:latin typeface="Atkinson Hyperlegible"/>
                <a:ea typeface="Atkinson Hyperlegible"/>
                <a:cs typeface="Atkinson Hyperlegible"/>
              </a:defRPr>
            </a:pPr>
            <a:r>
              <a:rPr sz="1800" b="0">
                <a:solidFill>
                  <a:srgbClr val="58787A"/>
                </a:solidFill>
                <a:latin typeface="Atkinson Hyperlegible"/>
                <a:ea typeface="Atkinson Hyperlegible"/>
                <a:cs typeface="Atkinson Hyperlegible"/>
              </a:rPr>
              <a:t>D: total demand    Q: requested power    Y: delivered power    S: supply</a:t>
            </a:r>
          </a:p>
        </p:txBody>
      </p:sp>
      <p:pic>
        <p:nvPicPr>
          <p:cNvPr id="9" name="">
            <a:extLst xmlns:a="http://schemas.openxmlformats.org/drawingml/2006/main">
              <a:ext uri="{FF2B5EF4-FFF2-40B4-BE49-F238E27FC236}">
                <a16:creationId xmlns:a16="http://schemas.microsoft.com/office/drawing/2014/main" id="{C9D1A749-9F0F-4CDF-BD15-AC14DE31FC25}"/>
              </a:ext>
            </a:extLst>
          </p:cNvPr>
          <p:cNvPicPr>
            <a:picLocks xmlns:a="http://schemas.openxmlformats.org/drawingml/2006/main" noChangeAspect="1"/>
          </p:cNvPicPr>
          <p:nvPr/>
        </p:nvPicPr>
        <p:blipFill>
          <a:blip xmlns:r="http://schemas.openxmlformats.org/officeDocument/2006/relationships" xmlns:a="http://schemas.openxmlformats.org/drawingml/2006/main" r:embed="Rd43a48f4eabd45ad"/>
          <a:stretch xmlns:a="http://schemas.openxmlformats.org/drawingml/2006/main"/>
        </p:blipFill>
        <p:spPr>
          <a:xfrm xmlns:a="http://schemas.openxmlformats.org/drawingml/2006/main">
            <a:off x="3465884" y="3476625"/>
            <a:ext cx="5260232" cy="8001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226CFEA-B764-42B5-AE55-4D2383D12D35}"/>
              </a:ext>
            </a:extLst>
          </p:cNvPr>
          <p:cNvPicPr>
            <a:picLocks xmlns:a="http://schemas.openxmlformats.org/drawingml/2006/main" noChangeAspect="1"/>
          </p:cNvPicPr>
          <p:nvPr/>
        </p:nvPicPr>
        <p:blipFill>
          <a:blip xmlns:r="http://schemas.openxmlformats.org/officeDocument/2006/relationships" xmlns:a="http://schemas.openxmlformats.org/drawingml/2006/main" r:embed="R55f021d8bd764b66"/>
          <a:stretch xmlns:a="http://schemas.openxmlformats.org/drawingml/2006/main"/>
        </p:blipFill>
        <p:spPr>
          <a:xfrm xmlns:a="http://schemas.openxmlformats.org/drawingml/2006/main">
            <a:off x="1633295" y="4610100"/>
            <a:ext cx="8925411" cy="781050"/>
          </a:xfrm>
          <a:prstGeom xmlns:a="http://schemas.openxmlformats.org/drawingml/2006/main" prst="rect">
            <a:avLst/>
          </a:prstGeom>
        </p:spPr>
      </p:pic>
      <p:sp>
        <p:nvSpPr>
          <p:cNvPr id="11" name="shape-62">
            <a:extLst xmlns:a="http://schemas.openxmlformats.org/drawingml/2006/main">
              <a:ext uri="{FF2B5EF4-FFF2-40B4-BE49-F238E27FC236}">
                <a16:creationId xmlns:a16="http://schemas.microsoft.com/office/drawing/2014/main" id="{CCE90255-9EB5-4C23-A3C2-C8DCEFE6C1EC}"/>
              </a:ext>
            </a:extLst>
          </p:cNvPr>
          <p:cNvSpPr>
            <a:spLocks xmlns:a="http://schemas.openxmlformats.org/drawingml/2006/main" noGrp="1"/>
          </p:cNvSpPr>
          <p:nvPr/>
        </p:nvSpPr>
        <p:spPr>
          <a:xfrm xmlns:a="http://schemas.openxmlformats.org/drawingml/2006/main">
            <a:off x="609600" y="5705475"/>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Fairness uses cumulative service after dispatch. Switching is zero at hour 0. ε = 10⁻⁸ protects denominators; it adds no physical supply.</a:t>
            </a:r>
          </a:p>
        </p:txBody>
      </p:sp>
    </p:spTree>
    <p:extLst>
      <p:ext uri="{BB962C8B-B14F-4D97-AF65-F5344CB8AC3E}">
        <p14:creationId xmlns:p14="http://schemas.microsoft.com/office/powerpoint/2010/main" val="962811340"/>
      </p:ext>
    </p:extLst>
  </p:cSld>
</p:sld>
</file>

<file path=ppt/slides/slide8.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3" name="shape-63">
            <a:extLst xmlns:a="http://schemas.openxmlformats.org/drawingml/2006/main">
              <a:ext uri="{FF2B5EF4-FFF2-40B4-BE49-F238E27FC236}">
                <a16:creationId xmlns:a16="http://schemas.microsoft.com/office/drawing/2014/main" id="{4496A937-89AF-4C85-91BF-8977BFFB07CC}"/>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64">
            <a:extLst xmlns:a="http://schemas.openxmlformats.org/drawingml/2006/main">
              <a:ext uri="{FF2B5EF4-FFF2-40B4-BE49-F238E27FC236}">
                <a16:creationId xmlns:a16="http://schemas.microsoft.com/office/drawing/2014/main" id="{5513F386-A2EF-458E-9DF4-2ECC30091D6B}"/>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State, observations and transitions</a:t>
            </a:r>
          </a:p>
        </p:txBody>
      </p:sp>
      <p:sp>
        <p:nvSpPr>
          <p:cNvPr id="3" name="shape-65">
            <a:extLst xmlns:a="http://schemas.openxmlformats.org/drawingml/2006/main">
              <a:ext uri="{FF2B5EF4-FFF2-40B4-BE49-F238E27FC236}">
                <a16:creationId xmlns:a16="http://schemas.microsoft.com/office/drawing/2014/main" id="{765F3295-78AA-4B9E-A344-5E1B62D7B896}"/>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 24-hour finite-horizon decision process with action-independent demand and supply</a:t>
            </a:r>
          </a:p>
        </p:txBody>
      </p:sp>
      <p:sp>
        <p:nvSpPr>
          <p:cNvPr id="4" name="shape-66">
            <a:extLst xmlns:a="http://schemas.openxmlformats.org/drawingml/2006/main">
              <a:ext uri="{FF2B5EF4-FFF2-40B4-BE49-F238E27FC236}">
                <a16:creationId xmlns:a16="http://schemas.microsoft.com/office/drawing/2014/main" id="{E7CF34F9-3EC8-41CC-BE66-0A3F90DB13FF}"/>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67">
            <a:extLst xmlns:a="http://schemas.openxmlformats.org/drawingml/2006/main">
              <a:ext uri="{FF2B5EF4-FFF2-40B4-BE49-F238E27FC236}">
                <a16:creationId xmlns:a16="http://schemas.microsoft.com/office/drawing/2014/main" id="{FA1AE4EA-EFE1-4545-BE25-6404D92F2A1E}"/>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68">
            <a:extLst xmlns:a="http://schemas.openxmlformats.org/drawingml/2006/main">
              <a:ext uri="{FF2B5EF4-FFF2-40B4-BE49-F238E27FC236}">
                <a16:creationId xmlns:a16="http://schemas.microsoft.com/office/drawing/2014/main" id="{7E93CD11-DD93-438D-AB82-EB038564BB58}"/>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08</a:t>
            </a:r>
          </a:p>
        </p:txBody>
      </p:sp>
      <p:pic>
        <p:nvPicPr>
          <p:cNvPr id="7" name="">
            <a:extLst xmlns:a="http://schemas.openxmlformats.org/drawingml/2006/main">
              <a:ext uri="{FF2B5EF4-FFF2-40B4-BE49-F238E27FC236}">
                <a16:creationId xmlns:a16="http://schemas.microsoft.com/office/drawing/2014/main" id="{CF5A866D-F84E-4CA0-960B-5AF59919B74D}"/>
              </a:ext>
            </a:extLst>
          </p:cNvPr>
          <p:cNvPicPr>
            <a:picLocks xmlns:a="http://schemas.openxmlformats.org/drawingml/2006/main" noChangeAspect="1"/>
          </p:cNvPicPr>
          <p:nvPr/>
        </p:nvPicPr>
        <p:blipFill>
          <a:blip xmlns:r="http://schemas.openxmlformats.org/officeDocument/2006/relationships" xmlns:a="http://schemas.openxmlformats.org/drawingml/2006/main" r:embed="R76866860466246f0"/>
          <a:stretch xmlns:a="http://schemas.openxmlformats.org/drawingml/2006/main"/>
        </p:blipFill>
        <p:spPr>
          <a:xfrm xmlns:a="http://schemas.openxmlformats.org/drawingml/2006/main">
            <a:off x="857250" y="2134840"/>
            <a:ext cx="10477500" cy="540445"/>
          </a:xfrm>
          <a:prstGeom xmlns:a="http://schemas.openxmlformats.org/drawingml/2006/main" prst="rect">
            <a:avLst/>
          </a:prstGeom>
        </p:spPr>
      </p:pic>
      <p:sp>
        <p:nvSpPr>
          <p:cNvPr id="8" name="shape-69">
            <a:extLst xmlns:a="http://schemas.openxmlformats.org/drawingml/2006/main">
              <a:ext uri="{FF2B5EF4-FFF2-40B4-BE49-F238E27FC236}">
                <a16:creationId xmlns:a16="http://schemas.microsoft.com/office/drawing/2014/main" id="{3B3B9ACA-E7C6-4F8D-8F16-6224D1AE9048}"/>
              </a:ext>
            </a:extLst>
          </p:cNvPr>
          <p:cNvSpPr>
            <a:spLocks xmlns:a="http://schemas.openxmlformats.org/drawingml/2006/main" noGrp="1"/>
          </p:cNvSpPr>
          <p:nvPr/>
        </p:nvSpPr>
        <p:spPr>
          <a:xfrm xmlns:a="http://schemas.openxmlformats.org/drawingml/2006/main">
            <a:off x="609600" y="29527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ξ is the scenario-generator state. The actor observes a 46-feature projection, without access to the future trace.</a:t>
            </a:r>
          </a:p>
        </p:txBody>
      </p:sp>
      <p:sp>
        <p:nvSpPr>
          <p:cNvPr id="9" name="shape-70">
            <a:extLst xmlns:a="http://schemas.openxmlformats.org/drawingml/2006/main">
              <a:ext uri="{FF2B5EF4-FFF2-40B4-BE49-F238E27FC236}">
                <a16:creationId xmlns:a16="http://schemas.microsoft.com/office/drawing/2014/main" id="{CE2CA569-7303-4F5A-B39A-8877D94791FF}"/>
              </a:ext>
            </a:extLst>
          </p:cNvPr>
          <p:cNvSpPr>
            <a:spLocks xmlns:a="http://schemas.openxmlformats.org/drawingml/2006/main" noGrp="1"/>
          </p:cNvSpPr>
          <p:nvPr/>
        </p:nvSpPr>
        <p:spPr>
          <a:xfrm xmlns:a="http://schemas.openxmlformats.org/drawingml/2006/main">
            <a:off x="609600" y="36480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8787A"/>
                </a:solidFill>
                <a:latin typeface="Atkinson Hyperlegible"/>
                <a:ea typeface="Atkinson Hyperlegible"/>
                <a:cs typeface="Atkinson Hyperlegible"/>
              </a:defRPr>
            </a:defPPr>
            <a:lvl1pPr algn="l">
              <a:defRPr sz="1650" b="0">
                <a:solidFill>
                  <a:srgbClr val="58787A"/>
                </a:solidFill>
                <a:latin typeface="Atkinson Hyperlegible"/>
                <a:ea typeface="Atkinson Hyperlegible"/>
                <a:cs typeface="Atkinson Hyperlegible"/>
              </a:defRPr>
            </a:lvl1pPr>
            <a:lvl2pPr algn="l">
              <a:defRPr sz="1650" b="0">
                <a:solidFill>
                  <a:srgbClr val="58787A"/>
                </a:solidFill>
                <a:latin typeface="Atkinson Hyperlegible"/>
                <a:ea typeface="Atkinson Hyperlegible"/>
                <a:cs typeface="Atkinson Hyperlegible"/>
              </a:defRPr>
            </a:lvl2pPr>
            <a:lvl3pPr algn="l">
              <a:defRPr sz="1650" b="0">
                <a:solidFill>
                  <a:srgbClr val="58787A"/>
                </a:solidFill>
                <a:latin typeface="Atkinson Hyperlegible"/>
                <a:ea typeface="Atkinson Hyperlegible"/>
                <a:cs typeface="Atkinson Hyperlegible"/>
              </a:defRPr>
            </a:lvl3pPr>
            <a:lvl4pPr algn="l">
              <a:defRPr sz="1650" b="0">
                <a:solidFill>
                  <a:srgbClr val="58787A"/>
                </a:solidFill>
                <a:latin typeface="Atkinson Hyperlegible"/>
                <a:ea typeface="Atkinson Hyperlegible"/>
                <a:cs typeface="Atkinson Hyperlegible"/>
              </a:defRPr>
            </a:lvl4pPr>
            <a:lvl5pPr algn="l">
              <a:defRPr sz="1650" b="0">
                <a:solidFill>
                  <a:srgbClr val="58787A"/>
                </a:solidFill>
                <a:latin typeface="Atkinson Hyperlegible"/>
                <a:ea typeface="Atkinson Hyperlegible"/>
                <a:cs typeface="Atkinson Hyperlegible"/>
              </a:defRPr>
            </a:lvl5pPr>
            <a:lvl6pPr algn="l">
              <a:defRPr sz="1650" b="0">
                <a:solidFill>
                  <a:srgbClr val="58787A"/>
                </a:solidFill>
                <a:latin typeface="Atkinson Hyperlegible"/>
                <a:ea typeface="Atkinson Hyperlegible"/>
                <a:cs typeface="Atkinson Hyperlegible"/>
              </a:defRPr>
            </a:lvl6pPr>
            <a:lvl7pPr algn="l">
              <a:defRPr sz="1650" b="0">
                <a:solidFill>
                  <a:srgbClr val="58787A"/>
                </a:solidFill>
                <a:latin typeface="Atkinson Hyperlegible"/>
                <a:ea typeface="Atkinson Hyperlegible"/>
                <a:cs typeface="Atkinson Hyperlegible"/>
              </a:defRPr>
            </a:lvl7pPr>
            <a:lvl8pPr algn="l">
              <a:defRPr sz="1650" b="0">
                <a:solidFill>
                  <a:srgbClr val="58787A"/>
                </a:solidFill>
                <a:latin typeface="Atkinson Hyperlegible"/>
                <a:ea typeface="Atkinson Hyperlegible"/>
                <a:cs typeface="Atkinson Hyperlegible"/>
              </a:defRPr>
            </a:lvl8pPr>
            <a:lvl9pPr algn="l">
              <a:defRPr sz="1650" b="0">
                <a:solidFill>
                  <a:srgbClr val="58787A"/>
                </a:solidFill>
                <a:latin typeface="Atkinson Hyperlegible"/>
                <a:ea typeface="Atkinson Hyperlegible"/>
                <a:cs typeface="Atkinson Hyperlegible"/>
              </a:defRPr>
            </a:lvl9pPr>
          </a:lstStyle>
          <a:p xmlns:a="http://schemas.openxmlformats.org/drawingml/2006/main">
            <a:pPr algn="l">
              <a:defRPr sz="1650" b="0">
                <a:solidFill>
                  <a:srgbClr val="58787A"/>
                </a:solidFill>
                <a:latin typeface="Atkinson Hyperlegible"/>
                <a:ea typeface="Atkinson Hyperlegible"/>
                <a:cs typeface="Atkinson Hyperlegible"/>
              </a:defRPr>
            </a:pPr>
            <a:r>
              <a:rPr sz="1650" b="0">
                <a:solidFill>
                  <a:srgbClr val="58787A"/>
                </a:solidFill>
                <a:latin typeface="Atkinson Hyperlegible"/>
                <a:ea typeface="Atkinson Hyperlegible"/>
                <a:cs typeface="Atkinson Hyperlegible"/>
              </a:rPr>
              <a:t>D⁻ / E⁻: demanded / served MWh before the hour. a: locality service tier.</a:t>
            </a:r>
          </a:p>
        </p:txBody>
      </p:sp>
      <p:pic>
        <p:nvPicPr>
          <p:cNvPr id="10" name="">
            <a:extLst xmlns:a="http://schemas.openxmlformats.org/drawingml/2006/main">
              <a:ext uri="{FF2B5EF4-FFF2-40B4-BE49-F238E27FC236}">
                <a16:creationId xmlns:a16="http://schemas.microsoft.com/office/drawing/2014/main" id="{DA8F8CB0-8D64-47A7-9872-507D11F410E3}"/>
              </a:ext>
            </a:extLst>
          </p:cNvPr>
          <p:cNvPicPr>
            <a:picLocks xmlns:a="http://schemas.openxmlformats.org/drawingml/2006/main" noChangeAspect="1"/>
          </p:cNvPicPr>
          <p:nvPr/>
        </p:nvPicPr>
        <p:blipFill>
          <a:blip xmlns:r="http://schemas.openxmlformats.org/officeDocument/2006/relationships" xmlns:a="http://schemas.openxmlformats.org/drawingml/2006/main" r:embed="Rf9ef11ecddbd4baf"/>
          <a:stretch xmlns:a="http://schemas.openxmlformats.org/drawingml/2006/main"/>
        </p:blipFill>
        <p:spPr>
          <a:xfrm xmlns:a="http://schemas.openxmlformats.org/drawingml/2006/main">
            <a:off x="1829441" y="3971925"/>
            <a:ext cx="8533118" cy="733425"/>
          </a:xfrm>
          <a:prstGeom xmlns:a="http://schemas.openxmlformats.org/drawingml/2006/main" prst="rect">
            <a:avLst/>
          </a:prstGeom>
        </p:spPr>
      </p:pic>
      <p:sp>
        <p:nvSpPr>
          <p:cNvPr id="11" name="shape-71">
            <a:extLst xmlns:a="http://schemas.openxmlformats.org/drawingml/2006/main">
              <a:ext uri="{FF2B5EF4-FFF2-40B4-BE49-F238E27FC236}">
                <a16:creationId xmlns:a16="http://schemas.microsoft.com/office/drawing/2014/main" id="{EF0C2EB2-1EE3-4AC6-B1E0-69B0A6EADF6D}"/>
              </a:ext>
            </a:extLst>
          </p:cNvPr>
          <p:cNvSpPr>
            <a:spLocks xmlns:a="http://schemas.openxmlformats.org/drawingml/2006/main" noGrp="1"/>
          </p:cNvSpPr>
          <p:nvPr/>
        </p:nvSpPr>
        <p:spPr>
          <a:xfrm xmlns:a="http://schemas.openxmlformats.org/drawingml/2006/main">
            <a:off x="609600" y="50958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Δt = 1 hour. The action updates served-energy history and the previous tier. The scenario supplies the next demand and availability.</a:t>
            </a:r>
          </a:p>
        </p:txBody>
      </p:sp>
      <p:sp>
        <p:nvSpPr>
          <p:cNvPr id="12" name="shape-72">
            <a:extLst xmlns:a="http://schemas.openxmlformats.org/drawingml/2006/main">
              <a:ext uri="{FF2B5EF4-FFF2-40B4-BE49-F238E27FC236}">
                <a16:creationId xmlns:a16="http://schemas.microsoft.com/office/drawing/2014/main" id="{3870404C-AC9C-4B63-B0BB-66FB3BE60804}"/>
              </a:ext>
            </a:extLst>
          </p:cNvPr>
          <p:cNvSpPr>
            <a:spLocks xmlns:a="http://schemas.openxmlformats.org/drawingml/2006/main" noGrp="1"/>
          </p:cNvSpPr>
          <p:nvPr/>
        </p:nvSpPr>
        <p:spPr>
          <a:xfrm xmlns:a="http://schemas.openxmlformats.org/drawingml/2006/main">
            <a:off x="609600" y="5943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8787A"/>
                </a:solidFill>
                <a:latin typeface="Atkinson Hyperlegible"/>
                <a:ea typeface="Atkinson Hyperlegible"/>
                <a:cs typeface="Atkinson Hyperlegible"/>
              </a:defRPr>
            </a:defPPr>
            <a:lvl1pPr algn="l">
              <a:defRPr sz="1650" b="0">
                <a:solidFill>
                  <a:srgbClr val="58787A"/>
                </a:solidFill>
                <a:latin typeface="Atkinson Hyperlegible"/>
                <a:ea typeface="Atkinson Hyperlegible"/>
                <a:cs typeface="Atkinson Hyperlegible"/>
              </a:defRPr>
            </a:lvl1pPr>
            <a:lvl2pPr algn="l">
              <a:defRPr sz="1650" b="0">
                <a:solidFill>
                  <a:srgbClr val="58787A"/>
                </a:solidFill>
                <a:latin typeface="Atkinson Hyperlegible"/>
                <a:ea typeface="Atkinson Hyperlegible"/>
                <a:cs typeface="Atkinson Hyperlegible"/>
              </a:defRPr>
            </a:lvl2pPr>
            <a:lvl3pPr algn="l">
              <a:defRPr sz="1650" b="0">
                <a:solidFill>
                  <a:srgbClr val="58787A"/>
                </a:solidFill>
                <a:latin typeface="Atkinson Hyperlegible"/>
                <a:ea typeface="Atkinson Hyperlegible"/>
                <a:cs typeface="Atkinson Hyperlegible"/>
              </a:defRPr>
            </a:lvl3pPr>
            <a:lvl4pPr algn="l">
              <a:defRPr sz="1650" b="0">
                <a:solidFill>
                  <a:srgbClr val="58787A"/>
                </a:solidFill>
                <a:latin typeface="Atkinson Hyperlegible"/>
                <a:ea typeface="Atkinson Hyperlegible"/>
                <a:cs typeface="Atkinson Hyperlegible"/>
              </a:defRPr>
            </a:lvl4pPr>
            <a:lvl5pPr algn="l">
              <a:defRPr sz="1650" b="0">
                <a:solidFill>
                  <a:srgbClr val="58787A"/>
                </a:solidFill>
                <a:latin typeface="Atkinson Hyperlegible"/>
                <a:ea typeface="Atkinson Hyperlegible"/>
                <a:cs typeface="Atkinson Hyperlegible"/>
              </a:defRPr>
            </a:lvl5pPr>
            <a:lvl6pPr algn="l">
              <a:defRPr sz="1650" b="0">
                <a:solidFill>
                  <a:srgbClr val="58787A"/>
                </a:solidFill>
                <a:latin typeface="Atkinson Hyperlegible"/>
                <a:ea typeface="Atkinson Hyperlegible"/>
                <a:cs typeface="Atkinson Hyperlegible"/>
              </a:defRPr>
            </a:lvl6pPr>
            <a:lvl7pPr algn="l">
              <a:defRPr sz="1650" b="0">
                <a:solidFill>
                  <a:srgbClr val="58787A"/>
                </a:solidFill>
                <a:latin typeface="Atkinson Hyperlegible"/>
                <a:ea typeface="Atkinson Hyperlegible"/>
                <a:cs typeface="Atkinson Hyperlegible"/>
              </a:defRPr>
            </a:lvl7pPr>
            <a:lvl8pPr algn="l">
              <a:defRPr sz="1650" b="0">
                <a:solidFill>
                  <a:srgbClr val="58787A"/>
                </a:solidFill>
                <a:latin typeface="Atkinson Hyperlegible"/>
                <a:ea typeface="Atkinson Hyperlegible"/>
                <a:cs typeface="Atkinson Hyperlegible"/>
              </a:defRPr>
            </a:lvl8pPr>
            <a:lvl9pPr algn="l">
              <a:defRPr sz="1650" b="0">
                <a:solidFill>
                  <a:srgbClr val="58787A"/>
                </a:solidFill>
                <a:latin typeface="Atkinson Hyperlegible"/>
                <a:ea typeface="Atkinson Hyperlegible"/>
                <a:cs typeface="Atkinson Hyperlegible"/>
              </a:defRPr>
            </a:lvl9pPr>
          </a:lstStyle>
          <a:p xmlns:a="http://schemas.openxmlformats.org/drawingml/2006/main">
            <a:pPr algn="l">
              <a:defRPr sz="1650" b="0">
                <a:solidFill>
                  <a:srgbClr val="58787A"/>
                </a:solidFill>
                <a:latin typeface="Atkinson Hyperlegible"/>
                <a:ea typeface="Atkinson Hyperlegible"/>
                <a:cs typeface="Atkinson Hyperlegible"/>
              </a:defRPr>
            </a:pPr>
            <a:r>
              <a:rPr sz="1650" b="0">
                <a:solidFill>
                  <a:srgbClr val="58787A"/>
                </a:solidFill>
                <a:latin typeface="Atkinson Hyperlegible"/>
                <a:ea typeface="Atkinson Hyperlegible"/>
                <a:cs typeface="Atkinson Hyperlegible"/>
              </a:rPr>
              <a:t>Cumulative energy starts at zero. Episodes terminate after hour 23 with zero terminal value.</a:t>
            </a:r>
          </a:p>
        </p:txBody>
      </p:sp>
    </p:spTree>
    <p:extLst>
      <p:ext uri="{BB962C8B-B14F-4D97-AF65-F5344CB8AC3E}">
        <p14:creationId xmlns:p14="http://schemas.microsoft.com/office/powerpoint/2010/main" val="748831952"/>
      </p:ext>
    </p:extLst>
  </p:cSld>
</p:sld>
</file>

<file path=ppt/slides/slide9.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1" name="shape-73">
            <a:extLst xmlns:a="http://schemas.openxmlformats.org/drawingml/2006/main">
              <a:ext uri="{FF2B5EF4-FFF2-40B4-BE49-F238E27FC236}">
                <a16:creationId xmlns:a16="http://schemas.microsoft.com/office/drawing/2014/main" id="{DF517DD2-CA86-417E-BDBA-274336D9488B}"/>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74">
            <a:extLst xmlns:a="http://schemas.openxmlformats.org/drawingml/2006/main">
              <a:ext uri="{FF2B5EF4-FFF2-40B4-BE49-F238E27FC236}">
                <a16:creationId xmlns:a16="http://schemas.microsoft.com/office/drawing/2014/main" id="{4EB0710A-8796-42F9-95EA-0DB53E135FA0}"/>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Masked PPO training</a:t>
            </a:r>
          </a:p>
        </p:txBody>
      </p:sp>
      <p:sp>
        <p:nvSpPr>
          <p:cNvPr id="3" name="shape-75">
            <a:extLst xmlns:a="http://schemas.openxmlformats.org/drawingml/2006/main">
              <a:ext uri="{FF2B5EF4-FFF2-40B4-BE49-F238E27FC236}">
                <a16:creationId xmlns:a16="http://schemas.microsoft.com/office/drawing/2014/main" id="{2D50AD7A-18A9-454A-995B-D8067A361596}"/>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Separate actor and critic networks: 46 inputs, two 256-unit tanh layers, 128 actor logits</a:t>
            </a:r>
          </a:p>
        </p:txBody>
      </p:sp>
      <p:sp>
        <p:nvSpPr>
          <p:cNvPr id="4" name="shape-76">
            <a:extLst xmlns:a="http://schemas.openxmlformats.org/drawingml/2006/main">
              <a:ext uri="{FF2B5EF4-FFF2-40B4-BE49-F238E27FC236}">
                <a16:creationId xmlns:a16="http://schemas.microsoft.com/office/drawing/2014/main" id="{FDBB5FC1-AB80-4A83-9332-8F4238AFDFDC}"/>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77">
            <a:extLst xmlns:a="http://schemas.openxmlformats.org/drawingml/2006/main">
              <a:ext uri="{FF2B5EF4-FFF2-40B4-BE49-F238E27FC236}">
                <a16:creationId xmlns:a16="http://schemas.microsoft.com/office/drawing/2014/main" id="{7CBF28F0-9A15-40FB-87A2-B17E119C2E41}"/>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PPO: Schulman et al. (2017). Masking: Huang and Ontañón (2022).</a:t>
            </a:r>
          </a:p>
        </p:txBody>
      </p:sp>
      <p:sp>
        <p:nvSpPr>
          <p:cNvPr id="6" name="shape-78">
            <a:extLst xmlns:a="http://schemas.openxmlformats.org/drawingml/2006/main">
              <a:ext uri="{FF2B5EF4-FFF2-40B4-BE49-F238E27FC236}">
                <a16:creationId xmlns:a16="http://schemas.microsoft.com/office/drawing/2014/main" id="{7C6B2EC9-B9C8-44EB-91FD-C4F20725BC59}"/>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09</a:t>
            </a:r>
          </a:p>
        </p:txBody>
      </p:sp>
      <p:pic>
        <p:nvPicPr>
          <p:cNvPr id="7" name="">
            <a:extLst xmlns:a="http://schemas.openxmlformats.org/drawingml/2006/main">
              <a:ext uri="{FF2B5EF4-FFF2-40B4-BE49-F238E27FC236}">
                <a16:creationId xmlns:a16="http://schemas.microsoft.com/office/drawing/2014/main" id="{4EF41628-D371-4B64-9C5B-461AD63F1210}"/>
              </a:ext>
            </a:extLst>
          </p:cNvPr>
          <p:cNvPicPr>
            <a:picLocks xmlns:a="http://schemas.openxmlformats.org/drawingml/2006/main" noChangeAspect="1"/>
          </p:cNvPicPr>
          <p:nvPr/>
        </p:nvPicPr>
        <p:blipFill>
          <a:blip xmlns:r="http://schemas.openxmlformats.org/officeDocument/2006/relationships" xmlns:a="http://schemas.openxmlformats.org/drawingml/2006/main" r:embed="Rd6123203301f47ac"/>
          <a:stretch xmlns:a="http://schemas.openxmlformats.org/drawingml/2006/main"/>
        </p:blipFill>
        <p:spPr>
          <a:xfrm xmlns:a="http://schemas.openxmlformats.org/drawingml/2006/main">
            <a:off x="4623797" y="2047875"/>
            <a:ext cx="2944405" cy="80962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AA8F7FF-09BD-4296-BE7F-2356665753C9}"/>
              </a:ext>
            </a:extLst>
          </p:cNvPr>
          <p:cNvPicPr>
            <a:picLocks xmlns:a="http://schemas.openxmlformats.org/drawingml/2006/main" noChangeAspect="1"/>
          </p:cNvPicPr>
          <p:nvPr/>
        </p:nvPicPr>
        <p:blipFill>
          <a:blip xmlns:r="http://schemas.openxmlformats.org/officeDocument/2006/relationships" xmlns:a="http://schemas.openxmlformats.org/drawingml/2006/main" r:embed="Rcf9a56558ff74f8b"/>
          <a:stretch xmlns:a="http://schemas.openxmlformats.org/drawingml/2006/main"/>
        </p:blipFill>
        <p:spPr>
          <a:xfrm xmlns:a="http://schemas.openxmlformats.org/drawingml/2006/main">
            <a:off x="609600" y="3333248"/>
            <a:ext cx="10972800" cy="591553"/>
          </a:xfrm>
          <a:prstGeom xmlns:a="http://schemas.openxmlformats.org/drawingml/2006/main" prst="rect">
            <a:avLst/>
          </a:prstGeom>
        </p:spPr>
      </p:pic>
      <p:sp>
        <p:nvSpPr>
          <p:cNvPr id="9" name="shape-79">
            <a:extLst xmlns:a="http://schemas.openxmlformats.org/drawingml/2006/main">
              <a:ext uri="{FF2B5EF4-FFF2-40B4-BE49-F238E27FC236}">
                <a16:creationId xmlns:a16="http://schemas.microsoft.com/office/drawing/2014/main" id="{B84D3E8D-A9EF-4D5A-9F3E-5350AE371A76}"/>
              </a:ext>
            </a:extLst>
          </p:cNvPr>
          <p:cNvSpPr>
            <a:spLocks xmlns:a="http://schemas.openxmlformats.org/drawingml/2006/main" noGrp="1"/>
          </p:cNvSpPr>
          <p:nvPr/>
        </p:nvSpPr>
        <p:spPr>
          <a:xfrm xmlns:a="http://schemas.openxmlformats.org/drawingml/2006/main">
            <a:off x="609600" y="44100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The same stored feasibility mask defines both policy probabilities.</a:t>
            </a:r>
          </a:p>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Advantages normalize over the full rollout. Value targets remain fixed.</a:t>
            </a:r>
          </a:p>
        </p:txBody>
      </p:sp>
      <p:sp>
        <p:nvSpPr>
          <p:cNvPr id="10" name="shape-80">
            <a:extLst xmlns:a="http://schemas.openxmlformats.org/drawingml/2006/main">
              <a:ext uri="{FF2B5EF4-FFF2-40B4-BE49-F238E27FC236}">
                <a16:creationId xmlns:a16="http://schemas.microsoft.com/office/drawing/2014/main" id="{69E2406A-0B81-4FCA-8603-E1D3A5F360B8}"/>
              </a:ext>
            </a:extLst>
          </p:cNvPr>
          <p:cNvSpPr>
            <a:spLocks xmlns:a="http://schemas.openxmlformats.org/drawingml/2006/main" noGrp="1"/>
          </p:cNvSpPr>
          <p:nvPr/>
        </p:nvSpPr>
        <p:spPr>
          <a:xfrm xmlns:a="http://schemas.openxmlformats.org/drawingml/2006/main">
            <a:off x="609600" y="5410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8787A"/>
                </a:solidFill>
                <a:latin typeface="Atkinson Hyperlegible"/>
                <a:ea typeface="Atkinson Hyperlegible"/>
                <a:cs typeface="Atkinson Hyperlegible"/>
              </a:defRPr>
            </a:defPPr>
            <a:lvl1pPr algn="l">
              <a:defRPr sz="1800" b="0">
                <a:solidFill>
                  <a:srgbClr val="58787A"/>
                </a:solidFill>
                <a:latin typeface="Atkinson Hyperlegible"/>
                <a:ea typeface="Atkinson Hyperlegible"/>
                <a:cs typeface="Atkinson Hyperlegible"/>
              </a:defRPr>
            </a:lvl1pPr>
            <a:lvl2pPr algn="l">
              <a:defRPr sz="1800" b="0">
                <a:solidFill>
                  <a:srgbClr val="58787A"/>
                </a:solidFill>
                <a:latin typeface="Atkinson Hyperlegible"/>
                <a:ea typeface="Atkinson Hyperlegible"/>
                <a:cs typeface="Atkinson Hyperlegible"/>
              </a:defRPr>
            </a:lvl2pPr>
            <a:lvl3pPr algn="l">
              <a:defRPr sz="1800" b="0">
                <a:solidFill>
                  <a:srgbClr val="58787A"/>
                </a:solidFill>
                <a:latin typeface="Atkinson Hyperlegible"/>
                <a:ea typeface="Atkinson Hyperlegible"/>
                <a:cs typeface="Atkinson Hyperlegible"/>
              </a:defRPr>
            </a:lvl3pPr>
            <a:lvl4pPr algn="l">
              <a:defRPr sz="1800" b="0">
                <a:solidFill>
                  <a:srgbClr val="58787A"/>
                </a:solidFill>
                <a:latin typeface="Atkinson Hyperlegible"/>
                <a:ea typeface="Atkinson Hyperlegible"/>
                <a:cs typeface="Atkinson Hyperlegible"/>
              </a:defRPr>
            </a:lvl4pPr>
            <a:lvl5pPr algn="l">
              <a:defRPr sz="1800" b="0">
                <a:solidFill>
                  <a:srgbClr val="58787A"/>
                </a:solidFill>
                <a:latin typeface="Atkinson Hyperlegible"/>
                <a:ea typeface="Atkinson Hyperlegible"/>
                <a:cs typeface="Atkinson Hyperlegible"/>
              </a:defRPr>
            </a:lvl5pPr>
            <a:lvl6pPr algn="l">
              <a:defRPr sz="1800" b="0">
                <a:solidFill>
                  <a:srgbClr val="58787A"/>
                </a:solidFill>
                <a:latin typeface="Atkinson Hyperlegible"/>
                <a:ea typeface="Atkinson Hyperlegible"/>
                <a:cs typeface="Atkinson Hyperlegible"/>
              </a:defRPr>
            </a:lvl6pPr>
            <a:lvl7pPr algn="l">
              <a:defRPr sz="1800" b="0">
                <a:solidFill>
                  <a:srgbClr val="58787A"/>
                </a:solidFill>
                <a:latin typeface="Atkinson Hyperlegible"/>
                <a:ea typeface="Atkinson Hyperlegible"/>
                <a:cs typeface="Atkinson Hyperlegible"/>
              </a:defRPr>
            </a:lvl7pPr>
            <a:lvl8pPr algn="l">
              <a:defRPr sz="1800" b="0">
                <a:solidFill>
                  <a:srgbClr val="58787A"/>
                </a:solidFill>
                <a:latin typeface="Atkinson Hyperlegible"/>
                <a:ea typeface="Atkinson Hyperlegible"/>
                <a:cs typeface="Atkinson Hyperlegible"/>
              </a:defRPr>
            </a:lvl8pPr>
            <a:lvl9pPr algn="l">
              <a:defRPr sz="1800" b="0">
                <a:solidFill>
                  <a:srgbClr val="58787A"/>
                </a:solidFill>
                <a:latin typeface="Atkinson Hyperlegible"/>
                <a:ea typeface="Atkinson Hyperlegible"/>
                <a:cs typeface="Atkinson Hyperlegible"/>
              </a:defRPr>
            </a:lvl9pPr>
          </a:lstStyle>
          <a:p xmlns:a="http://schemas.openxmlformats.org/drawingml/2006/main">
            <a:pPr algn="l">
              <a:defRPr sz="1800" b="0">
                <a:solidFill>
                  <a:srgbClr val="58787A"/>
                </a:solidFill>
                <a:latin typeface="Atkinson Hyperlegible"/>
                <a:ea typeface="Atkinson Hyperlegible"/>
                <a:cs typeface="Atkinson Hyperlegible"/>
              </a:defRPr>
            </a:pPr>
            <a:r>
              <a:rPr sz="1800" b="0">
                <a:solidFill>
                  <a:srgbClr val="58787A"/>
                </a:solidFill>
                <a:latin typeface="Atkinson Hyperlegible"/>
                <a:ea typeface="Atkinson Hyperlegible"/>
                <a:cs typeface="Atkinson Hyperlegible"/>
              </a:rPr>
              <a:t>γ = 1.0, GAE λ = 0.95, zero terminal value. The critic term is exactly 0.25 MSE. Entropy coefficient decreases from 0.01 to 0.001.</a:t>
            </a:r>
          </a:p>
        </p:txBody>
      </p:sp>
    </p:spTree>
    <p:extLst>
      <p:ext uri="{BB962C8B-B14F-4D97-AF65-F5344CB8AC3E}">
        <p14:creationId xmlns:p14="http://schemas.microsoft.com/office/powerpoint/2010/main" val="1965502400"/>
      </p:ext>
    </p:extLst>
  </p:cSld>
</p:sld>
</file>

<file path=ppt/slides/slide10.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81">
            <a:extLst xmlns:a="http://schemas.openxmlformats.org/drawingml/2006/main">
              <a:ext uri="{FF2B5EF4-FFF2-40B4-BE49-F238E27FC236}">
                <a16:creationId xmlns:a16="http://schemas.microsoft.com/office/drawing/2014/main" id="{55877C3C-38DB-469B-835F-C19C09C26A98}"/>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82">
            <a:extLst xmlns:a="http://schemas.openxmlformats.org/drawingml/2006/main">
              <a:ext uri="{FF2B5EF4-FFF2-40B4-BE49-F238E27FC236}">
                <a16:creationId xmlns:a16="http://schemas.microsoft.com/office/drawing/2014/main" id="{1124E390-AF94-4929-826D-D977265980A1}"/>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Five independent runs and frozen selection</a:t>
            </a:r>
          </a:p>
        </p:txBody>
      </p:sp>
      <p:sp>
        <p:nvSpPr>
          <p:cNvPr id="3" name="shape-83">
            <a:extLst xmlns:a="http://schemas.openxmlformats.org/drawingml/2006/main">
              <a:ext uri="{FF2B5EF4-FFF2-40B4-BE49-F238E27FC236}">
                <a16:creationId xmlns:a16="http://schemas.microsoft.com/office/drawing/2014/main" id="{EFE1880E-AF0E-4366-BF84-5117495E527B}"/>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Fresh initialization, disjoint training streams and a fixed training budget</a:t>
            </a:r>
          </a:p>
        </p:txBody>
      </p:sp>
      <p:sp>
        <p:nvSpPr>
          <p:cNvPr id="4" name="shape-84">
            <a:extLst xmlns:a="http://schemas.openxmlformats.org/drawingml/2006/main">
              <a:ext uri="{FF2B5EF4-FFF2-40B4-BE49-F238E27FC236}">
                <a16:creationId xmlns:a16="http://schemas.microsoft.com/office/drawing/2014/main" id="{F89FD341-623F-40BD-A64F-349A2385B3B4}"/>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85">
            <a:extLst xmlns:a="http://schemas.openxmlformats.org/drawingml/2006/main">
              <a:ext uri="{FF2B5EF4-FFF2-40B4-BE49-F238E27FC236}">
                <a16:creationId xmlns:a16="http://schemas.microsoft.com/office/drawing/2014/main" id="{E2E05E71-135F-44C5-BBAB-9E93EDFFFA60}"/>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86">
            <a:extLst xmlns:a="http://schemas.openxmlformats.org/drawingml/2006/main">
              <a:ext uri="{FF2B5EF4-FFF2-40B4-BE49-F238E27FC236}">
                <a16:creationId xmlns:a16="http://schemas.microsoft.com/office/drawing/2014/main" id="{BE565B91-7E3D-4450-AD9A-5D00EF022603}"/>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10</a:t>
            </a:r>
          </a:p>
        </p:txBody>
      </p:sp>
      <p:graphicFrame>
        <p:nvGraphicFramePr>
          <p:cNvPr id="7" name="">
            <a:extLst xmlns:a="http://schemas.openxmlformats.org/drawingml/2006/main">
              <a:ext uri="{FF2B5EF4-FFF2-40B4-BE49-F238E27FC236}">
                <a16:creationId xmlns:a16="http://schemas.microsoft.com/office/drawing/2014/main" id="{D6CB0D9D-E5E4-41B5-BAE2-142610908A26}"/>
              </a:ext>
            </a:extLst>
          </p:cNvPr>
          <p:cNvGraphicFramePr/>
          <p:nvPr/>
        </p:nvGraphicFramePr>
        <p:xfrm>
          <a:off xmlns:a="http://schemas.openxmlformats.org/drawingml/2006/main" x="609600" y="2028825"/>
          <a:ext xmlns:a="http://schemas.openxmlformats.org/drawingml/2006/main" cx="10972800" cy="2952750"/>
        </p:xfrm>
        <a:graphic xmlns:a="http://schemas.openxmlformats.org/drawingml/2006/main">
          <a:graphicData uri="http://schemas.openxmlformats.org/drawingml/2006/table">
            <a:tbl>
              <a:tblPr/>
              <a:tblGrid>
                <a:gridCol w="3143250"/>
                <a:gridCol w="7829550"/>
              </a:tblGrid>
              <a:tr h="492125">
                <a:tc>
                  <a:txBody>
                    <a:bodyPr lIns="95250" tIns="95250" rIns="95250" bIns="95250"/>
                    <a:lstStyle/>
                    <a:p>
                      <a:r>
                        <a:rPr sz="1575" b="1">
                          <a:solidFill>
                            <a:srgbClr val="FFFFFF"/>
                          </a:solidFill>
                          <a:latin typeface="Atkinson Hyperlegible"/>
                          <a:ea typeface="Atkinson Hyperlegible"/>
                          <a:cs typeface="Atkinson Hyperlegible"/>
                        </a:rPr>
                        <a:t>Training element</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Configuration</a:t>
                      </a:r>
                    </a:p>
                  </a:txBody>
                  <a:tcPr marL="114300" marR="95250" marT="104775" marB="85725">
                    <a:solidFill>
                      <a:srgbClr val="137B73"/>
                    </a:solidFill>
                  </a:tcPr>
                </a:tc>
              </a:tr>
              <a:tr h="492125">
                <a:tc>
                  <a:txBody>
                    <a:bodyPr lIns="95250" tIns="95250" rIns="95250" bIns="95250"/>
                    <a:lstStyle/>
                    <a:p>
                      <a:r>
                        <a:rPr sz="1575" b="0">
                          <a:solidFill>
                            <a:srgbClr val="173F43"/>
                          </a:solidFill>
                          <a:latin typeface="Atkinson Hyperlegible"/>
                          <a:ea typeface="Atkinson Hyperlegible"/>
                          <a:cs typeface="Atkinson Hyperlegible"/>
                        </a:rPr>
                        <a:t>Training seeds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1729, 2718, 3141, 5772, 8111</a:t>
                      </a:r>
                    </a:p>
                  </a:txBody>
                  <a:tcPr marL="114300" marR="95250" marT="104775" marB="85725">
                    <a:solidFill>
                      <a:srgbClr val="FFFFFF"/>
                    </a:solidFill>
                  </a:tcPr>
                </a:tc>
              </a:tr>
              <a:tr h="492125">
                <a:tc>
                  <a:txBody>
                    <a:bodyPr lIns="95250" tIns="95250" rIns="95250" bIns="95250"/>
                    <a:lstStyle/>
                    <a:p>
                      <a:r>
                        <a:rPr sz="1575" b="0">
                          <a:solidFill>
                            <a:srgbClr val="173F43"/>
                          </a:solidFill>
                          <a:latin typeface="Atkinson Hyperlegible"/>
                          <a:ea typeface="Atkinson Hyperlegible"/>
                          <a:cs typeface="Atkinson Hyperlegible"/>
                        </a:rPr>
                        <a:t>Each run</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3,000 iterations × 256 episodes × 24 hours</a:t>
                      </a:r>
                    </a:p>
                  </a:txBody>
                  <a:tcPr marL="114300" marR="95250" marT="104775" marB="85725">
                    <a:solidFill>
                      <a:srgbClr val="E7F0EC"/>
                    </a:solidFill>
                  </a:tcPr>
                </a:tc>
              </a:tr>
              <a:tr h="492125">
                <a:tc>
                  <a:txBody>
                    <a:bodyPr lIns="95250" tIns="95250" rIns="95250" bIns="95250"/>
                    <a:lstStyle/>
                    <a:p>
                      <a:r>
                        <a:rPr sz="1575" b="0">
                          <a:solidFill>
                            <a:srgbClr val="173F43"/>
                          </a:solidFill>
                          <a:latin typeface="Atkinson Hyperlegible"/>
                          <a:ea typeface="Atkinson Hyperlegible"/>
                          <a:cs typeface="Atkinson Hyperlegible"/>
                        </a:rPr>
                        <a:t>Total PPO exposure</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92,160,000 transitions</a:t>
                      </a:r>
                    </a:p>
                  </a:txBody>
                  <a:tcPr marL="114300" marR="95250" marT="104775" marB="85725">
                    <a:solidFill>
                      <a:srgbClr val="FFFFFF"/>
                    </a:solidFill>
                  </a:tcPr>
                </a:tc>
              </a:tr>
              <a:tr h="492125">
                <a:tc>
                  <a:txBody>
                    <a:bodyPr lIns="95250" tIns="95250" rIns="95250" bIns="95250"/>
                    <a:lstStyle/>
                    <a:p>
                      <a:r>
                        <a:rPr sz="1575" b="0">
                          <a:solidFill>
                            <a:srgbClr val="173F43"/>
                          </a:solidFill>
                          <a:latin typeface="Atkinson Hyperlegible"/>
                          <a:ea typeface="Atkinson Hyperlegible"/>
                          <a:cs typeface="Atkinson Hyperlegible"/>
                        </a:rPr>
                        <a:t>Initialization</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Fairness Rule demonstrations: 32,760 states, 10 epochs</a:t>
                      </a:r>
                    </a:p>
                  </a:txBody>
                  <a:tcPr marL="114300" marR="95250" marT="104775" marB="85725">
                    <a:solidFill>
                      <a:srgbClr val="E7F0EC"/>
                    </a:solidFill>
                  </a:tcPr>
                </a:tc>
              </a:tr>
              <a:tr h="492125">
                <a:tc>
                  <a:txBody>
                    <a:bodyPr lIns="95250" tIns="95250" rIns="95250" bIns="95250"/>
                    <a:lstStyle/>
                    <a:p>
                      <a:r>
                        <a:rPr sz="1575" b="0">
                          <a:solidFill>
                            <a:srgbClr val="173F43"/>
                          </a:solidFill>
                          <a:latin typeface="Atkinson Hyperlegible"/>
                          <a:ea typeface="Atkinson Hyperlegible"/>
                          <a:cs typeface="Atkinson Hyperlegible"/>
                        </a:rPr>
                        <a:t>PPO updates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4 epochs, minibatch 1,024, learning rate 0.0003 to zero</a:t>
                      </a:r>
                    </a:p>
                  </a:txBody>
                  <a:tcPr marL="114300" marR="95250" marT="104775" marB="85725">
                    <a:solidFill>
                      <a:srgbClr val="FFFFFF"/>
                    </a:solidFill>
                  </a:tcPr>
                </a:tc>
              </a:tr>
            </a:tbl>
          </a:graphicData>
        </a:graphic>
      </p:graphicFrame>
      <p:sp>
        <p:nvSpPr>
          <p:cNvPr id="8" name="shape-87">
            <a:extLst xmlns:a="http://schemas.openxmlformats.org/drawingml/2006/main">
              <a:ext uri="{FF2B5EF4-FFF2-40B4-BE49-F238E27FC236}">
                <a16:creationId xmlns:a16="http://schemas.microsoft.com/office/drawing/2014/main" id="{8538A1B4-7AFF-4773-BEB3-AD0AA1896D42}"/>
              </a:ext>
            </a:extLst>
          </p:cNvPr>
          <p:cNvSpPr>
            <a:spLocks xmlns:a="http://schemas.openxmlformats.org/drawingml/2006/main" noGrp="1"/>
          </p:cNvSpPr>
          <p:nvPr/>
        </p:nvSpPr>
        <p:spPr>
          <a:xfrm xmlns:a="http://schemas.openxmlformats.org/drawingml/2006/main">
            <a:off x="609600" y="527685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73F43"/>
                </a:solidFill>
                <a:latin typeface="Atkinson Hyperlegible"/>
                <a:ea typeface="Atkinson Hyperlegible"/>
                <a:cs typeface="Atkinson Hyperlegible"/>
              </a:defRPr>
            </a:defPPr>
            <a:lvl1pPr algn="l">
              <a:defRPr sz="1950" b="0">
                <a:solidFill>
                  <a:srgbClr val="173F43"/>
                </a:solidFill>
                <a:latin typeface="Atkinson Hyperlegible"/>
                <a:ea typeface="Atkinson Hyperlegible"/>
                <a:cs typeface="Atkinson Hyperlegible"/>
              </a:defRPr>
            </a:lvl1pPr>
            <a:lvl2pPr algn="l">
              <a:defRPr sz="1950" b="0">
                <a:solidFill>
                  <a:srgbClr val="173F43"/>
                </a:solidFill>
                <a:latin typeface="Atkinson Hyperlegible"/>
                <a:ea typeface="Atkinson Hyperlegible"/>
                <a:cs typeface="Atkinson Hyperlegible"/>
              </a:defRPr>
            </a:lvl2pPr>
            <a:lvl3pPr algn="l">
              <a:defRPr sz="1950" b="0">
                <a:solidFill>
                  <a:srgbClr val="173F43"/>
                </a:solidFill>
                <a:latin typeface="Atkinson Hyperlegible"/>
                <a:ea typeface="Atkinson Hyperlegible"/>
                <a:cs typeface="Atkinson Hyperlegible"/>
              </a:defRPr>
            </a:lvl3pPr>
            <a:lvl4pPr algn="l">
              <a:defRPr sz="1950" b="0">
                <a:solidFill>
                  <a:srgbClr val="173F43"/>
                </a:solidFill>
                <a:latin typeface="Atkinson Hyperlegible"/>
                <a:ea typeface="Atkinson Hyperlegible"/>
                <a:cs typeface="Atkinson Hyperlegible"/>
              </a:defRPr>
            </a:lvl4pPr>
            <a:lvl5pPr algn="l">
              <a:defRPr sz="1950" b="0">
                <a:solidFill>
                  <a:srgbClr val="173F43"/>
                </a:solidFill>
                <a:latin typeface="Atkinson Hyperlegible"/>
                <a:ea typeface="Atkinson Hyperlegible"/>
                <a:cs typeface="Atkinson Hyperlegible"/>
              </a:defRPr>
            </a:lvl5pPr>
            <a:lvl6pPr algn="l">
              <a:defRPr sz="1950" b="0">
                <a:solidFill>
                  <a:srgbClr val="173F43"/>
                </a:solidFill>
                <a:latin typeface="Atkinson Hyperlegible"/>
                <a:ea typeface="Atkinson Hyperlegible"/>
                <a:cs typeface="Atkinson Hyperlegible"/>
              </a:defRPr>
            </a:lvl6pPr>
            <a:lvl7pPr algn="l">
              <a:defRPr sz="1950" b="0">
                <a:solidFill>
                  <a:srgbClr val="173F43"/>
                </a:solidFill>
                <a:latin typeface="Atkinson Hyperlegible"/>
                <a:ea typeface="Atkinson Hyperlegible"/>
                <a:cs typeface="Atkinson Hyperlegible"/>
              </a:defRPr>
            </a:lvl7pPr>
            <a:lvl8pPr algn="l">
              <a:defRPr sz="1950" b="0">
                <a:solidFill>
                  <a:srgbClr val="173F43"/>
                </a:solidFill>
                <a:latin typeface="Atkinson Hyperlegible"/>
                <a:ea typeface="Atkinson Hyperlegible"/>
                <a:cs typeface="Atkinson Hyperlegible"/>
              </a:defRPr>
            </a:lvl8pPr>
            <a:lvl9pPr algn="l">
              <a:defRPr sz="1950" b="0">
                <a:solidFill>
                  <a:srgbClr val="173F43"/>
                </a:solidFill>
                <a:latin typeface="Atkinson Hyperlegible"/>
                <a:ea typeface="Atkinson Hyperlegible"/>
                <a:cs typeface="Atkinson Hyperlegible"/>
              </a:defRPr>
            </a:lvl9pPr>
          </a:lstStyle>
          <a:p xmlns:a="http://schemas.openxmlformats.org/drawingml/2006/main">
            <a:pPr algn="l">
              <a:defRPr sz="1950" b="0">
                <a:solidFill>
                  <a:srgbClr val="173F43"/>
                </a:solidFill>
                <a:latin typeface="Atkinson Hyperlegible"/>
                <a:ea typeface="Atkinson Hyperlegible"/>
                <a:cs typeface="Atkinson Hyperlegible"/>
              </a:defRPr>
            </a:pPr>
            <a:r>
              <a:rPr sz="1950" b="0">
                <a:solidFill>
                  <a:srgbClr val="173F43"/>
                </a:solidFill>
                <a:latin typeface="Atkinson Hyperlegible"/>
                <a:ea typeface="Atkinson Hyperlegible"/>
                <a:cs typeface="Atkinson Hyperlegible"/>
              </a:rPr>
              <a:t>Select the best validation reward among checkpoints with zero critical/power violations and fairness/utilization at least Fixed Rotation overall and at every shortage level.</a:t>
            </a:r>
          </a:p>
        </p:txBody>
      </p:sp>
    </p:spTree>
    <p:extLst>
      <p:ext uri="{BB962C8B-B14F-4D97-AF65-F5344CB8AC3E}">
        <p14:creationId xmlns:p14="http://schemas.microsoft.com/office/powerpoint/2010/main" val="707786471"/>
      </p:ext>
    </p:extLst>
  </p:cSld>
</p:sld>
</file>

<file path=ppt/slides/slide11.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4" name="shape-88">
            <a:extLst xmlns:a="http://schemas.openxmlformats.org/drawingml/2006/main">
              <a:ext uri="{FF2B5EF4-FFF2-40B4-BE49-F238E27FC236}">
                <a16:creationId xmlns:a16="http://schemas.microsoft.com/office/drawing/2014/main" id="{40C4E458-11AB-4335-9DC8-AD92DE1E1330}"/>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89">
            <a:extLst xmlns:a="http://schemas.openxmlformats.org/drawingml/2006/main">
              <a:ext uri="{FF2B5EF4-FFF2-40B4-BE49-F238E27FC236}">
                <a16:creationId xmlns:a16="http://schemas.microsoft.com/office/drawing/2014/main" id="{B0786A26-9C8B-4792-B9B6-64528BA5B897}"/>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Matched evaluation and uncertainty</a:t>
            </a:r>
          </a:p>
        </p:txBody>
      </p:sp>
      <p:sp>
        <p:nvSpPr>
          <p:cNvPr id="3" name="shape-90">
            <a:extLst xmlns:a="http://schemas.openxmlformats.org/drawingml/2006/main">
              <a:ext uri="{FF2B5EF4-FFF2-40B4-BE49-F238E27FC236}">
                <a16:creationId xmlns:a16="http://schemas.microsoft.com/office/drawing/2014/main" id="{EF738434-B436-4BEC-8D19-AD7D15E22B5A}"/>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All final-test decisions follow the frozen five-run validation selection</a:t>
            </a:r>
          </a:p>
        </p:txBody>
      </p:sp>
      <p:sp>
        <p:nvSpPr>
          <p:cNvPr id="4" name="shape-91">
            <a:extLst xmlns:a="http://schemas.openxmlformats.org/drawingml/2006/main">
              <a:ext uri="{FF2B5EF4-FFF2-40B4-BE49-F238E27FC236}">
                <a16:creationId xmlns:a16="http://schemas.microsoft.com/office/drawing/2014/main" id="{278C740D-096A-4C7A-951A-1C2A488B6991}"/>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92">
            <a:extLst xmlns:a="http://schemas.openxmlformats.org/drawingml/2006/main">
              <a:ext uri="{FF2B5EF4-FFF2-40B4-BE49-F238E27FC236}">
                <a16:creationId xmlns:a16="http://schemas.microsoft.com/office/drawing/2014/main" id="{B24EDDDB-328A-4EAF-9079-5FBD71BB3525}"/>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Statistical reliability: Agarwal et al. (2021).</a:t>
            </a:r>
          </a:p>
        </p:txBody>
      </p:sp>
      <p:sp>
        <p:nvSpPr>
          <p:cNvPr id="6" name="shape-93">
            <a:extLst xmlns:a="http://schemas.openxmlformats.org/drawingml/2006/main">
              <a:ext uri="{FF2B5EF4-FFF2-40B4-BE49-F238E27FC236}">
                <a16:creationId xmlns:a16="http://schemas.microsoft.com/office/drawing/2014/main" id="{49F0A980-1DFA-461F-8BE7-3BE79E573249}"/>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11</a:t>
            </a:r>
          </a:p>
        </p:txBody>
      </p:sp>
      <p:graphicFrame>
        <p:nvGraphicFramePr>
          <p:cNvPr id="7" name="">
            <a:extLst xmlns:a="http://schemas.openxmlformats.org/drawingml/2006/main">
              <a:ext uri="{FF2B5EF4-FFF2-40B4-BE49-F238E27FC236}">
                <a16:creationId xmlns:a16="http://schemas.microsoft.com/office/drawing/2014/main" id="{A89DBAAB-83CA-48EE-A1E1-C28C961C9239}"/>
              </a:ext>
            </a:extLst>
          </p:cNvPr>
          <p:cNvGraphicFramePr/>
          <p:nvPr/>
        </p:nvGraphicFramePr>
        <p:xfrm>
          <a:off xmlns:a="http://schemas.openxmlformats.org/drawingml/2006/main" x="609600" y="2143125"/>
          <a:ext xmlns:a="http://schemas.openxmlformats.org/drawingml/2006/main" cx="10972800" cy="1714500"/>
        </p:xfrm>
        <a:graphic xmlns:a="http://schemas.openxmlformats.org/drawingml/2006/main">
          <a:graphicData uri="http://schemas.openxmlformats.org/drawingml/2006/table">
            <a:tbl>
              <a:tblPr/>
              <a:tblGrid>
                <a:gridCol w="2333625"/>
                <a:gridCol w="4953000"/>
                <a:gridCol w="3686175"/>
              </a:tblGrid>
              <a:tr h="571500">
                <a:tc>
                  <a:txBody>
                    <a:bodyPr lIns="95250" tIns="95250" rIns="95250" bIns="95250"/>
                    <a:lstStyle/>
                    <a:p>
                      <a:r>
                        <a:rPr sz="1575" b="1">
                          <a:solidFill>
                            <a:srgbClr val="FFFFFF"/>
                          </a:solidFill>
                          <a:latin typeface="Atkinson Hyperlegible"/>
                          <a:ea typeface="Atkinson Hyperlegible"/>
                          <a:cs typeface="Atkinson Hyperlegible"/>
                        </a:rPr>
                        <a:t>Split</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Independent base draws</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Coupled conditions</a:t>
                      </a:r>
                    </a:p>
                  </a:txBody>
                  <a:tcPr marL="114300" marR="95250" marT="104775" marB="85725">
                    <a:solidFill>
                      <a:srgbClr val="137B73"/>
                    </a:solidFill>
                  </a:tcPr>
                </a:tc>
              </a:tr>
              <a:tr h="571500">
                <a:tc>
                  <a:txBody>
                    <a:bodyPr lIns="95250" tIns="95250" rIns="95250" bIns="95250"/>
                    <a:lstStyle/>
                    <a:p>
                      <a:r>
                        <a:rPr sz="1575" b="0">
                          <a:solidFill>
                            <a:srgbClr val="173F43"/>
                          </a:solidFill>
                          <a:latin typeface="Atkinson Hyperlegible"/>
                          <a:ea typeface="Atkinson Hyperlegible"/>
                          <a:cs typeface="Atkinson Hyperlegible"/>
                        </a:rPr>
                        <a:t>Validation</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5 seeds × 32 = 160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480</a:t>
                      </a:r>
                    </a:p>
                  </a:txBody>
                  <a:tcPr marL="114300" marR="95250" marT="104775" marB="85725">
                    <a:solidFill>
                      <a:srgbClr val="FFFFFF"/>
                    </a:solidFill>
                  </a:tcPr>
                </a:tc>
              </a:tr>
              <a:tr h="571500">
                <a:tc>
                  <a:txBody>
                    <a:bodyPr lIns="95250" tIns="95250" rIns="95250" bIns="95250"/>
                    <a:lstStyle/>
                    <a:p>
                      <a:r>
                        <a:rPr sz="1575" b="0">
                          <a:solidFill>
                            <a:srgbClr val="173F43"/>
                          </a:solidFill>
                          <a:latin typeface="Atkinson Hyperlegible"/>
                          <a:ea typeface="Atkinson Hyperlegible"/>
                          <a:cs typeface="Atkinson Hyperlegible"/>
                        </a:rPr>
                        <a:t>Final test</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10 seeds × 32 = 320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960</a:t>
                      </a:r>
                    </a:p>
                  </a:txBody>
                  <a:tcPr marL="114300" marR="95250" marT="104775" marB="85725">
                    <a:solidFill>
                      <a:srgbClr val="E7F0EC"/>
                    </a:solidFill>
                  </a:tcPr>
                </a:tc>
              </a:tr>
            </a:tbl>
          </a:graphicData>
        </a:graphic>
      </p:graphicFrame>
      <p:sp>
        <p:nvSpPr>
          <p:cNvPr id="8" name="shape-94">
            <a:extLst xmlns:a="http://schemas.openxmlformats.org/drawingml/2006/main">
              <a:ext uri="{FF2B5EF4-FFF2-40B4-BE49-F238E27FC236}">
                <a16:creationId xmlns:a16="http://schemas.microsoft.com/office/drawing/2014/main" id="{C3689F90-87D1-45DF-8D0B-FB9DFC945A33}"/>
              </a:ext>
            </a:extLst>
          </p:cNvPr>
          <p:cNvSpPr>
            <a:spLocks xmlns:a="http://schemas.openxmlformats.org/drawingml/2006/main" noGrp="1"/>
          </p:cNvSpPr>
          <p:nvPr/>
        </p:nvSpPr>
        <p:spPr>
          <a:xfrm xmlns:a="http://schemas.openxmlformats.org/drawingml/2006/main">
            <a:off x="609600" y="42767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9" name="shape-95">
            <a:extLst xmlns:a="http://schemas.openxmlformats.org/drawingml/2006/main">
              <a:ext uri="{FF2B5EF4-FFF2-40B4-BE49-F238E27FC236}">
                <a16:creationId xmlns:a16="http://schemas.microsoft.com/office/drawing/2014/main" id="{03C80895-9169-47F2-B848-D86C99E914BD}"/>
              </a:ext>
            </a:extLst>
          </p:cNvPr>
          <p:cNvSpPr>
            <a:spLocks xmlns:a="http://schemas.openxmlformats.org/drawingml/2006/main" noGrp="1"/>
          </p:cNvSpPr>
          <p:nvPr/>
        </p:nvSpPr>
        <p:spPr>
          <a:xfrm xmlns:a="http://schemas.openxmlformats.org/drawingml/2006/main">
            <a:off x="828675" y="4162425"/>
            <a:ext cx="10753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12 methods: Fixed Rotation, optimizer, five selected PPO actors and five iteration-600 actors.</a:t>
            </a:r>
          </a:p>
        </p:txBody>
      </p:sp>
      <p:sp>
        <p:nvSpPr>
          <p:cNvPr id="10" name="shape-96">
            <a:extLst xmlns:a="http://schemas.openxmlformats.org/drawingml/2006/main">
              <a:ext uri="{FF2B5EF4-FFF2-40B4-BE49-F238E27FC236}">
                <a16:creationId xmlns:a16="http://schemas.microsoft.com/office/drawing/2014/main" id="{936F2B93-208A-494C-87EF-767DC1C1CB31}"/>
              </a:ext>
            </a:extLst>
          </p:cNvPr>
          <p:cNvSpPr>
            <a:spLocks xmlns:a="http://schemas.openxmlformats.org/drawingml/2006/main" noGrp="1"/>
          </p:cNvSpPr>
          <p:nvPr/>
        </p:nvSpPr>
        <p:spPr>
          <a:xfrm xmlns:a="http://schemas.openxmlformats.org/drawingml/2006/main">
            <a:off x="609600" y="49244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1" name="shape-97">
            <a:extLst xmlns:a="http://schemas.openxmlformats.org/drawingml/2006/main">
              <a:ext uri="{FF2B5EF4-FFF2-40B4-BE49-F238E27FC236}">
                <a16:creationId xmlns:a16="http://schemas.microsoft.com/office/drawing/2014/main" id="{D8AAEE67-6162-411F-B48A-73321AD1E1FC}"/>
              </a:ext>
            </a:extLst>
          </p:cNvPr>
          <p:cNvSpPr>
            <a:spLocks xmlns:a="http://schemas.openxmlformats.org/drawingml/2006/main" noGrp="1"/>
          </p:cNvSpPr>
          <p:nvPr/>
        </p:nvSpPr>
        <p:spPr>
          <a:xfrm xmlns:a="http://schemas.openxmlformats.org/drawingml/2006/main">
            <a:off x="828675" y="4810125"/>
            <a:ext cx="10753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11,520 trajectories. Bootstrap resamples five training runs and matched base-draw clusters.</a:t>
            </a:r>
          </a:p>
        </p:txBody>
      </p:sp>
      <p:sp>
        <p:nvSpPr>
          <p:cNvPr id="12" name="shape-98">
            <a:extLst xmlns:a="http://schemas.openxmlformats.org/drawingml/2006/main">
              <a:ext uri="{FF2B5EF4-FFF2-40B4-BE49-F238E27FC236}">
                <a16:creationId xmlns:a16="http://schemas.microsoft.com/office/drawing/2014/main" id="{9266F4D4-184C-4E36-B648-88B388B8371E}"/>
              </a:ext>
            </a:extLst>
          </p:cNvPr>
          <p:cNvSpPr>
            <a:spLocks xmlns:a="http://schemas.openxmlformats.org/drawingml/2006/main" noGrp="1"/>
          </p:cNvSpPr>
          <p:nvPr/>
        </p:nvSpPr>
        <p:spPr>
          <a:xfrm xmlns:a="http://schemas.openxmlformats.org/drawingml/2006/main">
            <a:off x="609600" y="55721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3" name="shape-99">
            <a:extLst xmlns:a="http://schemas.openxmlformats.org/drawingml/2006/main">
              <a:ext uri="{FF2B5EF4-FFF2-40B4-BE49-F238E27FC236}">
                <a16:creationId xmlns:a16="http://schemas.microsoft.com/office/drawing/2014/main" id="{C9555D2B-5E9D-4FF8-B7D0-E240C642285D}"/>
              </a:ext>
            </a:extLst>
          </p:cNvPr>
          <p:cNvSpPr>
            <a:spLocks xmlns:a="http://schemas.openxmlformats.org/drawingml/2006/main" noGrp="1"/>
          </p:cNvSpPr>
          <p:nvPr/>
        </p:nvSpPr>
        <p:spPr>
          <a:xfrm xmlns:a="http://schemas.openxmlformats.org/drawingml/2006/main">
            <a:off x="828675" y="5457825"/>
            <a:ext cx="10753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10,000 resamples. Two primary claims use adjusted 97.5% intervals.</a:t>
            </a:r>
          </a:p>
        </p:txBody>
      </p:sp>
    </p:spTree>
    <p:extLst>
      <p:ext uri="{BB962C8B-B14F-4D97-AF65-F5344CB8AC3E}">
        <p14:creationId xmlns:p14="http://schemas.microsoft.com/office/powerpoint/2010/main" val="1739474800"/>
      </p:ext>
    </p:extLst>
  </p:cSld>
</p:sld>
</file>

<file path=ppt/slides/slide12.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00">
            <a:extLst xmlns:a="http://schemas.openxmlformats.org/drawingml/2006/main">
              <a:ext uri="{FF2B5EF4-FFF2-40B4-BE49-F238E27FC236}">
                <a16:creationId xmlns:a16="http://schemas.microsoft.com/office/drawing/2014/main" id="{4BF762DB-06DF-4E35-BF8C-A8AB06335426}"/>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01">
            <a:extLst xmlns:a="http://schemas.openxmlformats.org/drawingml/2006/main">
              <a:ext uri="{FF2B5EF4-FFF2-40B4-BE49-F238E27FC236}">
                <a16:creationId xmlns:a16="http://schemas.microsoft.com/office/drawing/2014/main" id="{FCCDE512-9C85-44FF-8FA0-62FB39EE633A}"/>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Original criterion against Fixed Rotation</a:t>
            </a:r>
          </a:p>
        </p:txBody>
      </p:sp>
      <p:sp>
        <p:nvSpPr>
          <p:cNvPr id="3" name="shape-102">
            <a:extLst xmlns:a="http://schemas.openxmlformats.org/drawingml/2006/main">
              <a:ext uri="{FF2B5EF4-FFF2-40B4-BE49-F238E27FC236}">
                <a16:creationId xmlns:a16="http://schemas.microsoft.com/office/drawing/2014/main" id="{A05B1D15-19C1-4B9B-90E7-8DE6634083F6}"/>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Every requirement must hold for the declared system-level improvement claim.</a:t>
            </a:r>
          </a:p>
        </p:txBody>
      </p:sp>
      <p:sp>
        <p:nvSpPr>
          <p:cNvPr id="4" name="shape-103">
            <a:extLst xmlns:a="http://schemas.openxmlformats.org/drawingml/2006/main">
              <a:ext uri="{FF2B5EF4-FFF2-40B4-BE49-F238E27FC236}">
                <a16:creationId xmlns:a16="http://schemas.microsoft.com/office/drawing/2014/main" id="{9291E7B7-9313-4021-97BF-FA9F38E327FA}"/>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04">
            <a:extLst xmlns:a="http://schemas.openxmlformats.org/drawingml/2006/main">
              <a:ext uri="{FF2B5EF4-FFF2-40B4-BE49-F238E27FC236}">
                <a16:creationId xmlns:a16="http://schemas.microsoft.com/office/drawing/2014/main" id="{BE01B5BB-D1A2-4CCA-AE15-D0C82C59DCCD}"/>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05">
            <a:extLst xmlns:a="http://schemas.openxmlformats.org/drawingml/2006/main">
              <a:ext uri="{FF2B5EF4-FFF2-40B4-BE49-F238E27FC236}">
                <a16:creationId xmlns:a16="http://schemas.microsoft.com/office/drawing/2014/main" id="{53A8D258-7ED3-4A23-A630-BECC8F46E596}"/>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12</a:t>
            </a:r>
          </a:p>
        </p:txBody>
      </p:sp>
      <p:graphicFrame>
        <p:nvGraphicFramePr>
          <p:cNvPr id="7" name="">
            <a:extLst xmlns:a="http://schemas.openxmlformats.org/drawingml/2006/main">
              <a:ext uri="{FF2B5EF4-FFF2-40B4-BE49-F238E27FC236}">
                <a16:creationId xmlns:a16="http://schemas.microsoft.com/office/drawing/2014/main" id="{84255674-9CC0-4F40-9D08-B506395E9C1C}"/>
              </a:ext>
            </a:extLst>
          </p:cNvPr>
          <p:cNvGraphicFramePr/>
          <p:nvPr/>
        </p:nvGraphicFramePr>
        <p:xfrm>
          <a:off xmlns:a="http://schemas.openxmlformats.org/drawingml/2006/main" x="609600" y="2066925"/>
          <a:ext xmlns:a="http://schemas.openxmlformats.org/drawingml/2006/main" cx="10972800" cy="3143250"/>
        </p:xfrm>
        <a:graphic xmlns:a="http://schemas.openxmlformats.org/drawingml/2006/main">
          <a:graphicData uri="http://schemas.openxmlformats.org/drawingml/2006/table">
            <a:tbl>
              <a:tblPr/>
              <a:tblGrid>
                <a:gridCol w="3381375"/>
                <a:gridCol w="7591425"/>
              </a:tblGrid>
              <a:tr h="628650">
                <a:tc>
                  <a:txBody>
                    <a:bodyPr lIns="95250" tIns="95250" rIns="95250" bIns="95250"/>
                    <a:lstStyle/>
                    <a:p>
                      <a:r>
                        <a:rPr sz="1575" b="1">
                          <a:solidFill>
                            <a:srgbClr val="FFFFFF"/>
                          </a:solidFill>
                          <a:latin typeface="Atkinson Hyperlegible"/>
                          <a:ea typeface="Atkinson Hyperlegible"/>
                          <a:cs typeface="Atkinson Hyperlegible"/>
                        </a:rPr>
                        <a:t>Requirement</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Exact rule</a:t>
                      </a:r>
                    </a:p>
                  </a:txBody>
                  <a:tcPr marL="114300" marR="95250" marT="104775" marB="85725">
                    <a:solidFill>
                      <a:srgbClr val="137B73"/>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Adjusted overall intervals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Critical-interruption upper bound &lt; 0; fairness and utilization lower bounds &gt; 0</a:t>
                      </a:r>
                    </a:p>
                  </a:txBody>
                  <a:tcPr marL="114300" marR="95250" marT="104775" marB="85725">
                    <a:solidFill>
                      <a:srgbClr val="FFFFFF"/>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Every shortage level</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Mean interruption difference ≤ 0; mean fairness and utilization differences ≥ 0</a:t>
                      </a:r>
                    </a:p>
                  </a:txBody>
                  <a:tcPr marL="114300" marR="95250" marT="104775" marB="85725">
                    <a:solidFill>
                      <a:srgbClr val="E7F0EC"/>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Every selected PPO trajectory</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Zero critical interruptions, outages and power-balance violations</a:t>
                      </a:r>
                    </a:p>
                  </a:txBody>
                  <a:tcPr marL="114300" marR="95250" marT="104775" marB="85725">
                    <a:solidFill>
                      <a:srgbClr val="FFFFFF"/>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Validation eligibility</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All five selected policies eligible under the frozen selection rule</a:t>
                      </a:r>
                    </a:p>
                  </a:txBody>
                  <a:tcPr marL="114300" marR="95250" marT="104775" marB="85725">
                    <a:solidFill>
                      <a:srgbClr val="E7F0EC"/>
                    </a:solidFill>
                  </a:tcPr>
                </a:tc>
              </a:tr>
            </a:tbl>
          </a:graphicData>
        </a:graphic>
      </p:graphicFrame>
      <p:sp>
        <p:nvSpPr>
          <p:cNvPr id="8" name="shape-106">
            <a:extLst xmlns:a="http://schemas.openxmlformats.org/drawingml/2006/main">
              <a:ext uri="{FF2B5EF4-FFF2-40B4-BE49-F238E27FC236}">
                <a16:creationId xmlns:a16="http://schemas.microsoft.com/office/drawing/2014/main" id="{949B1293-96F0-49F0-8B7F-4473FAF9C3FD}"/>
              </a:ext>
            </a:extLst>
          </p:cNvPr>
          <p:cNvSpPr>
            <a:spLocks xmlns:a="http://schemas.openxmlformats.org/drawingml/2006/main" noGrp="1"/>
          </p:cNvSpPr>
          <p:nvPr/>
        </p:nvSpPr>
        <p:spPr>
          <a:xfrm xmlns:a="http://schemas.openxmlformats.org/drawingml/2006/main">
            <a:off x="609600" y="554355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Effects are PPO minus Fixed Rotation. Equal-run and equal-condition means; adjusted 97.5% intervals for the two primary comparisons.</a:t>
            </a:r>
          </a:p>
        </p:txBody>
      </p:sp>
    </p:spTree>
    <p:extLst>
      <p:ext uri="{BB962C8B-B14F-4D97-AF65-F5344CB8AC3E}">
        <p14:creationId xmlns:p14="http://schemas.microsoft.com/office/powerpoint/2010/main" val="41823391"/>
      </p:ext>
    </p:extLst>
  </p:cSld>
</p:sld>
</file>

<file path=ppt/slides/slide13.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07">
            <a:extLst xmlns:a="http://schemas.openxmlformats.org/drawingml/2006/main">
              <a:ext uri="{FF2B5EF4-FFF2-40B4-BE49-F238E27FC236}">
                <a16:creationId xmlns:a16="http://schemas.microsoft.com/office/drawing/2014/main" id="{2182B3C0-3E74-4FD7-8742-88CEB69D4D26}"/>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08">
            <a:extLst xmlns:a="http://schemas.openxmlformats.org/drawingml/2006/main">
              <a:ext uri="{FF2B5EF4-FFF2-40B4-BE49-F238E27FC236}">
                <a16:creationId xmlns:a16="http://schemas.microsoft.com/office/drawing/2014/main" id="{87B5921B-B00B-49DD-9BA7-E85CFC127F19}"/>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Original criterion against Constrained Optimization</a:t>
            </a:r>
          </a:p>
        </p:txBody>
      </p:sp>
      <p:sp>
        <p:nvSpPr>
          <p:cNvPr id="3" name="shape-109">
            <a:extLst xmlns:a="http://schemas.openxmlformats.org/drawingml/2006/main">
              <a:ext uri="{FF2B5EF4-FFF2-40B4-BE49-F238E27FC236}">
                <a16:creationId xmlns:a16="http://schemas.microsoft.com/office/drawing/2014/main" id="{764DEA8C-3285-4927-9D94-1F99E6771874}"/>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 positive reward difference alone does not satisfy the service guardrails.</a:t>
            </a:r>
          </a:p>
        </p:txBody>
      </p:sp>
      <p:sp>
        <p:nvSpPr>
          <p:cNvPr id="4" name="shape-110">
            <a:extLst xmlns:a="http://schemas.openxmlformats.org/drawingml/2006/main">
              <a:ext uri="{FF2B5EF4-FFF2-40B4-BE49-F238E27FC236}">
                <a16:creationId xmlns:a16="http://schemas.microsoft.com/office/drawing/2014/main" id="{90CE6E78-74DA-4A34-A265-FD9896F2308A}"/>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11">
            <a:extLst xmlns:a="http://schemas.openxmlformats.org/drawingml/2006/main">
              <a:ext uri="{FF2B5EF4-FFF2-40B4-BE49-F238E27FC236}">
                <a16:creationId xmlns:a16="http://schemas.microsoft.com/office/drawing/2014/main" id="{2F9529A3-CF96-428E-94A6-757370A3D2DF}"/>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12">
            <a:extLst xmlns:a="http://schemas.openxmlformats.org/drawingml/2006/main">
              <a:ext uri="{FF2B5EF4-FFF2-40B4-BE49-F238E27FC236}">
                <a16:creationId xmlns:a16="http://schemas.microsoft.com/office/drawing/2014/main" id="{3838475A-6EC4-4BA2-9814-380F93827B94}"/>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13</a:t>
            </a:r>
          </a:p>
        </p:txBody>
      </p:sp>
      <p:graphicFrame>
        <p:nvGraphicFramePr>
          <p:cNvPr id="7" name="">
            <a:extLst xmlns:a="http://schemas.openxmlformats.org/drawingml/2006/main">
              <a:ext uri="{FF2B5EF4-FFF2-40B4-BE49-F238E27FC236}">
                <a16:creationId xmlns:a16="http://schemas.microsoft.com/office/drawing/2014/main" id="{788AC00E-32F1-4AB9-9A9F-471885E0B311}"/>
              </a:ext>
            </a:extLst>
          </p:cNvPr>
          <p:cNvGraphicFramePr/>
          <p:nvPr/>
        </p:nvGraphicFramePr>
        <p:xfrm>
          <a:off xmlns:a="http://schemas.openxmlformats.org/drawingml/2006/main" x="609600" y="2066925"/>
          <a:ext xmlns:a="http://schemas.openxmlformats.org/drawingml/2006/main" cx="10972800" cy="3143250"/>
        </p:xfrm>
        <a:graphic xmlns:a="http://schemas.openxmlformats.org/drawingml/2006/main">
          <a:graphicData uri="http://schemas.openxmlformats.org/drawingml/2006/table">
            <a:tbl>
              <a:tblPr/>
              <a:tblGrid>
                <a:gridCol w="3381375"/>
                <a:gridCol w="7591425"/>
              </a:tblGrid>
              <a:tr h="628650">
                <a:tc>
                  <a:txBody>
                    <a:bodyPr lIns="95250" tIns="95250" rIns="95250" bIns="95250"/>
                    <a:lstStyle/>
                    <a:p>
                      <a:r>
                        <a:rPr sz="1575" b="1">
                          <a:solidFill>
                            <a:srgbClr val="FFFFFF"/>
                          </a:solidFill>
                          <a:latin typeface="Atkinson Hyperlegible"/>
                          <a:ea typeface="Atkinson Hyperlegible"/>
                          <a:cs typeface="Atkinson Hyperlegible"/>
                        </a:rPr>
                        <a:t>Requirement</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Exact rule</a:t>
                      </a:r>
                    </a:p>
                  </a:txBody>
                  <a:tcPr marL="114300" marR="95250" marT="104775" marB="85725">
                    <a:solidFill>
                      <a:srgbClr val="137B73"/>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Adjusted overall intervals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Reward lower bound &gt; 0; fairness and utilization lower bounds ≥ −0.002</a:t>
                      </a:r>
                    </a:p>
                  </a:txBody>
                  <a:tcPr marL="114300" marR="95250" marT="104775" marB="85725">
                    <a:solidFill>
                      <a:srgbClr val="FFFFFF"/>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Every shortage level</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Mean reward difference ≥ 0; fairness and utilization differences ≥ −0.002</a:t>
                      </a:r>
                    </a:p>
                  </a:txBody>
                  <a:tcPr marL="114300" marR="95250" marT="104775" marB="85725">
                    <a:solidFill>
                      <a:srgbClr val="E7F0EC"/>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Every PPO and optimizer trajectory</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Zero critical interruptions, outages and power-balance violations</a:t>
                      </a:r>
                    </a:p>
                  </a:txBody>
                  <a:tcPr marL="114300" marR="95250" marT="104775" marB="85725">
                    <a:solidFill>
                      <a:srgbClr val="FFFFFF"/>
                    </a:solidFill>
                  </a:tcPr>
                </a:tc>
              </a:tr>
              <a:tr h="628650">
                <a:tc>
                  <a:txBody>
                    <a:bodyPr lIns="95250" tIns="95250" rIns="95250" bIns="95250"/>
                    <a:lstStyle/>
                    <a:p>
                      <a:r>
                        <a:rPr sz="1575" b="0">
                          <a:solidFill>
                            <a:srgbClr val="173F43"/>
                          </a:solidFill>
                          <a:latin typeface="Atkinson Hyperlegible"/>
                          <a:ea typeface="Atkinson Hyperlegible"/>
                          <a:cs typeface="Atkinson Hyperlegible"/>
                        </a:rPr>
                        <a:t>Validation eligibility</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All five selected policies eligible under the frozen selection rule</a:t>
                      </a:r>
                    </a:p>
                  </a:txBody>
                  <a:tcPr marL="114300" marR="95250" marT="104775" marB="85725">
                    <a:solidFill>
                      <a:srgbClr val="E7F0EC"/>
                    </a:solidFill>
                  </a:tcPr>
                </a:tc>
              </a:tr>
            </a:tbl>
          </a:graphicData>
        </a:graphic>
      </p:graphicFrame>
      <p:sp>
        <p:nvSpPr>
          <p:cNvPr id="8" name="shape-113">
            <a:extLst xmlns:a="http://schemas.openxmlformats.org/drawingml/2006/main">
              <a:ext uri="{FF2B5EF4-FFF2-40B4-BE49-F238E27FC236}">
                <a16:creationId xmlns:a16="http://schemas.microsoft.com/office/drawing/2014/main" id="{35C3CABA-82B3-4F5F-A568-A39DE69493B5}"/>
              </a:ext>
            </a:extLst>
          </p:cNvPr>
          <p:cNvSpPr>
            <a:spLocks xmlns:a="http://schemas.openxmlformats.org/drawingml/2006/main" noGrp="1"/>
          </p:cNvSpPr>
          <p:nvPr/>
        </p:nvSpPr>
        <p:spPr>
          <a:xfrm xmlns:a="http://schemas.openxmlformats.org/drawingml/2006/main">
            <a:off x="609600" y="554355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Use adjusted 97.5% intervals. The 0.002 margin is 0.2 percentage points. The separate +0.01 reward reference is a research choice, not an operational threshold.</a:t>
            </a:r>
          </a:p>
        </p:txBody>
      </p:sp>
    </p:spTree>
    <p:extLst>
      <p:ext uri="{BB962C8B-B14F-4D97-AF65-F5344CB8AC3E}">
        <p14:creationId xmlns:p14="http://schemas.microsoft.com/office/powerpoint/2010/main" val="1811773211"/>
      </p:ext>
    </p:extLst>
  </p:cSld>
</p:sld>
</file>

<file path=ppt/slides/slide14.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1" name="shape-114">
            <a:extLst xmlns:a="http://schemas.openxmlformats.org/drawingml/2006/main">
              <a:ext uri="{FF2B5EF4-FFF2-40B4-BE49-F238E27FC236}">
                <a16:creationId xmlns:a16="http://schemas.microsoft.com/office/drawing/2014/main" id="{5D1DECB2-6970-41FE-9E25-8DC5C2EEB8FB}"/>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15">
            <a:extLst xmlns:a="http://schemas.openxmlformats.org/drawingml/2006/main">
              <a:ext uri="{FF2B5EF4-FFF2-40B4-BE49-F238E27FC236}">
                <a16:creationId xmlns:a16="http://schemas.microsoft.com/office/drawing/2014/main" id="{62ADFDA6-8C0A-425B-80A0-9CAE86860954}"/>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Original study on 960 matched conditions</a:t>
            </a:r>
          </a:p>
        </p:txBody>
      </p:sp>
      <p:sp>
        <p:nvSpPr>
          <p:cNvPr id="3" name="shape-116">
            <a:extLst xmlns:a="http://schemas.openxmlformats.org/drawingml/2006/main">
              <a:ext uri="{FF2B5EF4-FFF2-40B4-BE49-F238E27FC236}">
                <a16:creationId xmlns:a16="http://schemas.microsoft.com/office/drawing/2014/main" id="{7AB826F4-9B07-4E07-BF39-B4F6A84B1B7F}"/>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PPO values average the five independently trained policies equally</a:t>
            </a:r>
          </a:p>
        </p:txBody>
      </p:sp>
      <p:sp>
        <p:nvSpPr>
          <p:cNvPr id="4" name="shape-117">
            <a:extLst xmlns:a="http://schemas.openxmlformats.org/drawingml/2006/main">
              <a:ext uri="{FF2B5EF4-FFF2-40B4-BE49-F238E27FC236}">
                <a16:creationId xmlns:a16="http://schemas.microsoft.com/office/drawing/2014/main" id="{491DABA4-EB43-4773-9A14-F341CEB433A4}"/>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18">
            <a:extLst xmlns:a="http://schemas.openxmlformats.org/drawingml/2006/main">
              <a:ext uri="{FF2B5EF4-FFF2-40B4-BE49-F238E27FC236}">
                <a16:creationId xmlns:a16="http://schemas.microsoft.com/office/drawing/2014/main" id="{BB1C0D6B-AD7B-413B-B724-DF723130F8BD}"/>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19">
            <a:extLst xmlns:a="http://schemas.openxmlformats.org/drawingml/2006/main">
              <a:ext uri="{FF2B5EF4-FFF2-40B4-BE49-F238E27FC236}">
                <a16:creationId xmlns:a16="http://schemas.microsoft.com/office/drawing/2014/main" id="{6B372181-212A-4E1C-B708-F62C8BDE2963}"/>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14</a:t>
            </a:r>
          </a:p>
        </p:txBody>
      </p:sp>
      <p:graphicFrame>
        <p:nvGraphicFramePr>
          <p:cNvPr id="7" name="Chart">
            <a:extLst xmlns:a="http://schemas.openxmlformats.org/drawingml/2006/main">
              <a:ext uri="{FF2B5EF4-FFF2-40B4-BE49-F238E27FC236}">
                <a16:creationId xmlns:a16="http://schemas.microsoft.com/office/drawing/2014/main" id="{51B5D7A1-31D0-4171-B107-29454859496F}"/>
              </a:ext>
            </a:extLst>
          </p:cNvPr>
          <p:cNvGraphicFramePr/>
          <p:nvPr/>
        </p:nvGraphicFramePr>
        <p:xfrm>
          <a:off xmlns:a="http://schemas.openxmlformats.org/drawingml/2006/main" x="609600" y="2085975"/>
          <a:ext xmlns:a="http://schemas.openxmlformats.org/drawingml/2006/main" cx="3543300" cy="3238500"/>
        </p:xfrm>
        <a:graphic xmlns:a="http://schemas.openxmlformats.org/drawingml/2006/main">
          <a:graphicData uri="http://schemas.openxmlformats.org/drawingml/2006/chart">
            <c:chart xmlns:r="http://schemas.openxmlformats.org/officeDocument/2006/relationships" xmlns:c="http://schemas.openxmlformats.org/drawingml/2006/chart" r:id="R8d50cd49972042a1"/>
          </a:graphicData>
        </a:graphic>
      </p:graphicFrame>
      <p:graphicFrame>
        <p:nvGraphicFramePr>
          <p:cNvPr id="8" name="Chart">
            <a:extLst xmlns:a="http://schemas.openxmlformats.org/drawingml/2006/main">
              <a:ext uri="{FF2B5EF4-FFF2-40B4-BE49-F238E27FC236}">
                <a16:creationId xmlns:a16="http://schemas.microsoft.com/office/drawing/2014/main" id="{2D9DA2A0-8E79-433B-B85B-7A1AD05C4AB6}"/>
              </a:ext>
            </a:extLst>
          </p:cNvPr>
          <p:cNvGraphicFramePr/>
          <p:nvPr/>
        </p:nvGraphicFramePr>
        <p:xfrm>
          <a:off xmlns:a="http://schemas.openxmlformats.org/drawingml/2006/main" x="4324350" y="2085975"/>
          <a:ext xmlns:a="http://schemas.openxmlformats.org/drawingml/2006/main" cx="3543300" cy="3238500"/>
        </p:xfrm>
        <a:graphic xmlns:a="http://schemas.openxmlformats.org/drawingml/2006/main">
          <a:graphicData uri="http://schemas.openxmlformats.org/drawingml/2006/chart">
            <c:chart xmlns:r="http://schemas.openxmlformats.org/officeDocument/2006/relationships" xmlns:c="http://schemas.openxmlformats.org/drawingml/2006/chart" r:id="Rc0c405851f224598"/>
          </a:graphicData>
        </a:graphic>
      </p:graphicFrame>
      <p:graphicFrame>
        <p:nvGraphicFramePr>
          <p:cNvPr id="9" name="Chart">
            <a:extLst xmlns:a="http://schemas.openxmlformats.org/drawingml/2006/main">
              <a:ext uri="{FF2B5EF4-FFF2-40B4-BE49-F238E27FC236}">
                <a16:creationId xmlns:a16="http://schemas.microsoft.com/office/drawing/2014/main" id="{C7005615-2882-4CE5-A4FF-0BDF5B21B4CB}"/>
              </a:ext>
            </a:extLst>
          </p:cNvPr>
          <p:cNvGraphicFramePr/>
          <p:nvPr/>
        </p:nvGraphicFramePr>
        <p:xfrm>
          <a:off xmlns:a="http://schemas.openxmlformats.org/drawingml/2006/main" x="8039100" y="2085975"/>
          <a:ext xmlns:a="http://schemas.openxmlformats.org/drawingml/2006/main" cx="3543300" cy="3238500"/>
        </p:xfrm>
        <a:graphic xmlns:a="http://schemas.openxmlformats.org/drawingml/2006/main">
          <a:graphicData uri="http://schemas.openxmlformats.org/drawingml/2006/chart">
            <c:chart xmlns:r="http://schemas.openxmlformats.org/officeDocument/2006/relationships" xmlns:c="http://schemas.openxmlformats.org/drawingml/2006/chart" r:id="R764ab8078dfa4163"/>
          </a:graphicData>
        </a:graphic>
      </p:graphicFrame>
      <p:sp>
        <p:nvSpPr>
          <p:cNvPr id="10" name="shape-120">
            <a:extLst xmlns:a="http://schemas.openxmlformats.org/drawingml/2006/main">
              <a:ext uri="{FF2B5EF4-FFF2-40B4-BE49-F238E27FC236}">
                <a16:creationId xmlns:a16="http://schemas.microsoft.com/office/drawing/2014/main" id="{461D86BE-F77B-4651-A358-2303B9A64DB6}"/>
              </a:ext>
            </a:extLst>
          </p:cNvPr>
          <p:cNvSpPr>
            <a:spLocks xmlns:a="http://schemas.openxmlformats.org/drawingml/2006/main" noGrp="1"/>
          </p:cNvSpPr>
          <p:nvPr/>
        </p:nvSpPr>
        <p:spPr>
          <a:xfrm xmlns:a="http://schemas.openxmlformats.org/drawingml/2006/main">
            <a:off x="609600" y="5676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7B73"/>
                </a:solidFill>
                <a:latin typeface="Atkinson Hyperlegible"/>
                <a:ea typeface="Atkinson Hyperlegible"/>
                <a:cs typeface="Atkinson Hyperlegible"/>
              </a:defRPr>
            </a:defPPr>
            <a:lvl1pPr algn="l">
              <a:defRPr sz="1725" b="1">
                <a:solidFill>
                  <a:srgbClr val="137B73"/>
                </a:solidFill>
                <a:latin typeface="Atkinson Hyperlegible"/>
                <a:ea typeface="Atkinson Hyperlegible"/>
                <a:cs typeface="Atkinson Hyperlegible"/>
              </a:defRPr>
            </a:lvl1pPr>
            <a:lvl2pPr algn="l">
              <a:defRPr sz="1725" b="1">
                <a:solidFill>
                  <a:srgbClr val="137B73"/>
                </a:solidFill>
                <a:latin typeface="Atkinson Hyperlegible"/>
                <a:ea typeface="Atkinson Hyperlegible"/>
                <a:cs typeface="Atkinson Hyperlegible"/>
              </a:defRPr>
            </a:lvl2pPr>
            <a:lvl3pPr algn="l">
              <a:defRPr sz="1725" b="1">
                <a:solidFill>
                  <a:srgbClr val="137B73"/>
                </a:solidFill>
                <a:latin typeface="Atkinson Hyperlegible"/>
                <a:ea typeface="Atkinson Hyperlegible"/>
                <a:cs typeface="Atkinson Hyperlegible"/>
              </a:defRPr>
            </a:lvl3pPr>
            <a:lvl4pPr algn="l">
              <a:defRPr sz="1725" b="1">
                <a:solidFill>
                  <a:srgbClr val="137B73"/>
                </a:solidFill>
                <a:latin typeface="Atkinson Hyperlegible"/>
                <a:ea typeface="Atkinson Hyperlegible"/>
                <a:cs typeface="Atkinson Hyperlegible"/>
              </a:defRPr>
            </a:lvl4pPr>
            <a:lvl5pPr algn="l">
              <a:defRPr sz="1725" b="1">
                <a:solidFill>
                  <a:srgbClr val="137B73"/>
                </a:solidFill>
                <a:latin typeface="Atkinson Hyperlegible"/>
                <a:ea typeface="Atkinson Hyperlegible"/>
                <a:cs typeface="Atkinson Hyperlegible"/>
              </a:defRPr>
            </a:lvl5pPr>
            <a:lvl6pPr algn="l">
              <a:defRPr sz="1725" b="1">
                <a:solidFill>
                  <a:srgbClr val="137B73"/>
                </a:solidFill>
                <a:latin typeface="Atkinson Hyperlegible"/>
                <a:ea typeface="Atkinson Hyperlegible"/>
                <a:cs typeface="Atkinson Hyperlegible"/>
              </a:defRPr>
            </a:lvl6pPr>
            <a:lvl7pPr algn="l">
              <a:defRPr sz="1725" b="1">
                <a:solidFill>
                  <a:srgbClr val="137B73"/>
                </a:solidFill>
                <a:latin typeface="Atkinson Hyperlegible"/>
                <a:ea typeface="Atkinson Hyperlegible"/>
                <a:cs typeface="Atkinson Hyperlegible"/>
              </a:defRPr>
            </a:lvl7pPr>
            <a:lvl8pPr algn="l">
              <a:defRPr sz="1725" b="1">
                <a:solidFill>
                  <a:srgbClr val="137B73"/>
                </a:solidFill>
                <a:latin typeface="Atkinson Hyperlegible"/>
                <a:ea typeface="Atkinson Hyperlegible"/>
                <a:cs typeface="Atkinson Hyperlegible"/>
              </a:defRPr>
            </a:lvl8pPr>
            <a:lvl9pPr algn="l">
              <a:defRPr sz="1725" b="1">
                <a:solidFill>
                  <a:srgbClr val="137B73"/>
                </a:solidFill>
                <a:latin typeface="Atkinson Hyperlegible"/>
                <a:ea typeface="Atkinson Hyperlegible"/>
                <a:cs typeface="Atkinson Hyperlegible"/>
              </a:defRPr>
            </a:lvl9pPr>
          </a:lstStyle>
          <a:p xmlns:a="http://schemas.openxmlformats.org/drawingml/2006/main">
            <a:pPr algn="l">
              <a:defRPr sz="1725" b="1">
                <a:solidFill>
                  <a:srgbClr val="137B73"/>
                </a:solidFill>
                <a:latin typeface="Atkinson Hyperlegible"/>
                <a:ea typeface="Atkinson Hyperlegible"/>
                <a:cs typeface="Atkinson Hyperlegible"/>
              </a:defRPr>
            </a:pPr>
            <a:r>
              <a:rPr sz="1725" b="1">
                <a:solidFill>
                  <a:srgbClr val="137B73"/>
                </a:solidFill>
                <a:latin typeface="Atkinson Hyperlegible"/>
                <a:ea typeface="Atkinson Hyperlegible"/>
                <a:cs typeface="Atkinson Hyperlegible"/>
              </a:rPr>
              <a:t>PPO and the optimizer preserve critical service. Their remaining differences concern allocation.</a:t>
            </a:r>
          </a:p>
        </p:txBody>
      </p:sp>
    </p:spTree>
    <p:extLst>
      <p:ext uri="{BB962C8B-B14F-4D97-AF65-F5344CB8AC3E}">
        <p14:creationId xmlns:p14="http://schemas.microsoft.com/office/powerpoint/2010/main" val="1288004169"/>
      </p:ext>
    </p:extLst>
  </p:cSld>
</p:sld>
</file>

<file path=ppt/slides/slide15.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121">
            <a:extLst xmlns:a="http://schemas.openxmlformats.org/drawingml/2006/main">
              <a:ext uri="{FF2B5EF4-FFF2-40B4-BE49-F238E27FC236}">
                <a16:creationId xmlns:a16="http://schemas.microsoft.com/office/drawing/2014/main" id="{8F0A569B-1039-4C6A-A6BE-1E5D7FA3193B}"/>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22">
            <a:extLst xmlns:a="http://schemas.openxmlformats.org/drawingml/2006/main">
              <a:ext uri="{FF2B5EF4-FFF2-40B4-BE49-F238E27FC236}">
                <a16:creationId xmlns:a16="http://schemas.microsoft.com/office/drawing/2014/main" id="{896A87E2-D20A-4E83-95DB-1E9BE2EC156A}"/>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PPO improves service over Fixed Rotation</a:t>
            </a:r>
          </a:p>
        </p:txBody>
      </p:sp>
      <p:sp>
        <p:nvSpPr>
          <p:cNvPr id="3" name="shape-123">
            <a:extLst xmlns:a="http://schemas.openxmlformats.org/drawingml/2006/main">
              <a:ext uri="{FF2B5EF4-FFF2-40B4-BE49-F238E27FC236}">
                <a16:creationId xmlns:a16="http://schemas.microsoft.com/office/drawing/2014/main" id="{F0BCCF7F-AE29-493E-8E8A-76C443952AD1}"/>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Paired effects are PPO minus Fixed Rotation. Intervals have adjusted 97.5% coverage.</a:t>
            </a:r>
          </a:p>
        </p:txBody>
      </p:sp>
      <p:sp>
        <p:nvSpPr>
          <p:cNvPr id="4" name="shape-124">
            <a:extLst xmlns:a="http://schemas.openxmlformats.org/drawingml/2006/main">
              <a:ext uri="{FF2B5EF4-FFF2-40B4-BE49-F238E27FC236}">
                <a16:creationId xmlns:a16="http://schemas.microsoft.com/office/drawing/2014/main" id="{2EE4BD2A-43F6-4795-BF23-0746C7B67AE4}"/>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25">
            <a:extLst xmlns:a="http://schemas.openxmlformats.org/drawingml/2006/main">
              <a:ext uri="{FF2B5EF4-FFF2-40B4-BE49-F238E27FC236}">
                <a16:creationId xmlns:a16="http://schemas.microsoft.com/office/drawing/2014/main" id="{26B559DE-5693-4981-8F1F-9F1632525B21}"/>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26">
            <a:extLst xmlns:a="http://schemas.openxmlformats.org/drawingml/2006/main">
              <a:ext uri="{FF2B5EF4-FFF2-40B4-BE49-F238E27FC236}">
                <a16:creationId xmlns:a16="http://schemas.microsoft.com/office/drawing/2014/main" id="{EDF8FB22-ECEE-4032-8EFE-8B9A6A19F9B8}"/>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15</a:t>
            </a:r>
          </a:p>
        </p:txBody>
      </p:sp>
      <p:graphicFrame>
        <p:nvGraphicFramePr>
          <p:cNvPr id="7" name="">
            <a:extLst xmlns:a="http://schemas.openxmlformats.org/drawingml/2006/main">
              <a:ext uri="{FF2B5EF4-FFF2-40B4-BE49-F238E27FC236}">
                <a16:creationId xmlns:a16="http://schemas.microsoft.com/office/drawing/2014/main" id="{2890BBF5-4BE3-4C60-BF47-DA95324014B8}"/>
              </a:ext>
            </a:extLst>
          </p:cNvPr>
          <p:cNvGraphicFramePr/>
          <p:nvPr/>
        </p:nvGraphicFramePr>
        <p:xfrm>
          <a:off xmlns:a="http://schemas.openxmlformats.org/drawingml/2006/main" x="609600" y="2238375"/>
          <a:ext xmlns:a="http://schemas.openxmlformats.org/drawingml/2006/main" cx="10972800" cy="2476500"/>
        </p:xfrm>
        <a:graphic xmlns:a="http://schemas.openxmlformats.org/drawingml/2006/main">
          <a:graphicData uri="http://schemas.openxmlformats.org/drawingml/2006/table">
            <a:tbl>
              <a:tblPr/>
              <a:tblGrid>
                <a:gridCol w="5810250"/>
                <a:gridCol w="5162550"/>
              </a:tblGrid>
              <a:tr h="619125">
                <a:tc>
                  <a:txBody>
                    <a:bodyPr lIns="95250" tIns="95250" rIns="95250" bIns="95250"/>
                    <a:lstStyle/>
                    <a:p>
                      <a:r>
                        <a:rPr sz="1575" b="1">
                          <a:solidFill>
                            <a:srgbClr val="FFFFFF"/>
                          </a:solidFill>
                          <a:latin typeface="Atkinson Hyperlegible"/>
                          <a:ea typeface="Atkinson Hyperlegible"/>
                          <a:cs typeface="Atkinson Hyperlegible"/>
                        </a:rPr>
                        <a:t>Outcome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Effect [lower, upper]</a:t>
                      </a:r>
                    </a:p>
                  </a:txBody>
                  <a:tcPr marL="114300" marR="95250" marT="104775" marB="85725">
                    <a:solidFill>
                      <a:srgbClr val="137B73"/>
                    </a:solidFill>
                  </a:tcPr>
                </a:tc>
              </a:tr>
              <a:tr h="619125">
                <a:tc>
                  <a:txBody>
                    <a:bodyPr lIns="95250" tIns="95250" rIns="95250" bIns="95250"/>
                    <a:lstStyle/>
                    <a:p>
                      <a:r>
                        <a:rPr sz="1575" b="0">
                          <a:solidFill>
                            <a:srgbClr val="173F43"/>
                          </a:solidFill>
                          <a:latin typeface="Atkinson Hyperlegible"/>
                          <a:ea typeface="Atkinson Hyperlegible"/>
                          <a:cs typeface="Atkinson Hyperlegible"/>
                        </a:rPr>
                        <a:t>Critical interruption (locality-hours)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-102.050  [-102.081, -102.025]</a:t>
                      </a:r>
                    </a:p>
                  </a:txBody>
                  <a:tcPr marL="114300" marR="95250" marT="104775" marB="85725">
                    <a:solidFill>
                      <a:srgbClr val="FFFFFF"/>
                    </a:solidFill>
                  </a:tcPr>
                </a:tc>
              </a:tr>
              <a:tr h="619125">
                <a:tc>
                  <a:txBody>
                    <a:bodyPr lIns="95250" tIns="95250" rIns="95250" bIns="95250"/>
                    <a:lstStyle/>
                    <a:p>
                      <a:r>
                        <a:rPr sz="1575" b="0">
                          <a:solidFill>
                            <a:srgbClr val="173F43"/>
                          </a:solidFill>
                          <a:latin typeface="Atkinson Hyperlegible"/>
                          <a:ea typeface="Atkinson Hyperlegible"/>
                          <a:cs typeface="Atkinson Hyperlegible"/>
                        </a:rPr>
                        <a:t>Jain fairness (percentage points)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+9.260  [+9.142, +9.371]</a:t>
                      </a:r>
                    </a:p>
                  </a:txBody>
                  <a:tcPr marL="114300" marR="95250" marT="104775" marB="85725">
                    <a:solidFill>
                      <a:srgbClr val="E7F0EC"/>
                    </a:solidFill>
                  </a:tcPr>
                </a:tc>
              </a:tr>
              <a:tr h="619125">
                <a:tc>
                  <a:txBody>
                    <a:bodyPr lIns="95250" tIns="95250" rIns="95250" bIns="95250"/>
                    <a:lstStyle/>
                    <a:p>
                      <a:r>
                        <a:rPr sz="1575" b="0">
                          <a:solidFill>
                            <a:srgbClr val="173F43"/>
                          </a:solidFill>
                          <a:latin typeface="Atkinson Hyperlegible"/>
                          <a:ea typeface="Atkinson Hyperlegible"/>
                          <a:cs typeface="Atkinson Hyperlegible"/>
                        </a:rPr>
                        <a:t>Utilization (percentage points)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+25.782  [+25.702, +25.859]</a:t>
                      </a:r>
                    </a:p>
                  </a:txBody>
                  <a:tcPr marL="114300" marR="95250" marT="104775" marB="85725">
                    <a:solidFill>
                      <a:srgbClr val="FFFFFF"/>
                    </a:solidFill>
                  </a:tcPr>
                </a:tc>
              </a:tr>
            </a:tbl>
          </a:graphicData>
        </a:graphic>
      </p:graphicFrame>
      <p:sp>
        <p:nvSpPr>
          <p:cNvPr id="8" name="shape-127">
            <a:extLst xmlns:a="http://schemas.openxmlformats.org/drawingml/2006/main">
              <a:ext uri="{FF2B5EF4-FFF2-40B4-BE49-F238E27FC236}">
                <a16:creationId xmlns:a16="http://schemas.microsoft.com/office/drawing/2014/main" id="{474E2681-6149-41A4-8E92-EB32874879C5}"/>
              </a:ext>
            </a:extLst>
          </p:cNvPr>
          <p:cNvSpPr>
            <a:spLocks xmlns:a="http://schemas.openxmlformats.org/drawingml/2006/main" noGrp="1"/>
          </p:cNvSpPr>
          <p:nvPr/>
        </p:nvSpPr>
        <p:spPr>
          <a:xfrm xmlns:a="http://schemas.openxmlformats.org/drawingml/2006/main">
            <a:off x="609600" y="51054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7B73"/>
                </a:solidFill>
                <a:latin typeface="Atkinson Hyperlegible"/>
                <a:ea typeface="Atkinson Hyperlegible"/>
                <a:cs typeface="Atkinson Hyperlegible"/>
              </a:defRPr>
            </a:defPPr>
            <a:lvl1pPr algn="l">
              <a:defRPr sz="2550" b="1">
                <a:solidFill>
                  <a:srgbClr val="137B73"/>
                </a:solidFill>
                <a:latin typeface="Atkinson Hyperlegible"/>
                <a:ea typeface="Atkinson Hyperlegible"/>
                <a:cs typeface="Atkinson Hyperlegible"/>
              </a:defRPr>
            </a:lvl1pPr>
            <a:lvl2pPr algn="l">
              <a:defRPr sz="2550" b="1">
                <a:solidFill>
                  <a:srgbClr val="137B73"/>
                </a:solidFill>
                <a:latin typeface="Atkinson Hyperlegible"/>
                <a:ea typeface="Atkinson Hyperlegible"/>
                <a:cs typeface="Atkinson Hyperlegible"/>
              </a:defRPr>
            </a:lvl2pPr>
            <a:lvl3pPr algn="l">
              <a:defRPr sz="2550" b="1">
                <a:solidFill>
                  <a:srgbClr val="137B73"/>
                </a:solidFill>
                <a:latin typeface="Atkinson Hyperlegible"/>
                <a:ea typeface="Atkinson Hyperlegible"/>
                <a:cs typeface="Atkinson Hyperlegible"/>
              </a:defRPr>
            </a:lvl3pPr>
            <a:lvl4pPr algn="l">
              <a:defRPr sz="2550" b="1">
                <a:solidFill>
                  <a:srgbClr val="137B73"/>
                </a:solidFill>
                <a:latin typeface="Atkinson Hyperlegible"/>
                <a:ea typeface="Atkinson Hyperlegible"/>
                <a:cs typeface="Atkinson Hyperlegible"/>
              </a:defRPr>
            </a:lvl4pPr>
            <a:lvl5pPr algn="l">
              <a:defRPr sz="2550" b="1">
                <a:solidFill>
                  <a:srgbClr val="137B73"/>
                </a:solidFill>
                <a:latin typeface="Atkinson Hyperlegible"/>
                <a:ea typeface="Atkinson Hyperlegible"/>
                <a:cs typeface="Atkinson Hyperlegible"/>
              </a:defRPr>
            </a:lvl5pPr>
            <a:lvl6pPr algn="l">
              <a:defRPr sz="2550" b="1">
                <a:solidFill>
                  <a:srgbClr val="137B73"/>
                </a:solidFill>
                <a:latin typeface="Atkinson Hyperlegible"/>
                <a:ea typeface="Atkinson Hyperlegible"/>
                <a:cs typeface="Atkinson Hyperlegible"/>
              </a:defRPr>
            </a:lvl6pPr>
            <a:lvl7pPr algn="l">
              <a:defRPr sz="2550" b="1">
                <a:solidFill>
                  <a:srgbClr val="137B73"/>
                </a:solidFill>
                <a:latin typeface="Atkinson Hyperlegible"/>
                <a:ea typeface="Atkinson Hyperlegible"/>
                <a:cs typeface="Atkinson Hyperlegible"/>
              </a:defRPr>
            </a:lvl7pPr>
            <a:lvl8pPr algn="l">
              <a:defRPr sz="2550" b="1">
                <a:solidFill>
                  <a:srgbClr val="137B73"/>
                </a:solidFill>
                <a:latin typeface="Atkinson Hyperlegible"/>
                <a:ea typeface="Atkinson Hyperlegible"/>
                <a:cs typeface="Atkinson Hyperlegible"/>
              </a:defRPr>
            </a:lvl8pPr>
            <a:lvl9pPr algn="l">
              <a:defRPr sz="2550" b="1">
                <a:solidFill>
                  <a:srgbClr val="137B73"/>
                </a:solidFill>
                <a:latin typeface="Atkinson Hyperlegible"/>
                <a:ea typeface="Atkinson Hyperlegible"/>
                <a:cs typeface="Atkinson Hyperlegible"/>
              </a:defRPr>
            </a:lvl9pPr>
          </a:lstStyle>
          <a:p xmlns:a="http://schemas.openxmlformats.org/drawingml/2006/main">
            <a:pPr algn="l">
              <a:defRPr sz="2550" b="1">
                <a:solidFill>
                  <a:srgbClr val="137B73"/>
                </a:solidFill>
                <a:latin typeface="Atkinson Hyperlegible"/>
                <a:ea typeface="Atkinson Hyperlegible"/>
                <a:cs typeface="Atkinson Hyperlegible"/>
              </a:defRPr>
            </a:pPr>
            <a:r>
              <a:rPr sz="2550" b="1">
                <a:solidFill>
                  <a:srgbClr val="137B73"/>
                </a:solidFill>
                <a:latin typeface="Atkinson Hyperlegible"/>
                <a:ea typeface="Atkinson Hyperlegible"/>
                <a:cs typeface="Atkinson Hyperlegible"/>
              </a:rPr>
              <a:t>Full declared comparison: PASSED</a:t>
            </a:r>
          </a:p>
        </p:txBody>
      </p:sp>
      <p:sp>
        <p:nvSpPr>
          <p:cNvPr id="9" name="shape-128">
            <a:extLst xmlns:a="http://schemas.openxmlformats.org/drawingml/2006/main">
              <a:ext uri="{FF2B5EF4-FFF2-40B4-BE49-F238E27FC236}">
                <a16:creationId xmlns:a16="http://schemas.microsoft.com/office/drawing/2014/main" id="{90D2FB05-426E-4C12-9ADD-5504AD5716BF}"/>
              </a:ext>
            </a:extLst>
          </p:cNvPr>
          <p:cNvSpPr>
            <a:spLocks xmlns:a="http://schemas.openxmlformats.org/drawingml/2006/main" noGrp="1"/>
          </p:cNvSpPr>
          <p:nvPr/>
        </p:nvSpPr>
        <p:spPr>
          <a:xfrm xmlns:a="http://schemas.openxmlformats.org/drawingml/2006/main">
            <a:off x="609600" y="56769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Critical-aware rotation also eliminates these interruptions. The follow-up comparison measures PPO’s additional allocation benefit when critical protection is shared.</a:t>
            </a:r>
          </a:p>
        </p:txBody>
      </p:sp>
    </p:spTree>
    <p:extLst>
      <p:ext uri="{BB962C8B-B14F-4D97-AF65-F5344CB8AC3E}">
        <p14:creationId xmlns:p14="http://schemas.microsoft.com/office/powerpoint/2010/main" val="1475477472"/>
      </p:ext>
    </p:extLst>
  </p:cSld>
</p:sld>
</file>

<file path=ppt/slides/slide16.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129">
            <a:extLst xmlns:a="http://schemas.openxmlformats.org/drawingml/2006/main">
              <a:ext uri="{FF2B5EF4-FFF2-40B4-BE49-F238E27FC236}">
                <a16:creationId xmlns:a16="http://schemas.microsoft.com/office/drawing/2014/main" id="{3E0C751B-2E07-4D0B-867B-1622E1FA3B4A}"/>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30">
            <a:extLst xmlns:a="http://schemas.openxmlformats.org/drawingml/2006/main">
              <a:ext uri="{FF2B5EF4-FFF2-40B4-BE49-F238E27FC236}">
                <a16:creationId xmlns:a16="http://schemas.microsoft.com/office/drawing/2014/main" id="{7DB695B9-9C73-40A8-AF70-F02DA4061B23}"/>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A reward and fairness gain with a utilization tradeoff</a:t>
            </a:r>
          </a:p>
        </p:txBody>
      </p:sp>
      <p:sp>
        <p:nvSpPr>
          <p:cNvPr id="3" name="shape-131">
            <a:extLst xmlns:a="http://schemas.openxmlformats.org/drawingml/2006/main">
              <a:ext uri="{FF2B5EF4-FFF2-40B4-BE49-F238E27FC236}">
                <a16:creationId xmlns:a16="http://schemas.microsoft.com/office/drawing/2014/main" id="{B15FD35D-2C2C-4829-A630-28F973B46514}"/>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Paired effects are PPO minus Constrained Optimization. Adjusted 97.5% intervals.</a:t>
            </a:r>
          </a:p>
        </p:txBody>
      </p:sp>
      <p:sp>
        <p:nvSpPr>
          <p:cNvPr id="4" name="shape-132">
            <a:extLst xmlns:a="http://schemas.openxmlformats.org/drawingml/2006/main">
              <a:ext uri="{FF2B5EF4-FFF2-40B4-BE49-F238E27FC236}">
                <a16:creationId xmlns:a16="http://schemas.microsoft.com/office/drawing/2014/main" id="{1C18AFCC-8ABE-4858-ADEB-FD31C9D81E72}"/>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33">
            <a:extLst xmlns:a="http://schemas.openxmlformats.org/drawingml/2006/main">
              <a:ext uri="{FF2B5EF4-FFF2-40B4-BE49-F238E27FC236}">
                <a16:creationId xmlns:a16="http://schemas.microsoft.com/office/drawing/2014/main" id="{AC9FEA35-5F0A-4606-888D-DF94020E7598}"/>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34">
            <a:extLst xmlns:a="http://schemas.openxmlformats.org/drawingml/2006/main">
              <a:ext uri="{FF2B5EF4-FFF2-40B4-BE49-F238E27FC236}">
                <a16:creationId xmlns:a16="http://schemas.microsoft.com/office/drawing/2014/main" id="{2CE39F33-973D-4367-B432-331E94BD2D33}"/>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16</a:t>
            </a:r>
          </a:p>
        </p:txBody>
      </p:sp>
      <p:graphicFrame>
        <p:nvGraphicFramePr>
          <p:cNvPr id="7" name="">
            <a:extLst xmlns:a="http://schemas.openxmlformats.org/drawingml/2006/main">
              <a:ext uri="{FF2B5EF4-FFF2-40B4-BE49-F238E27FC236}">
                <a16:creationId xmlns:a16="http://schemas.microsoft.com/office/drawing/2014/main" id="{62308256-B310-4BC3-BC91-3694137318E0}"/>
              </a:ext>
            </a:extLst>
          </p:cNvPr>
          <p:cNvGraphicFramePr/>
          <p:nvPr/>
        </p:nvGraphicFramePr>
        <p:xfrm>
          <a:off xmlns:a="http://schemas.openxmlformats.org/drawingml/2006/main" x="609600" y="2105025"/>
          <a:ext xmlns:a="http://schemas.openxmlformats.org/drawingml/2006/main" cx="10972800" cy="2914650"/>
        </p:xfrm>
        <a:graphic xmlns:a="http://schemas.openxmlformats.org/drawingml/2006/main">
          <a:graphicData uri="http://schemas.openxmlformats.org/drawingml/2006/table">
            <a:tbl>
              <a:tblPr/>
              <a:tblGrid>
                <a:gridCol w="5810250"/>
                <a:gridCol w="5162550"/>
              </a:tblGrid>
              <a:tr h="582930">
                <a:tc>
                  <a:txBody>
                    <a:bodyPr lIns="95250" tIns="95250" rIns="95250" bIns="95250"/>
                    <a:lstStyle/>
                    <a:p>
                      <a:r>
                        <a:rPr sz="1575" b="1">
                          <a:solidFill>
                            <a:srgbClr val="FFFFFF"/>
                          </a:solidFill>
                          <a:latin typeface="Atkinson Hyperlegible"/>
                          <a:ea typeface="Atkinson Hyperlegible"/>
                          <a:cs typeface="Atkinson Hyperlegible"/>
                        </a:rPr>
                        <a:t>Outcome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Effect [lower, upper]</a:t>
                      </a:r>
                    </a:p>
                  </a:txBody>
                  <a:tcPr marL="114300" marR="95250" marT="104775" marB="85725">
                    <a:solidFill>
                      <a:srgbClr val="137B73"/>
                    </a:solidFill>
                  </a:tcPr>
                </a:tc>
              </a:tr>
              <a:tr h="582930">
                <a:tc>
                  <a:txBody>
                    <a:bodyPr lIns="95250" tIns="95250" rIns="95250" bIns="95250"/>
                    <a:lstStyle/>
                    <a:p>
                      <a:r>
                        <a:rPr sz="1575" b="0">
                          <a:solidFill>
                            <a:srgbClr val="173F43"/>
                          </a:solidFill>
                          <a:latin typeface="Atkinson Hyperlegible"/>
                          <a:ea typeface="Atkinson Hyperlegible"/>
                          <a:cs typeface="Atkinson Hyperlegible"/>
                        </a:rPr>
                        <a:t>Daily reward</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+0.0499  [+0.0406, +0.0577]</a:t>
                      </a:r>
                    </a:p>
                  </a:txBody>
                  <a:tcPr marL="114300" marR="95250" marT="104775" marB="85725">
                    <a:solidFill>
                      <a:srgbClr val="FFFFFF"/>
                    </a:solidFill>
                  </a:tcPr>
                </a:tc>
              </a:tr>
              <a:tr h="582930">
                <a:tc>
                  <a:txBody>
                    <a:bodyPr lIns="95250" tIns="95250" rIns="95250" bIns="95250"/>
                    <a:lstStyle/>
                    <a:p>
                      <a:r>
                        <a:rPr sz="1575" b="0">
                          <a:solidFill>
                            <a:srgbClr val="173F43"/>
                          </a:solidFill>
                          <a:latin typeface="Atkinson Hyperlegible"/>
                          <a:ea typeface="Atkinson Hyperlegible"/>
                          <a:cs typeface="Atkinson Hyperlegible"/>
                        </a:rPr>
                        <a:t>Jain fairness (percentage points)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+2.237  [+2.096, +2.373]</a:t>
                      </a:r>
                    </a:p>
                  </a:txBody>
                  <a:tcPr marL="114300" marR="95250" marT="104775" marB="85725">
                    <a:solidFill>
                      <a:srgbClr val="E7F0EC"/>
                    </a:solidFill>
                  </a:tcPr>
                </a:tc>
              </a:tr>
              <a:tr h="582930">
                <a:tc>
                  <a:txBody>
                    <a:bodyPr lIns="95250" tIns="95250" rIns="95250" bIns="95250"/>
                    <a:lstStyle/>
                    <a:p>
                      <a:r>
                        <a:rPr sz="1575" b="0">
                          <a:solidFill>
                            <a:srgbClr val="173F43"/>
                          </a:solidFill>
                          <a:latin typeface="Atkinson Hyperlegible"/>
                          <a:ea typeface="Atkinson Hyperlegible"/>
                          <a:cs typeface="Atkinson Hyperlegible"/>
                        </a:rPr>
                        <a:t>Utilization (percentage points)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-0.399  [-0.464, -0.341]</a:t>
                      </a:r>
                    </a:p>
                  </a:txBody>
                  <a:tcPr marL="114300" marR="95250" marT="104775" marB="85725">
                    <a:solidFill>
                      <a:srgbClr val="FFFFFF"/>
                    </a:solidFill>
                  </a:tcPr>
                </a:tc>
              </a:tr>
              <a:tr h="582930">
                <a:tc>
                  <a:txBody>
                    <a:bodyPr lIns="95250" tIns="95250" rIns="95250" bIns="95250"/>
                    <a:lstStyle/>
                    <a:p>
                      <a:r>
                        <a:rPr sz="1575" b="0">
                          <a:solidFill>
                            <a:srgbClr val="173F43"/>
                          </a:solidFill>
                          <a:latin typeface="Atkinson Hyperlegible"/>
                          <a:ea typeface="Atkinson Hyperlegible"/>
                          <a:cs typeface="Atkinson Hyperlegible"/>
                        </a:rPr>
                        <a:t>Switching (percentage points)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+7.218  [+6.531, +8.112]</a:t>
                      </a:r>
                    </a:p>
                  </a:txBody>
                  <a:tcPr marL="114300" marR="95250" marT="104775" marB="85725">
                    <a:solidFill>
                      <a:srgbClr val="E7F0EC"/>
                    </a:solidFill>
                  </a:tcPr>
                </a:tc>
              </a:tr>
            </a:tbl>
          </a:graphicData>
        </a:graphic>
      </p:graphicFrame>
      <p:sp>
        <p:nvSpPr>
          <p:cNvPr id="8" name="shape-135">
            <a:extLst xmlns:a="http://schemas.openxmlformats.org/drawingml/2006/main">
              <a:ext uri="{FF2B5EF4-FFF2-40B4-BE49-F238E27FC236}">
                <a16:creationId xmlns:a16="http://schemas.microsoft.com/office/drawing/2014/main" id="{11ABAA29-2F37-4600-88D9-6144D0B8412C}"/>
              </a:ext>
            </a:extLst>
          </p:cNvPr>
          <p:cNvSpPr>
            <a:spLocks xmlns:a="http://schemas.openxmlformats.org/drawingml/2006/main" noGrp="1"/>
          </p:cNvSpPr>
          <p:nvPr/>
        </p:nvSpPr>
        <p:spPr>
          <a:xfrm xmlns:a="http://schemas.openxmlformats.org/drawingml/2006/main">
            <a:off x="609600" y="53149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E77D60"/>
                </a:solidFill>
                <a:latin typeface="Atkinson Hyperlegible"/>
                <a:ea typeface="Atkinson Hyperlegible"/>
                <a:cs typeface="Atkinson Hyperlegible"/>
              </a:defRPr>
            </a:defPPr>
            <a:lvl1pPr algn="l">
              <a:defRPr sz="2325" b="1">
                <a:solidFill>
                  <a:srgbClr val="E77D60"/>
                </a:solidFill>
                <a:latin typeface="Atkinson Hyperlegible"/>
                <a:ea typeface="Atkinson Hyperlegible"/>
                <a:cs typeface="Atkinson Hyperlegible"/>
              </a:defRPr>
            </a:lvl1pPr>
            <a:lvl2pPr algn="l">
              <a:defRPr sz="2325" b="1">
                <a:solidFill>
                  <a:srgbClr val="E77D60"/>
                </a:solidFill>
                <a:latin typeface="Atkinson Hyperlegible"/>
                <a:ea typeface="Atkinson Hyperlegible"/>
                <a:cs typeface="Atkinson Hyperlegible"/>
              </a:defRPr>
            </a:lvl2pPr>
            <a:lvl3pPr algn="l">
              <a:defRPr sz="2325" b="1">
                <a:solidFill>
                  <a:srgbClr val="E77D60"/>
                </a:solidFill>
                <a:latin typeface="Atkinson Hyperlegible"/>
                <a:ea typeface="Atkinson Hyperlegible"/>
                <a:cs typeface="Atkinson Hyperlegible"/>
              </a:defRPr>
            </a:lvl3pPr>
            <a:lvl4pPr algn="l">
              <a:defRPr sz="2325" b="1">
                <a:solidFill>
                  <a:srgbClr val="E77D60"/>
                </a:solidFill>
                <a:latin typeface="Atkinson Hyperlegible"/>
                <a:ea typeface="Atkinson Hyperlegible"/>
                <a:cs typeface="Atkinson Hyperlegible"/>
              </a:defRPr>
            </a:lvl4pPr>
            <a:lvl5pPr algn="l">
              <a:defRPr sz="2325" b="1">
                <a:solidFill>
                  <a:srgbClr val="E77D60"/>
                </a:solidFill>
                <a:latin typeface="Atkinson Hyperlegible"/>
                <a:ea typeface="Atkinson Hyperlegible"/>
                <a:cs typeface="Atkinson Hyperlegible"/>
              </a:defRPr>
            </a:lvl5pPr>
            <a:lvl6pPr algn="l">
              <a:defRPr sz="2325" b="1">
                <a:solidFill>
                  <a:srgbClr val="E77D60"/>
                </a:solidFill>
                <a:latin typeface="Atkinson Hyperlegible"/>
                <a:ea typeface="Atkinson Hyperlegible"/>
                <a:cs typeface="Atkinson Hyperlegible"/>
              </a:defRPr>
            </a:lvl6pPr>
            <a:lvl7pPr algn="l">
              <a:defRPr sz="2325" b="1">
                <a:solidFill>
                  <a:srgbClr val="E77D60"/>
                </a:solidFill>
                <a:latin typeface="Atkinson Hyperlegible"/>
                <a:ea typeface="Atkinson Hyperlegible"/>
                <a:cs typeface="Atkinson Hyperlegible"/>
              </a:defRPr>
            </a:lvl7pPr>
            <a:lvl8pPr algn="l">
              <a:defRPr sz="2325" b="1">
                <a:solidFill>
                  <a:srgbClr val="E77D60"/>
                </a:solidFill>
                <a:latin typeface="Atkinson Hyperlegible"/>
                <a:ea typeface="Atkinson Hyperlegible"/>
                <a:cs typeface="Atkinson Hyperlegible"/>
              </a:defRPr>
            </a:lvl8pPr>
            <a:lvl9pPr algn="l">
              <a:defRPr sz="2325" b="1">
                <a:solidFill>
                  <a:srgbClr val="E77D60"/>
                </a:solidFill>
                <a:latin typeface="Atkinson Hyperlegible"/>
                <a:ea typeface="Atkinson Hyperlegible"/>
                <a:cs typeface="Atkinson Hyperlegible"/>
              </a:defRPr>
            </a:lvl9pPr>
          </a:lstStyle>
          <a:p xmlns:a="http://schemas.openxmlformats.org/drawingml/2006/main">
            <a:pPr algn="l">
              <a:defRPr sz="2325" b="1">
                <a:solidFill>
                  <a:srgbClr val="E77D60"/>
                </a:solidFill>
                <a:latin typeface="Atkinson Hyperlegible"/>
                <a:ea typeface="Atkinson Hyperlegible"/>
                <a:cs typeface="Atkinson Hyperlegible"/>
              </a:defRPr>
            </a:pPr>
            <a:r>
              <a:rPr sz="2325" b="1">
                <a:solidFill>
                  <a:srgbClr val="E77D60"/>
                </a:solidFill>
                <a:latin typeface="Atkinson Hyperlegible"/>
                <a:ea typeface="Atkinson Hyperlegible"/>
                <a:cs typeface="Atkinson Hyperlegible"/>
              </a:rPr>
              <a:t>Full service-guarded improvement criterion: NOT MET</a:t>
            </a:r>
          </a:p>
        </p:txBody>
      </p:sp>
      <p:sp>
        <p:nvSpPr>
          <p:cNvPr id="9" name="shape-136">
            <a:extLst xmlns:a="http://schemas.openxmlformats.org/drawingml/2006/main">
              <a:ext uri="{FF2B5EF4-FFF2-40B4-BE49-F238E27FC236}">
                <a16:creationId xmlns:a16="http://schemas.microsoft.com/office/drawing/2014/main" id="{73F18283-4275-4B8B-A711-307E89C8C3C2}"/>
              </a:ext>
            </a:extLst>
          </p:cNvPr>
          <p:cNvSpPr>
            <a:spLocks xmlns:a="http://schemas.openxmlformats.org/drawingml/2006/main" noGrp="1"/>
          </p:cNvSpPr>
          <p:nvPr/>
        </p:nvSpPr>
        <p:spPr>
          <a:xfrm xmlns:a="http://schemas.openxmlformats.org/drawingml/2006/main">
            <a:off x="609600" y="5810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The utilization loss exceeds the allowed 0.2-point margin. Both protect critical service.</a:t>
            </a:r>
          </a:p>
        </p:txBody>
      </p:sp>
    </p:spTree>
    <p:extLst>
      <p:ext uri="{BB962C8B-B14F-4D97-AF65-F5344CB8AC3E}">
        <p14:creationId xmlns:p14="http://schemas.microsoft.com/office/powerpoint/2010/main" val="1996747479"/>
      </p:ext>
    </p:extLst>
  </p:cSld>
</p:sld>
</file>

<file path=ppt/slides/slide17.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37">
            <a:extLst xmlns:a="http://schemas.openxmlformats.org/drawingml/2006/main">
              <a:ext uri="{FF2B5EF4-FFF2-40B4-BE49-F238E27FC236}">
                <a16:creationId xmlns:a16="http://schemas.microsoft.com/office/drawing/2014/main" id="{6811122C-79B4-4EB4-9BB0-D1EBA4B06DA8}"/>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38">
            <a:extLst xmlns:a="http://schemas.openxmlformats.org/drawingml/2006/main">
              <a:ext uri="{FF2B5EF4-FFF2-40B4-BE49-F238E27FC236}">
                <a16:creationId xmlns:a16="http://schemas.microsoft.com/office/drawing/2014/main" id="{7DFB54C4-A85D-4D77-B261-857F28C31392}"/>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Practical scale of the optimizer comparison</a:t>
            </a:r>
          </a:p>
        </p:txBody>
      </p:sp>
      <p:sp>
        <p:nvSpPr>
          <p:cNvPr id="3" name="shape-139">
            <a:extLst xmlns:a="http://schemas.openxmlformats.org/drawingml/2006/main">
              <a:ext uri="{FF2B5EF4-FFF2-40B4-BE49-F238E27FC236}">
                <a16:creationId xmlns:a16="http://schemas.microsoft.com/office/drawing/2014/main" id="{BECBA91A-1207-4E0C-B1A8-4B97BA728779}"/>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Measured energy and public service outcomes give the composite reward context.</a:t>
            </a:r>
          </a:p>
        </p:txBody>
      </p:sp>
      <p:sp>
        <p:nvSpPr>
          <p:cNvPr id="4" name="shape-140">
            <a:extLst xmlns:a="http://schemas.openxmlformats.org/drawingml/2006/main">
              <a:ext uri="{FF2B5EF4-FFF2-40B4-BE49-F238E27FC236}">
                <a16:creationId xmlns:a16="http://schemas.microsoft.com/office/drawing/2014/main" id="{D8FF1118-4477-4D81-9AE1-7C4FB0FDB156}"/>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41">
            <a:extLst xmlns:a="http://schemas.openxmlformats.org/drawingml/2006/main">
              <a:ext uri="{FF2B5EF4-FFF2-40B4-BE49-F238E27FC236}">
                <a16:creationId xmlns:a16="http://schemas.microsoft.com/office/drawing/2014/main" id="{4EF99603-9340-4858-97D2-3393A6E5505B}"/>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42">
            <a:extLst xmlns:a="http://schemas.openxmlformats.org/drawingml/2006/main">
              <a:ext uri="{FF2B5EF4-FFF2-40B4-BE49-F238E27FC236}">
                <a16:creationId xmlns:a16="http://schemas.microsoft.com/office/drawing/2014/main" id="{8EF18C16-B4C6-4827-B61F-79FDDCAEF0FE}"/>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17</a:t>
            </a:r>
          </a:p>
        </p:txBody>
      </p:sp>
      <p:graphicFrame>
        <p:nvGraphicFramePr>
          <p:cNvPr id="7" name="">
            <a:extLst xmlns:a="http://schemas.openxmlformats.org/drawingml/2006/main">
              <a:ext uri="{FF2B5EF4-FFF2-40B4-BE49-F238E27FC236}">
                <a16:creationId xmlns:a16="http://schemas.microsoft.com/office/drawing/2014/main" id="{77C9338B-FF19-46AC-8440-F4B172A66AB0}"/>
              </a:ext>
            </a:extLst>
          </p:cNvPr>
          <p:cNvGraphicFramePr/>
          <p:nvPr/>
        </p:nvGraphicFramePr>
        <p:xfrm>
          <a:off xmlns:a="http://schemas.openxmlformats.org/drawingml/2006/main" x="609600" y="2124075"/>
          <a:ext xmlns:a="http://schemas.openxmlformats.org/drawingml/2006/main" cx="10972800" cy="2905125"/>
        </p:xfrm>
        <a:graphic xmlns:a="http://schemas.openxmlformats.org/drawingml/2006/main">
          <a:graphicData uri="http://schemas.openxmlformats.org/drawingml/2006/table">
            <a:tbl>
              <a:tblPr/>
              <a:tblGrid>
                <a:gridCol w="3952875"/>
                <a:gridCol w="2143125"/>
                <a:gridCol w="2143125"/>
                <a:gridCol w="2733675"/>
              </a:tblGrid>
              <a:tr h="581025">
                <a:tc>
                  <a:txBody>
                    <a:bodyPr lIns="95250" tIns="95250" rIns="95250" bIns="95250"/>
                    <a:lstStyle/>
                    <a:p>
                      <a:r>
                        <a:rPr sz="1575" b="1">
                          <a:solidFill>
                            <a:srgbClr val="FFFFFF"/>
                          </a:solidFill>
                          <a:latin typeface="Atkinson Hyperlegible"/>
                          <a:ea typeface="Atkinson Hyperlegible"/>
                          <a:cs typeface="Atkinson Hyperlegible"/>
                        </a:rPr>
                        <a:t>Measure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Optimizer</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PPO</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Difference</a:t>
                      </a:r>
                    </a:p>
                  </a:txBody>
                  <a:tcPr marL="114300" marR="95250" marT="104775" marB="85725">
                    <a:solidFill>
                      <a:srgbClr val="137B73"/>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Daily reward</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23.4468</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23.4967</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+0.0499</a:t>
                      </a:r>
                    </a:p>
                  </a:txBody>
                  <a:tcPr marL="114300" marR="95250" marT="104775" marB="85725">
                    <a:solidFill>
                      <a:srgbClr val="FFFFFF"/>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Served energy (MWh/day)</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6547.90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6528.02</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-19.88</a:t>
                      </a:r>
                    </a:p>
                  </a:txBody>
                  <a:tcPr marL="114300" marR="95250" marT="104775" marB="85725">
                    <a:solidFill>
                      <a:srgbClr val="E7F0EC"/>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Jain fairness (%)</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94.78</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97.02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+2.237 pp</a:t>
                      </a:r>
                    </a:p>
                  </a:txBody>
                  <a:tcPr marL="114300" marR="95250" marT="104775" marB="85725">
                    <a:solidFill>
                      <a:srgbClr val="FFFFFF"/>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Supply utilization (%)</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97.41</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97.02</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-0.399 pp</a:t>
                      </a:r>
                    </a:p>
                  </a:txBody>
                  <a:tcPr marL="114300" marR="95250" marT="104775" marB="85725">
                    <a:solidFill>
                      <a:srgbClr val="E7F0EC"/>
                    </a:solidFill>
                  </a:tcPr>
                </a:tc>
              </a:tr>
            </a:tbl>
          </a:graphicData>
        </a:graphic>
      </p:graphicFrame>
      <p:sp>
        <p:nvSpPr>
          <p:cNvPr id="8" name="shape-143">
            <a:extLst xmlns:a="http://schemas.openxmlformats.org/drawingml/2006/main">
              <a:ext uri="{FF2B5EF4-FFF2-40B4-BE49-F238E27FC236}">
                <a16:creationId xmlns:a16="http://schemas.microsoft.com/office/drawing/2014/main" id="{940980F4-1412-44EF-9F6C-037850C94844}"/>
              </a:ext>
            </a:extLst>
          </p:cNvPr>
          <p:cNvSpPr>
            <a:spLocks xmlns:a="http://schemas.openxmlformats.org/drawingml/2006/main" noGrp="1"/>
          </p:cNvSpPr>
          <p:nvPr/>
        </p:nvSpPr>
        <p:spPr>
          <a:xfrm xmlns:a="http://schemas.openxmlformats.org/drawingml/2006/main">
            <a:off x="609600" y="53911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The +0.0499 reward gain is about 0.208% of the ideal daily ceiling of 24. PPO serves 19.88 MWh less per day while distributing service more evenly.</a:t>
            </a:r>
          </a:p>
        </p:txBody>
      </p:sp>
    </p:spTree>
    <p:extLst>
      <p:ext uri="{BB962C8B-B14F-4D97-AF65-F5344CB8AC3E}">
        <p14:creationId xmlns:p14="http://schemas.microsoft.com/office/powerpoint/2010/main" val="1742245773"/>
      </p:ext>
    </p:extLst>
  </p:cSld>
</p:sld>
</file>

<file path=ppt/slides/slide18.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44">
            <a:extLst xmlns:a="http://schemas.openxmlformats.org/drawingml/2006/main">
              <a:ext uri="{FF2B5EF4-FFF2-40B4-BE49-F238E27FC236}">
                <a16:creationId xmlns:a16="http://schemas.microsoft.com/office/drawing/2014/main" id="{558942AF-5F99-4F21-A9D6-40C43F4AF8F4}"/>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45">
            <a:extLst xmlns:a="http://schemas.openxmlformats.org/drawingml/2006/main">
              <a:ext uri="{FF2B5EF4-FFF2-40B4-BE49-F238E27FC236}">
                <a16:creationId xmlns:a16="http://schemas.microsoft.com/office/drawing/2014/main" id="{3B24147C-D533-4304-8853-87867FBD6326}"/>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Duration fairness and total interruption burden</a:t>
            </a:r>
          </a:p>
        </p:txBody>
      </p:sp>
      <p:sp>
        <p:nvSpPr>
          <p:cNvPr id="3" name="shape-146">
            <a:extLst xmlns:a="http://schemas.openxmlformats.org/drawingml/2006/main">
              <a:ext uri="{FF2B5EF4-FFF2-40B4-BE49-F238E27FC236}">
                <a16:creationId xmlns:a16="http://schemas.microsoft.com/office/drawing/2014/main" id="{DA6B89DD-DD17-46AC-B11D-94EA73C76BA6}"/>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Episode duration measures are calculated before averaging</a:t>
            </a:r>
          </a:p>
        </p:txBody>
      </p:sp>
      <p:sp>
        <p:nvSpPr>
          <p:cNvPr id="4" name="shape-147">
            <a:extLst xmlns:a="http://schemas.openxmlformats.org/drawingml/2006/main">
              <a:ext uri="{FF2B5EF4-FFF2-40B4-BE49-F238E27FC236}">
                <a16:creationId xmlns:a16="http://schemas.microsoft.com/office/drawing/2014/main" id="{03FC6048-D54D-4DD9-BC64-974A21F20103}"/>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48">
            <a:extLst xmlns:a="http://schemas.openxmlformats.org/drawingml/2006/main">
              <a:ext uri="{FF2B5EF4-FFF2-40B4-BE49-F238E27FC236}">
                <a16:creationId xmlns:a16="http://schemas.microsoft.com/office/drawing/2014/main" id="{BE03D047-14DF-4F87-AD69-4B450920823E}"/>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49">
            <a:extLst xmlns:a="http://schemas.openxmlformats.org/drawingml/2006/main">
              <a:ext uri="{FF2B5EF4-FFF2-40B4-BE49-F238E27FC236}">
                <a16:creationId xmlns:a16="http://schemas.microsoft.com/office/drawing/2014/main" id="{438B0DCC-FFF1-40A2-8021-18D67196DF81}"/>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18</a:t>
            </a:r>
          </a:p>
        </p:txBody>
      </p:sp>
      <p:graphicFrame>
        <p:nvGraphicFramePr>
          <p:cNvPr id="7" name="">
            <a:extLst xmlns:a="http://schemas.openxmlformats.org/drawingml/2006/main">
              <a:ext uri="{FF2B5EF4-FFF2-40B4-BE49-F238E27FC236}">
                <a16:creationId xmlns:a16="http://schemas.microsoft.com/office/drawing/2014/main" id="{598C4501-4408-4363-BFF5-B99563A42630}"/>
              </a:ext>
            </a:extLst>
          </p:cNvPr>
          <p:cNvGraphicFramePr/>
          <p:nvPr/>
        </p:nvGraphicFramePr>
        <p:xfrm>
          <a:off xmlns:a="http://schemas.openxmlformats.org/drawingml/2006/main" x="609600" y="2133600"/>
          <a:ext xmlns:a="http://schemas.openxmlformats.org/drawingml/2006/main" cx="10972800" cy="2905125"/>
        </p:xfrm>
        <a:graphic xmlns:a="http://schemas.openxmlformats.org/drawingml/2006/main">
          <a:graphicData uri="http://schemas.openxmlformats.org/drawingml/2006/table">
            <a:tbl>
              <a:tblPr/>
              <a:tblGrid>
                <a:gridCol w="5334000"/>
                <a:gridCol w="2019300"/>
                <a:gridCol w="1809750"/>
                <a:gridCol w="1809750"/>
              </a:tblGrid>
              <a:tr h="581025">
                <a:tc>
                  <a:txBody>
                    <a:bodyPr lIns="95250" tIns="95250" rIns="95250" bIns="95250"/>
                    <a:lstStyle/>
                    <a:p>
                      <a:r>
                        <a:rPr sz="1575" b="1">
                          <a:solidFill>
                            <a:srgbClr val="FFFFFF"/>
                          </a:solidFill>
                          <a:latin typeface="Atkinson Hyperlegible"/>
                          <a:ea typeface="Atkinson Hyperlegible"/>
                          <a:cs typeface="Atkinson Hyperlegible"/>
                        </a:rPr>
                        <a:t>Measure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Fixed Rotation</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Optimizer</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PPO</a:t>
                      </a:r>
                    </a:p>
                  </a:txBody>
                  <a:tcPr marL="114300" marR="95250" marT="104775" marB="85725">
                    <a:solidFill>
                      <a:srgbClr val="137B73"/>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Zero-service blackout (locality-hours)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96.00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Blackout pairwise gap (hours)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1.71</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Critical-interruption pairwise gap (hours)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1.90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r>
              <a:tr h="581025">
                <a:tc>
                  <a:txBody>
                    <a:bodyPr lIns="95250" tIns="95250" rIns="95250" bIns="95250"/>
                    <a:lstStyle/>
                    <a:p>
                      <a:r>
                        <a:rPr sz="1575" b="0">
                          <a:solidFill>
                            <a:srgbClr val="173F43"/>
                          </a:solidFill>
                          <a:latin typeface="Atkinson Hyperlegible"/>
                          <a:ea typeface="Atkinson Hyperlegible"/>
                          <a:cs typeface="Atkinson Hyperlegible"/>
                        </a:rPr>
                        <a:t>Longest critical interruption (hours)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8.00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r>
            </a:tbl>
          </a:graphicData>
        </a:graphic>
      </p:graphicFrame>
      <p:sp>
        <p:nvSpPr>
          <p:cNvPr id="8" name="shape-150">
            <a:extLst xmlns:a="http://schemas.openxmlformats.org/drawingml/2006/main">
              <a:ext uri="{FF2B5EF4-FFF2-40B4-BE49-F238E27FC236}">
                <a16:creationId xmlns:a16="http://schemas.microsoft.com/office/drawing/2014/main" id="{F461CD51-9F96-4546-BAD7-E0EB0675C991}"/>
              </a:ext>
            </a:extLst>
          </p:cNvPr>
          <p:cNvSpPr>
            <a:spLocks xmlns:a="http://schemas.openxmlformats.org/drawingml/2006/main" noGrp="1"/>
          </p:cNvSpPr>
          <p:nvPr/>
        </p:nvSpPr>
        <p:spPr>
          <a:xfrm xmlns:a="http://schemas.openxmlformats.org/drawingml/2006/main">
            <a:off x="609600" y="54292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F43"/>
                </a:solidFill>
                <a:latin typeface="Atkinson Hyperlegible"/>
                <a:ea typeface="Atkinson Hyperlegible"/>
                <a:cs typeface="Atkinson Hyperlegible"/>
              </a:defRPr>
            </a:defPPr>
            <a:lvl1pPr algn="l">
              <a:defRPr sz="2025" b="0">
                <a:solidFill>
                  <a:srgbClr val="173F43"/>
                </a:solidFill>
                <a:latin typeface="Atkinson Hyperlegible"/>
                <a:ea typeface="Atkinson Hyperlegible"/>
                <a:cs typeface="Atkinson Hyperlegible"/>
              </a:defRPr>
            </a:lvl1pPr>
            <a:lvl2pPr algn="l">
              <a:defRPr sz="2025" b="0">
                <a:solidFill>
                  <a:srgbClr val="173F43"/>
                </a:solidFill>
                <a:latin typeface="Atkinson Hyperlegible"/>
                <a:ea typeface="Atkinson Hyperlegible"/>
                <a:cs typeface="Atkinson Hyperlegible"/>
              </a:defRPr>
            </a:lvl2pPr>
            <a:lvl3pPr algn="l">
              <a:defRPr sz="2025" b="0">
                <a:solidFill>
                  <a:srgbClr val="173F43"/>
                </a:solidFill>
                <a:latin typeface="Atkinson Hyperlegible"/>
                <a:ea typeface="Atkinson Hyperlegible"/>
                <a:cs typeface="Atkinson Hyperlegible"/>
              </a:defRPr>
            </a:lvl3pPr>
            <a:lvl4pPr algn="l">
              <a:defRPr sz="2025" b="0">
                <a:solidFill>
                  <a:srgbClr val="173F43"/>
                </a:solidFill>
                <a:latin typeface="Atkinson Hyperlegible"/>
                <a:ea typeface="Atkinson Hyperlegible"/>
                <a:cs typeface="Atkinson Hyperlegible"/>
              </a:defRPr>
            </a:lvl4pPr>
            <a:lvl5pPr algn="l">
              <a:defRPr sz="2025" b="0">
                <a:solidFill>
                  <a:srgbClr val="173F43"/>
                </a:solidFill>
                <a:latin typeface="Atkinson Hyperlegible"/>
                <a:ea typeface="Atkinson Hyperlegible"/>
                <a:cs typeface="Atkinson Hyperlegible"/>
              </a:defRPr>
            </a:lvl5pPr>
            <a:lvl6pPr algn="l">
              <a:defRPr sz="2025" b="0">
                <a:solidFill>
                  <a:srgbClr val="173F43"/>
                </a:solidFill>
                <a:latin typeface="Atkinson Hyperlegible"/>
                <a:ea typeface="Atkinson Hyperlegible"/>
                <a:cs typeface="Atkinson Hyperlegible"/>
              </a:defRPr>
            </a:lvl6pPr>
            <a:lvl7pPr algn="l">
              <a:defRPr sz="2025" b="0">
                <a:solidFill>
                  <a:srgbClr val="173F43"/>
                </a:solidFill>
                <a:latin typeface="Atkinson Hyperlegible"/>
                <a:ea typeface="Atkinson Hyperlegible"/>
                <a:cs typeface="Atkinson Hyperlegible"/>
              </a:defRPr>
            </a:lvl7pPr>
            <a:lvl8pPr algn="l">
              <a:defRPr sz="2025" b="0">
                <a:solidFill>
                  <a:srgbClr val="173F43"/>
                </a:solidFill>
                <a:latin typeface="Atkinson Hyperlegible"/>
                <a:ea typeface="Atkinson Hyperlegible"/>
                <a:cs typeface="Atkinson Hyperlegible"/>
              </a:defRPr>
            </a:lvl8pPr>
            <a:lvl9pPr algn="l">
              <a:defRPr sz="2025" b="0">
                <a:solidFill>
                  <a:srgbClr val="173F43"/>
                </a:solidFill>
                <a:latin typeface="Atkinson Hyperlegible"/>
                <a:ea typeface="Atkinson Hyperlegible"/>
                <a:cs typeface="Atkinson Hyperlegible"/>
              </a:defRPr>
            </a:lvl9pPr>
          </a:lstStyle>
          <a:p xmlns:a="http://schemas.openxmlformats.org/drawingml/2006/main">
            <a:pPr algn="l">
              <a:defRPr sz="2025" b="0">
                <a:solidFill>
                  <a:srgbClr val="173F43"/>
                </a:solidFill>
                <a:latin typeface="Atkinson Hyperlegible"/>
                <a:ea typeface="Atkinson Hyperlegible"/>
                <a:cs typeface="Atkinson Hyperlegible"/>
              </a:defRPr>
            </a:pPr>
            <a:r>
              <a:rPr sz="2025" b="0">
                <a:solidFill>
                  <a:srgbClr val="173F43"/>
                </a:solidFill>
                <a:latin typeface="Atkinson Hyperlegible"/>
                <a:ea typeface="Atkinson Hyperlegible"/>
                <a:cs typeface="Atkinson Hyperlegible"/>
              </a:rPr>
              <a:t>Critical Only removes locality-wide zero-service blackouts while Residential and Commercial demand can remain unmet. Zero duration does not mean Full Service.</a:t>
            </a:r>
          </a:p>
        </p:txBody>
      </p:sp>
    </p:spTree>
    <p:extLst>
      <p:ext uri="{BB962C8B-B14F-4D97-AF65-F5344CB8AC3E}">
        <p14:creationId xmlns:p14="http://schemas.microsoft.com/office/powerpoint/2010/main" val="540957793"/>
      </p:ext>
    </p:extLst>
  </p:cSld>
</p:sld>
</file>

<file path=ppt/slides/slide19.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151">
            <a:extLst xmlns:a="http://schemas.openxmlformats.org/drawingml/2006/main">
              <a:ext uri="{FF2B5EF4-FFF2-40B4-BE49-F238E27FC236}">
                <a16:creationId xmlns:a16="http://schemas.microsoft.com/office/drawing/2014/main" id="{8503D077-EA18-4886-A83C-E0B65BC9E8CC}"/>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52">
            <a:extLst xmlns:a="http://schemas.openxmlformats.org/drawingml/2006/main">
              <a:ext uri="{FF2B5EF4-FFF2-40B4-BE49-F238E27FC236}">
                <a16:creationId xmlns:a16="http://schemas.microsoft.com/office/drawing/2014/main" id="{9B20DE47-2032-43E9-ABCF-59B34988DC45}"/>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Shortage-specific allocation outcomes</a:t>
            </a:r>
          </a:p>
        </p:txBody>
      </p:sp>
      <p:sp>
        <p:nvSpPr>
          <p:cNvPr id="3" name="shape-153">
            <a:extLst xmlns:a="http://schemas.openxmlformats.org/drawingml/2006/main">
              <a:ext uri="{FF2B5EF4-FFF2-40B4-BE49-F238E27FC236}">
                <a16:creationId xmlns:a16="http://schemas.microsoft.com/office/drawing/2014/main" id="{BDC67BDE-893F-42BD-98A3-14ECC356F8F6}"/>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Results keep the Mild, Moderate and Severe conditions visible</a:t>
            </a:r>
          </a:p>
        </p:txBody>
      </p:sp>
      <p:sp>
        <p:nvSpPr>
          <p:cNvPr id="4" name="shape-154">
            <a:extLst xmlns:a="http://schemas.openxmlformats.org/drawingml/2006/main">
              <a:ext uri="{FF2B5EF4-FFF2-40B4-BE49-F238E27FC236}">
                <a16:creationId xmlns:a16="http://schemas.microsoft.com/office/drawing/2014/main" id="{98ECCED7-CA6E-4058-BD23-6E87A5F4650A}"/>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55">
            <a:extLst xmlns:a="http://schemas.openxmlformats.org/drawingml/2006/main">
              <a:ext uri="{FF2B5EF4-FFF2-40B4-BE49-F238E27FC236}">
                <a16:creationId xmlns:a16="http://schemas.microsoft.com/office/drawing/2014/main" id="{2CB532C9-D80E-4365-89D8-82D0BA9B4119}"/>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56">
            <a:extLst xmlns:a="http://schemas.openxmlformats.org/drawingml/2006/main">
              <a:ext uri="{FF2B5EF4-FFF2-40B4-BE49-F238E27FC236}">
                <a16:creationId xmlns:a16="http://schemas.microsoft.com/office/drawing/2014/main" id="{1B91F646-7736-4925-BC7C-1B8B61145C72}"/>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19</a:t>
            </a:r>
          </a:p>
        </p:txBody>
      </p:sp>
      <p:graphicFrame>
        <p:nvGraphicFramePr>
          <p:cNvPr id="7" name="Chart">
            <a:extLst xmlns:a="http://schemas.openxmlformats.org/drawingml/2006/main">
              <a:ext uri="{FF2B5EF4-FFF2-40B4-BE49-F238E27FC236}">
                <a16:creationId xmlns:a16="http://schemas.microsoft.com/office/drawing/2014/main" id="{8BD0A68E-1730-48BD-A6BE-93B12EF119D4}"/>
              </a:ext>
            </a:extLst>
          </p:cNvPr>
          <p:cNvGraphicFramePr/>
          <p:nvPr/>
        </p:nvGraphicFramePr>
        <p:xfrm>
          <a:off xmlns:a="http://schemas.openxmlformats.org/drawingml/2006/main" x="609600" y="2105025"/>
          <a:ext xmlns:a="http://schemas.openxmlformats.org/drawingml/2006/main" cx="5334000" cy="3429000"/>
        </p:xfrm>
        <a:graphic xmlns:a="http://schemas.openxmlformats.org/drawingml/2006/main">
          <a:graphicData uri="http://schemas.openxmlformats.org/drawingml/2006/chart">
            <c:chart xmlns:r="http://schemas.openxmlformats.org/officeDocument/2006/relationships" xmlns:c="http://schemas.openxmlformats.org/drawingml/2006/chart" r:id="R8e8b8352270540cc"/>
          </a:graphicData>
        </a:graphic>
      </p:graphicFrame>
      <p:graphicFrame>
        <p:nvGraphicFramePr>
          <p:cNvPr id="8" name="Chart">
            <a:extLst xmlns:a="http://schemas.openxmlformats.org/drawingml/2006/main">
              <a:ext uri="{FF2B5EF4-FFF2-40B4-BE49-F238E27FC236}">
                <a16:creationId xmlns:a16="http://schemas.microsoft.com/office/drawing/2014/main" id="{79EA87B4-D3D5-4A69-A126-ED334A9A336F}"/>
              </a:ext>
            </a:extLst>
          </p:cNvPr>
          <p:cNvGraphicFramePr/>
          <p:nvPr/>
        </p:nvGraphicFramePr>
        <p:xfrm>
          <a:off xmlns:a="http://schemas.openxmlformats.org/drawingml/2006/main" x="6134100" y="2105025"/>
          <a:ext xmlns:a="http://schemas.openxmlformats.org/drawingml/2006/main" cx="5334000" cy="3429000"/>
        </p:xfrm>
        <a:graphic xmlns:a="http://schemas.openxmlformats.org/drawingml/2006/main">
          <a:graphicData uri="http://schemas.openxmlformats.org/drawingml/2006/chart">
            <c:chart xmlns:r="http://schemas.openxmlformats.org/officeDocument/2006/relationships" xmlns:c="http://schemas.openxmlformats.org/drawingml/2006/chart" r:id="R7c7ebc010ff34c18"/>
          </a:graphicData>
        </a:graphic>
      </p:graphicFrame>
      <p:sp>
        <p:nvSpPr>
          <p:cNvPr id="9" name="shape-157">
            <a:extLst xmlns:a="http://schemas.openxmlformats.org/drawingml/2006/main">
              <a:ext uri="{FF2B5EF4-FFF2-40B4-BE49-F238E27FC236}">
                <a16:creationId xmlns:a16="http://schemas.microsoft.com/office/drawing/2014/main" id="{3DD25C12-92EB-4415-AC66-727F17CC2B7A}"/>
              </a:ext>
            </a:extLst>
          </p:cNvPr>
          <p:cNvSpPr>
            <a:spLocks xmlns:a="http://schemas.openxmlformats.org/drawingml/2006/main" noGrp="1"/>
          </p:cNvSpPr>
          <p:nvPr/>
        </p:nvSpPr>
        <p:spPr>
          <a:xfrm xmlns:a="http://schemas.openxmlformats.org/drawingml/2006/main">
            <a:off x="609600" y="58578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7B73"/>
                </a:solidFill>
                <a:latin typeface="Atkinson Hyperlegible"/>
                <a:ea typeface="Atkinson Hyperlegible"/>
                <a:cs typeface="Atkinson Hyperlegible"/>
              </a:defRPr>
            </a:defPPr>
            <a:lvl1pPr algn="l">
              <a:defRPr sz="1725" b="1">
                <a:solidFill>
                  <a:srgbClr val="137B73"/>
                </a:solidFill>
                <a:latin typeface="Atkinson Hyperlegible"/>
                <a:ea typeface="Atkinson Hyperlegible"/>
                <a:cs typeface="Atkinson Hyperlegible"/>
              </a:defRPr>
            </a:lvl1pPr>
            <a:lvl2pPr algn="l">
              <a:defRPr sz="1725" b="1">
                <a:solidFill>
                  <a:srgbClr val="137B73"/>
                </a:solidFill>
                <a:latin typeface="Atkinson Hyperlegible"/>
                <a:ea typeface="Atkinson Hyperlegible"/>
                <a:cs typeface="Atkinson Hyperlegible"/>
              </a:defRPr>
            </a:lvl2pPr>
            <a:lvl3pPr algn="l">
              <a:defRPr sz="1725" b="1">
                <a:solidFill>
                  <a:srgbClr val="137B73"/>
                </a:solidFill>
                <a:latin typeface="Atkinson Hyperlegible"/>
                <a:ea typeface="Atkinson Hyperlegible"/>
                <a:cs typeface="Atkinson Hyperlegible"/>
              </a:defRPr>
            </a:lvl3pPr>
            <a:lvl4pPr algn="l">
              <a:defRPr sz="1725" b="1">
                <a:solidFill>
                  <a:srgbClr val="137B73"/>
                </a:solidFill>
                <a:latin typeface="Atkinson Hyperlegible"/>
                <a:ea typeface="Atkinson Hyperlegible"/>
                <a:cs typeface="Atkinson Hyperlegible"/>
              </a:defRPr>
            </a:lvl4pPr>
            <a:lvl5pPr algn="l">
              <a:defRPr sz="1725" b="1">
                <a:solidFill>
                  <a:srgbClr val="137B73"/>
                </a:solidFill>
                <a:latin typeface="Atkinson Hyperlegible"/>
                <a:ea typeface="Atkinson Hyperlegible"/>
                <a:cs typeface="Atkinson Hyperlegible"/>
              </a:defRPr>
            </a:lvl5pPr>
            <a:lvl6pPr algn="l">
              <a:defRPr sz="1725" b="1">
                <a:solidFill>
                  <a:srgbClr val="137B73"/>
                </a:solidFill>
                <a:latin typeface="Atkinson Hyperlegible"/>
                <a:ea typeface="Atkinson Hyperlegible"/>
                <a:cs typeface="Atkinson Hyperlegible"/>
              </a:defRPr>
            </a:lvl6pPr>
            <a:lvl7pPr algn="l">
              <a:defRPr sz="1725" b="1">
                <a:solidFill>
                  <a:srgbClr val="137B73"/>
                </a:solidFill>
                <a:latin typeface="Atkinson Hyperlegible"/>
                <a:ea typeface="Atkinson Hyperlegible"/>
                <a:cs typeface="Atkinson Hyperlegible"/>
              </a:defRPr>
            </a:lvl7pPr>
            <a:lvl8pPr algn="l">
              <a:defRPr sz="1725" b="1">
                <a:solidFill>
                  <a:srgbClr val="137B73"/>
                </a:solidFill>
                <a:latin typeface="Atkinson Hyperlegible"/>
                <a:ea typeface="Atkinson Hyperlegible"/>
                <a:cs typeface="Atkinson Hyperlegible"/>
              </a:defRPr>
            </a:lvl8pPr>
            <a:lvl9pPr algn="l">
              <a:defRPr sz="1725" b="1">
                <a:solidFill>
                  <a:srgbClr val="137B73"/>
                </a:solidFill>
                <a:latin typeface="Atkinson Hyperlegible"/>
                <a:ea typeface="Atkinson Hyperlegible"/>
                <a:cs typeface="Atkinson Hyperlegible"/>
              </a:defRPr>
            </a:lvl9pPr>
          </a:lstStyle>
          <a:p xmlns:a="http://schemas.openxmlformats.org/drawingml/2006/main">
            <a:pPr algn="l">
              <a:defRPr sz="1725" b="1">
                <a:solidFill>
                  <a:srgbClr val="137B73"/>
                </a:solidFill>
                <a:latin typeface="Atkinson Hyperlegible"/>
                <a:ea typeface="Atkinson Hyperlegible"/>
                <a:cs typeface="Atkinson Hyperlegible"/>
              </a:defRPr>
            </a:pPr>
            <a:r>
              <a:rPr sz="1725" b="1">
                <a:solidFill>
                  <a:srgbClr val="137B73"/>
                </a:solidFill>
                <a:latin typeface="Atkinson Hyperlegible"/>
                <a:ea typeface="Atkinson Hyperlegible"/>
                <a:cs typeface="Atkinson Hyperlegible"/>
              </a:rPr>
              <a:t>Critical interruption is zero for PPO and the optimizer at every tested shortage level.</a:t>
            </a:r>
          </a:p>
        </p:txBody>
      </p:sp>
    </p:spTree>
    <p:extLst>
      <p:ext uri="{BB962C8B-B14F-4D97-AF65-F5344CB8AC3E}">
        <p14:creationId xmlns:p14="http://schemas.microsoft.com/office/powerpoint/2010/main" val="1593754929"/>
      </p:ext>
    </p:extLst>
  </p:cSld>
</p:sld>
</file>

<file path=ppt/slides/slide20.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58">
            <a:extLst xmlns:a="http://schemas.openxmlformats.org/drawingml/2006/main">
              <a:ext uri="{FF2B5EF4-FFF2-40B4-BE49-F238E27FC236}">
                <a16:creationId xmlns:a16="http://schemas.microsoft.com/office/drawing/2014/main" id="{839B00D8-9628-40F5-821B-FE3ED9B36BBF}"/>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59">
            <a:extLst xmlns:a="http://schemas.openxmlformats.org/drawingml/2006/main">
              <a:ext uri="{FF2B5EF4-FFF2-40B4-BE49-F238E27FC236}">
                <a16:creationId xmlns:a16="http://schemas.microsoft.com/office/drawing/2014/main" id="{40B79483-5C81-4B2F-82AD-B71F5F751DD9}"/>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Final policies against stronger simple baselines</a:t>
            </a:r>
          </a:p>
        </p:txBody>
      </p:sp>
      <p:sp>
        <p:nvSpPr>
          <p:cNvPr id="3" name="shape-160">
            <a:extLst xmlns:a="http://schemas.openxmlformats.org/drawingml/2006/main">
              <a:ext uri="{FF2B5EF4-FFF2-40B4-BE49-F238E27FC236}">
                <a16:creationId xmlns:a16="http://schemas.microsoft.com/office/drawing/2014/main" id="{77D5FB06-F6F5-4D42-BEA1-DB520BEA9C1B}"/>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Post-hoc audit: the same 960 final conditions, with no retraining or policy reselection.</a:t>
            </a:r>
          </a:p>
        </p:txBody>
      </p:sp>
      <p:sp>
        <p:nvSpPr>
          <p:cNvPr id="4" name="shape-161">
            <a:extLst xmlns:a="http://schemas.openxmlformats.org/drawingml/2006/main">
              <a:ext uri="{FF2B5EF4-FFF2-40B4-BE49-F238E27FC236}">
                <a16:creationId xmlns:a16="http://schemas.microsoft.com/office/drawing/2014/main" id="{DA4BA964-DC14-4539-AEC9-DC3F636DD2FE}"/>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62">
            <a:extLst xmlns:a="http://schemas.openxmlformats.org/drawingml/2006/main">
              <a:ext uri="{FF2B5EF4-FFF2-40B4-BE49-F238E27FC236}">
                <a16:creationId xmlns:a16="http://schemas.microsoft.com/office/drawing/2014/main" id="{FFBF550B-DEBB-404A-AC57-7064CB5D31C9}"/>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63">
            <a:extLst xmlns:a="http://schemas.openxmlformats.org/drawingml/2006/main">
              <a:ext uri="{FF2B5EF4-FFF2-40B4-BE49-F238E27FC236}">
                <a16:creationId xmlns:a16="http://schemas.microsoft.com/office/drawing/2014/main" id="{F7C3C36F-3BE9-4B07-87F5-686077C731B8}"/>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20</a:t>
            </a:r>
          </a:p>
        </p:txBody>
      </p:sp>
      <p:graphicFrame>
        <p:nvGraphicFramePr>
          <p:cNvPr id="7" name="">
            <a:extLst xmlns:a="http://schemas.openxmlformats.org/drawingml/2006/main">
              <a:ext uri="{FF2B5EF4-FFF2-40B4-BE49-F238E27FC236}">
                <a16:creationId xmlns:a16="http://schemas.microsoft.com/office/drawing/2014/main" id="{9E7307F5-5BF4-473A-8DEE-5573B0B511EF}"/>
              </a:ext>
            </a:extLst>
          </p:cNvPr>
          <p:cNvGraphicFramePr/>
          <p:nvPr/>
        </p:nvGraphicFramePr>
        <p:xfrm>
          <a:off xmlns:a="http://schemas.openxmlformats.org/drawingml/2006/main" x="609600" y="2124075"/>
          <a:ext xmlns:a="http://schemas.openxmlformats.org/drawingml/2006/main" cx="10972800" cy="3143250"/>
        </p:xfrm>
        <a:graphic xmlns:a="http://schemas.openxmlformats.org/drawingml/2006/main">
          <a:graphicData uri="http://schemas.openxmlformats.org/drawingml/2006/table">
            <a:tbl>
              <a:tblPr/>
              <a:tblGrid>
                <a:gridCol w="2952750"/>
                <a:gridCol w="2381250"/>
                <a:gridCol w="1809750"/>
                <a:gridCol w="1809750"/>
                <a:gridCol w="2019300"/>
              </a:tblGrid>
              <a:tr h="523875">
                <a:tc>
                  <a:txBody>
                    <a:bodyPr lIns="95250" tIns="95250" rIns="95250" bIns="95250"/>
                    <a:lstStyle/>
                    <a:p>
                      <a:r>
                        <a:rPr sz="1575" b="1">
                          <a:solidFill>
                            <a:srgbClr val="FFFFFF"/>
                          </a:solidFill>
                          <a:latin typeface="Atkinson Hyperlegible"/>
                          <a:ea typeface="Atkinson Hyperlegible"/>
                          <a:cs typeface="Atkinson Hyperlegible"/>
                        </a:rPr>
                        <a:t>Controller</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Critical locality-h</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Fairness %</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Utilization %</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Daily reward</a:t>
                      </a:r>
                    </a:p>
                  </a:txBody>
                  <a:tcPr marL="114300" marR="95250" marT="104775" marB="85725">
                    <a:solidFill>
                      <a:srgbClr val="137B73"/>
                    </a:solidFill>
                  </a:tcPr>
                </a:tc>
              </a:tr>
              <a:tr h="523875">
                <a:tc>
                  <a:txBody>
                    <a:bodyPr lIns="95250" tIns="95250" rIns="95250" bIns="95250"/>
                    <a:lstStyle/>
                    <a:p>
                      <a:r>
                        <a:rPr sz="1575" b="0">
                          <a:solidFill>
                            <a:srgbClr val="173F43"/>
                          </a:solidFill>
                          <a:latin typeface="Atkinson Hyperlegible"/>
                          <a:ea typeface="Atkinson Hyperlegible"/>
                          <a:cs typeface="Atkinson Hyperlegible"/>
                        </a:rPr>
                        <a:t>Fixed Rotation</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102.05</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87.76</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71.23</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13.9688</a:t>
                      </a:r>
                    </a:p>
                  </a:txBody>
                  <a:tcPr marL="114300" marR="95250" marT="104775" marB="85725">
                    <a:solidFill>
                      <a:srgbClr val="FFFFFF"/>
                    </a:solidFill>
                  </a:tcPr>
                </a:tc>
              </a:tr>
              <a:tr h="523875">
                <a:tc>
                  <a:txBody>
                    <a:bodyPr lIns="95250" tIns="95250" rIns="95250" bIns="95250"/>
                    <a:lstStyle/>
                    <a:p>
                      <a:r>
                        <a:rPr sz="1575" b="0">
                          <a:solidFill>
                            <a:srgbClr val="173F43"/>
                          </a:solidFill>
                          <a:latin typeface="Atkinson Hyperlegible"/>
                          <a:ea typeface="Atkinson Hyperlegible"/>
                          <a:cs typeface="Atkinson Hyperlegible"/>
                        </a:rPr>
                        <a:t>Critical-aware rotation</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94.95</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93.38</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23.2257</a:t>
                      </a:r>
                    </a:p>
                  </a:txBody>
                  <a:tcPr marL="114300" marR="95250" marT="104775" marB="85725">
                    <a:solidFill>
                      <a:srgbClr val="E7F0EC"/>
                    </a:solidFill>
                  </a:tcPr>
                </a:tc>
              </a:tr>
              <a:tr h="523875">
                <a:tc>
                  <a:txBody>
                    <a:bodyPr lIns="95250" tIns="95250" rIns="95250" bIns="95250"/>
                    <a:lstStyle/>
                    <a:p>
                      <a:r>
                        <a:rPr sz="1575" b="0">
                          <a:solidFill>
                            <a:srgbClr val="173F43"/>
                          </a:solidFill>
                          <a:latin typeface="Atkinson Hyperlegible"/>
                          <a:ea typeface="Atkinson Hyperlegible"/>
                          <a:cs typeface="Atkinson Hyperlegible"/>
                        </a:rPr>
                        <a:t>Fairness Rule</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96.15</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97.32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23.4865</a:t>
                      </a:r>
                    </a:p>
                  </a:txBody>
                  <a:tcPr marL="114300" marR="95250" marT="104775" marB="85725">
                    <a:solidFill>
                      <a:srgbClr val="FFFFFF"/>
                    </a:solidFill>
                  </a:tcPr>
                </a:tc>
              </a:tr>
              <a:tr h="523875">
                <a:tc>
                  <a:txBody>
                    <a:bodyPr lIns="95250" tIns="95250" rIns="95250" bIns="95250"/>
                    <a:lstStyle/>
                    <a:p>
                      <a:r>
                        <a:rPr sz="1575" b="0">
                          <a:solidFill>
                            <a:srgbClr val="173F43"/>
                          </a:solidFill>
                          <a:latin typeface="Atkinson Hyperlegible"/>
                          <a:ea typeface="Atkinson Hyperlegible"/>
                          <a:cs typeface="Atkinson Hyperlegible"/>
                        </a:rPr>
                        <a:t>Constrained optimizer</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94.78</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97.41</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23.4468</a:t>
                      </a:r>
                    </a:p>
                  </a:txBody>
                  <a:tcPr marL="114300" marR="95250" marT="104775" marB="85725">
                    <a:solidFill>
                      <a:srgbClr val="E7F0EC"/>
                    </a:solidFill>
                  </a:tcPr>
                </a:tc>
              </a:tr>
              <a:tr h="523875">
                <a:tc>
                  <a:txBody>
                    <a:bodyPr lIns="95250" tIns="95250" rIns="95250" bIns="95250"/>
                    <a:lstStyle/>
                    <a:p>
                      <a:r>
                        <a:rPr sz="1575" b="0">
                          <a:solidFill>
                            <a:srgbClr val="173F43"/>
                          </a:solidFill>
                          <a:latin typeface="Atkinson Hyperlegible"/>
                          <a:ea typeface="Atkinson Hyperlegible"/>
                          <a:cs typeface="Atkinson Hyperlegible"/>
                        </a:rPr>
                        <a:t>PPO (five-run mean)</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97.02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97.02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23.4967</a:t>
                      </a:r>
                    </a:p>
                  </a:txBody>
                  <a:tcPr marL="114300" marR="95250" marT="104775" marB="85725">
                    <a:solidFill>
                      <a:srgbClr val="FFFFFF"/>
                    </a:solidFill>
                  </a:tcPr>
                </a:tc>
              </a:tr>
            </a:tbl>
          </a:graphicData>
        </a:graphic>
      </p:graphicFrame>
      <p:sp>
        <p:nvSpPr>
          <p:cNvPr id="8" name="shape-164">
            <a:extLst xmlns:a="http://schemas.openxmlformats.org/drawingml/2006/main">
              <a:ext uri="{FF2B5EF4-FFF2-40B4-BE49-F238E27FC236}">
                <a16:creationId xmlns:a16="http://schemas.microsoft.com/office/drawing/2014/main" id="{5239F191-DF57-4E4B-8ABF-17FBA1F8BD2E}"/>
              </a:ext>
            </a:extLst>
          </p:cNvPr>
          <p:cNvSpPr>
            <a:spLocks xmlns:a="http://schemas.openxmlformats.org/drawingml/2006/main" noGrp="1"/>
          </p:cNvSpPr>
          <p:nvPr/>
        </p:nvSpPr>
        <p:spPr>
          <a:xfrm xmlns:a="http://schemas.openxmlformats.org/drawingml/2006/main">
            <a:off x="609600" y="55245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Critical-aware rotation reserves critical demand, then fills supply in fixed cyclic priority. Fairness Rule uses the unchanged demonstration-teacher setting.</a:t>
            </a:r>
          </a:p>
        </p:txBody>
      </p:sp>
    </p:spTree>
    <p:extLst>
      <p:ext uri="{BB962C8B-B14F-4D97-AF65-F5344CB8AC3E}">
        <p14:creationId xmlns:p14="http://schemas.microsoft.com/office/powerpoint/2010/main" val="260656098"/>
      </p:ext>
    </p:extLst>
  </p:cSld>
</p:sld>
</file>

<file path=ppt/slides/slide21.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165">
            <a:extLst xmlns:a="http://schemas.openxmlformats.org/drawingml/2006/main">
              <a:ext uri="{FF2B5EF4-FFF2-40B4-BE49-F238E27FC236}">
                <a16:creationId xmlns:a16="http://schemas.microsoft.com/office/drawing/2014/main" id="{5C68D57B-4C71-4749-B4E0-E58AD640F96D}"/>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66">
            <a:extLst xmlns:a="http://schemas.openxmlformats.org/drawingml/2006/main">
              <a:ext uri="{FF2B5EF4-FFF2-40B4-BE49-F238E27FC236}">
                <a16:creationId xmlns:a16="http://schemas.microsoft.com/office/drawing/2014/main" id="{F11E1BFF-D6CC-4D48-B7DA-CF28B92F8BC8}"/>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Learning beyond critical-service protection</a:t>
            </a:r>
          </a:p>
        </p:txBody>
      </p:sp>
      <p:sp>
        <p:nvSpPr>
          <p:cNvPr id="3" name="shape-167">
            <a:extLst xmlns:a="http://schemas.openxmlformats.org/drawingml/2006/main">
              <a:ext uri="{FF2B5EF4-FFF2-40B4-BE49-F238E27FC236}">
                <a16:creationId xmlns:a16="http://schemas.microsoft.com/office/drawing/2014/main" id="{EA3A5243-97DC-4444-94F3-FBC496CF3BDA}"/>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PPO minus each baseline. Follow-up intervals are descriptive paired 95% intervals.</a:t>
            </a:r>
          </a:p>
        </p:txBody>
      </p:sp>
      <p:sp>
        <p:nvSpPr>
          <p:cNvPr id="4" name="shape-168">
            <a:extLst xmlns:a="http://schemas.openxmlformats.org/drawingml/2006/main">
              <a:ext uri="{FF2B5EF4-FFF2-40B4-BE49-F238E27FC236}">
                <a16:creationId xmlns:a16="http://schemas.microsoft.com/office/drawing/2014/main" id="{196A07C1-2C0A-4FB2-98D9-ABE7A2687C8B}"/>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69">
            <a:extLst xmlns:a="http://schemas.openxmlformats.org/drawingml/2006/main">
              <a:ext uri="{FF2B5EF4-FFF2-40B4-BE49-F238E27FC236}">
                <a16:creationId xmlns:a16="http://schemas.microsoft.com/office/drawing/2014/main" id="{8B7AC5F4-3CD8-4472-993C-1175AACA5C10}"/>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70">
            <a:extLst xmlns:a="http://schemas.openxmlformats.org/drawingml/2006/main">
              <a:ext uri="{FF2B5EF4-FFF2-40B4-BE49-F238E27FC236}">
                <a16:creationId xmlns:a16="http://schemas.microsoft.com/office/drawing/2014/main" id="{DB734D87-3DB8-4FB1-8D2B-D584C9787FF5}"/>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21</a:t>
            </a:r>
          </a:p>
        </p:txBody>
      </p:sp>
      <p:graphicFrame>
        <p:nvGraphicFramePr>
          <p:cNvPr id="7" name="">
            <a:extLst xmlns:a="http://schemas.openxmlformats.org/drawingml/2006/main">
              <a:ext uri="{FF2B5EF4-FFF2-40B4-BE49-F238E27FC236}">
                <a16:creationId xmlns:a16="http://schemas.microsoft.com/office/drawing/2014/main" id="{58A5751B-25D6-45C6-8D64-368C0CE62744}"/>
              </a:ext>
            </a:extLst>
          </p:cNvPr>
          <p:cNvGraphicFramePr/>
          <p:nvPr/>
        </p:nvGraphicFramePr>
        <p:xfrm>
          <a:off xmlns:a="http://schemas.openxmlformats.org/drawingml/2006/main" x="609600" y="2200275"/>
          <a:ext xmlns:a="http://schemas.openxmlformats.org/drawingml/2006/main" cx="10972800" cy="2400300"/>
        </p:xfrm>
        <a:graphic xmlns:a="http://schemas.openxmlformats.org/drawingml/2006/main">
          <a:graphicData uri="http://schemas.openxmlformats.org/drawingml/2006/table">
            <a:tbl>
              <a:tblPr/>
              <a:tblGrid>
                <a:gridCol w="2571750"/>
                <a:gridCol w="2800350"/>
                <a:gridCol w="2800350"/>
                <a:gridCol w="2800350"/>
              </a:tblGrid>
              <a:tr h="800100">
                <a:tc>
                  <a:txBody>
                    <a:bodyPr lIns="95250" tIns="95250" rIns="95250" bIns="95250"/>
                    <a:lstStyle/>
                    <a:p>
                      <a:r>
                        <a:rPr sz="1575" b="1">
                          <a:solidFill>
                            <a:srgbClr val="FFFFFF"/>
                          </a:solidFill>
                          <a:latin typeface="Atkinson Hyperlegible"/>
                          <a:ea typeface="Atkinson Hyperlegible"/>
                          <a:cs typeface="Atkinson Hyperlegible"/>
                        </a:rPr>
                        <a:t>Baseline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Served MWh/day</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Daily reward</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Fairness pp</a:t>
                      </a:r>
                    </a:p>
                  </a:txBody>
                  <a:tcPr marL="114300" marR="95250" marT="104775" marB="85725">
                    <a:solidFill>
                      <a:srgbClr val="137B73"/>
                    </a:solidFill>
                  </a:tcPr>
                </a:tc>
              </a:tr>
              <a:tr h="800100">
                <a:tc>
                  <a:txBody>
                    <a:bodyPr lIns="95250" tIns="95250" rIns="95250" bIns="95250"/>
                    <a:lstStyle/>
                    <a:p>
                      <a:r>
                        <a:rPr sz="1575" b="0">
                          <a:solidFill>
                            <a:srgbClr val="173F43"/>
                          </a:solidFill>
                          <a:latin typeface="Atkinson Hyperlegible"/>
                          <a:ea typeface="Atkinson Hyperlegible"/>
                          <a:cs typeface="Atkinson Hyperlegible"/>
                        </a:rPr>
                        <a:t>Critical-aware rotation</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+241.63  [+236.89, +245.91]</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+0.2710  [+0.2631, +0.2782]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+2.067  [+1.958, +2.172]</a:t>
                      </a:r>
                    </a:p>
                  </a:txBody>
                  <a:tcPr marL="114300" marR="95250" marT="104775" marB="85725">
                    <a:solidFill>
                      <a:srgbClr val="FFFFFF"/>
                    </a:solidFill>
                  </a:tcPr>
                </a:tc>
              </a:tr>
              <a:tr h="800100">
                <a:tc>
                  <a:txBody>
                    <a:bodyPr lIns="95250" tIns="95250" rIns="95250" bIns="95250"/>
                    <a:lstStyle/>
                    <a:p>
                      <a:r>
                        <a:rPr sz="1575" b="0">
                          <a:solidFill>
                            <a:srgbClr val="173F43"/>
                          </a:solidFill>
                          <a:latin typeface="Atkinson Hyperlegible"/>
                          <a:ea typeface="Atkinson Hyperlegible"/>
                          <a:cs typeface="Atkinson Hyperlegible"/>
                        </a:rPr>
                        <a:t>Fairness Rule</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-16.68  [-20.84, -12.99]</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+0.0102  [+0.0024, +0.0172]</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+0.864  [+0.747, +0.976]</a:t>
                      </a:r>
                    </a:p>
                  </a:txBody>
                  <a:tcPr marL="114300" marR="95250" marT="104775" marB="85725">
                    <a:solidFill>
                      <a:srgbClr val="E7F0EC"/>
                    </a:solidFill>
                  </a:tcPr>
                </a:tc>
              </a:tr>
            </a:tbl>
          </a:graphicData>
        </a:graphic>
      </p:graphicFrame>
      <p:sp>
        <p:nvSpPr>
          <p:cNvPr id="8" name="shape-171">
            <a:extLst xmlns:a="http://schemas.openxmlformats.org/drawingml/2006/main">
              <a:ext uri="{FF2B5EF4-FFF2-40B4-BE49-F238E27FC236}">
                <a16:creationId xmlns:a16="http://schemas.microsoft.com/office/drawing/2014/main" id="{51DA880E-FA6D-4ABC-9BAF-B9A89A0F5FD8}"/>
              </a:ext>
            </a:extLst>
          </p:cNvPr>
          <p:cNvSpPr>
            <a:spLocks xmlns:a="http://schemas.openxmlformats.org/drawingml/2006/main" noGrp="1"/>
          </p:cNvSpPr>
          <p:nvPr/>
        </p:nvSpPr>
        <p:spPr>
          <a:xfrm xmlns:a="http://schemas.openxmlformats.org/drawingml/2006/main">
            <a:off x="609600" y="49053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F43"/>
                </a:solidFill>
                <a:latin typeface="Atkinson Hyperlegible"/>
                <a:ea typeface="Atkinson Hyperlegible"/>
                <a:cs typeface="Atkinson Hyperlegible"/>
              </a:defRPr>
            </a:defPPr>
            <a:lvl1pPr algn="l">
              <a:defRPr sz="2100" b="0">
                <a:solidFill>
                  <a:srgbClr val="173F43"/>
                </a:solidFill>
                <a:latin typeface="Atkinson Hyperlegible"/>
                <a:ea typeface="Atkinson Hyperlegible"/>
                <a:cs typeface="Atkinson Hyperlegible"/>
              </a:defRPr>
            </a:lvl1pPr>
            <a:lvl2pPr algn="l">
              <a:defRPr sz="2100" b="0">
                <a:solidFill>
                  <a:srgbClr val="173F43"/>
                </a:solidFill>
                <a:latin typeface="Atkinson Hyperlegible"/>
                <a:ea typeface="Atkinson Hyperlegible"/>
                <a:cs typeface="Atkinson Hyperlegible"/>
              </a:defRPr>
            </a:lvl2pPr>
            <a:lvl3pPr algn="l">
              <a:defRPr sz="2100" b="0">
                <a:solidFill>
                  <a:srgbClr val="173F43"/>
                </a:solidFill>
                <a:latin typeface="Atkinson Hyperlegible"/>
                <a:ea typeface="Atkinson Hyperlegible"/>
                <a:cs typeface="Atkinson Hyperlegible"/>
              </a:defRPr>
            </a:lvl3pPr>
            <a:lvl4pPr algn="l">
              <a:defRPr sz="2100" b="0">
                <a:solidFill>
                  <a:srgbClr val="173F43"/>
                </a:solidFill>
                <a:latin typeface="Atkinson Hyperlegible"/>
                <a:ea typeface="Atkinson Hyperlegible"/>
                <a:cs typeface="Atkinson Hyperlegible"/>
              </a:defRPr>
            </a:lvl4pPr>
            <a:lvl5pPr algn="l">
              <a:defRPr sz="2100" b="0">
                <a:solidFill>
                  <a:srgbClr val="173F43"/>
                </a:solidFill>
                <a:latin typeface="Atkinson Hyperlegible"/>
                <a:ea typeface="Atkinson Hyperlegible"/>
                <a:cs typeface="Atkinson Hyperlegible"/>
              </a:defRPr>
            </a:lvl5pPr>
            <a:lvl6pPr algn="l">
              <a:defRPr sz="2100" b="0">
                <a:solidFill>
                  <a:srgbClr val="173F43"/>
                </a:solidFill>
                <a:latin typeface="Atkinson Hyperlegible"/>
                <a:ea typeface="Atkinson Hyperlegible"/>
                <a:cs typeface="Atkinson Hyperlegible"/>
              </a:defRPr>
            </a:lvl6pPr>
            <a:lvl7pPr algn="l">
              <a:defRPr sz="2100" b="0">
                <a:solidFill>
                  <a:srgbClr val="173F43"/>
                </a:solidFill>
                <a:latin typeface="Atkinson Hyperlegible"/>
                <a:ea typeface="Atkinson Hyperlegible"/>
                <a:cs typeface="Atkinson Hyperlegible"/>
              </a:defRPr>
            </a:lvl7pPr>
            <a:lvl8pPr algn="l">
              <a:defRPr sz="2100" b="0">
                <a:solidFill>
                  <a:srgbClr val="173F43"/>
                </a:solidFill>
                <a:latin typeface="Atkinson Hyperlegible"/>
                <a:ea typeface="Atkinson Hyperlegible"/>
                <a:cs typeface="Atkinson Hyperlegible"/>
              </a:defRPr>
            </a:lvl8pPr>
            <a:lvl9pPr algn="l">
              <a:defRPr sz="2100" b="0">
                <a:solidFill>
                  <a:srgbClr val="173F43"/>
                </a:solidFill>
                <a:latin typeface="Atkinson Hyperlegible"/>
                <a:ea typeface="Atkinson Hyperlegible"/>
                <a:cs typeface="Atkinson Hyperlegible"/>
              </a:defRPr>
            </a:lvl9pPr>
          </a:lstStyle>
          <a:p xmlns:a="http://schemas.openxmlformats.org/drawingml/2006/main">
            <a:pPr algn="l">
              <a:defRPr sz="2100" b="0">
                <a:solidFill>
                  <a:srgbClr val="173F43"/>
                </a:solidFill>
                <a:latin typeface="Atkinson Hyperlegible"/>
                <a:ea typeface="Atkinson Hyperlegible"/>
                <a:cs typeface="Atkinson Hyperlegible"/>
              </a:defRPr>
            </a:pPr>
            <a:r>
              <a:rPr sz="2100" b="0">
                <a:solidFill>
                  <a:srgbClr val="173F43"/>
                </a:solidFill>
                <a:latin typeface="Atkinson Hyperlegible"/>
                <a:ea typeface="Atkinson Hyperlegible"/>
                <a:cs typeface="Atkinson Hyperlegible"/>
              </a:rPr>
              <a:t>PPO serves 241.63 MWh/day more than protected rotation. Against its teacher, PPO gains a small amount of reward and fairness but serves 16.68 MWh/day less.</a:t>
            </a:r>
          </a:p>
        </p:txBody>
      </p:sp>
      <p:sp>
        <p:nvSpPr>
          <p:cNvPr id="9" name="shape-172">
            <a:extLst xmlns:a="http://schemas.openxmlformats.org/drawingml/2006/main">
              <a:ext uri="{FF2B5EF4-FFF2-40B4-BE49-F238E27FC236}">
                <a16:creationId xmlns:a16="http://schemas.microsoft.com/office/drawing/2014/main" id="{0C27A21D-13DA-4F93-917D-8F7FF16C9D5D}"/>
              </a:ext>
            </a:extLst>
          </p:cNvPr>
          <p:cNvSpPr>
            <a:spLocks xmlns:a="http://schemas.openxmlformats.org/drawingml/2006/main" noGrp="1"/>
          </p:cNvSpPr>
          <p:nvPr/>
        </p:nvSpPr>
        <p:spPr>
          <a:xfrm xmlns:a="http://schemas.openxmlformats.org/drawingml/2006/main">
            <a:off x="609600" y="5924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E77D60"/>
                </a:solidFill>
                <a:latin typeface="Atkinson Hyperlegible"/>
                <a:ea typeface="Atkinson Hyperlegible"/>
                <a:cs typeface="Atkinson Hyperlegible"/>
              </a:defRPr>
            </a:defPPr>
            <a:lvl1pPr algn="l">
              <a:defRPr sz="1650" b="0">
                <a:solidFill>
                  <a:srgbClr val="E77D60"/>
                </a:solidFill>
                <a:latin typeface="Atkinson Hyperlegible"/>
                <a:ea typeface="Atkinson Hyperlegible"/>
                <a:cs typeface="Atkinson Hyperlegible"/>
              </a:defRPr>
            </a:lvl1pPr>
            <a:lvl2pPr algn="l">
              <a:defRPr sz="1650" b="0">
                <a:solidFill>
                  <a:srgbClr val="E77D60"/>
                </a:solidFill>
                <a:latin typeface="Atkinson Hyperlegible"/>
                <a:ea typeface="Atkinson Hyperlegible"/>
                <a:cs typeface="Atkinson Hyperlegible"/>
              </a:defRPr>
            </a:lvl2pPr>
            <a:lvl3pPr algn="l">
              <a:defRPr sz="1650" b="0">
                <a:solidFill>
                  <a:srgbClr val="E77D60"/>
                </a:solidFill>
                <a:latin typeface="Atkinson Hyperlegible"/>
                <a:ea typeface="Atkinson Hyperlegible"/>
                <a:cs typeface="Atkinson Hyperlegible"/>
              </a:defRPr>
            </a:lvl3pPr>
            <a:lvl4pPr algn="l">
              <a:defRPr sz="1650" b="0">
                <a:solidFill>
                  <a:srgbClr val="E77D60"/>
                </a:solidFill>
                <a:latin typeface="Atkinson Hyperlegible"/>
                <a:ea typeface="Atkinson Hyperlegible"/>
                <a:cs typeface="Atkinson Hyperlegible"/>
              </a:defRPr>
            </a:lvl4pPr>
            <a:lvl5pPr algn="l">
              <a:defRPr sz="1650" b="0">
                <a:solidFill>
                  <a:srgbClr val="E77D60"/>
                </a:solidFill>
                <a:latin typeface="Atkinson Hyperlegible"/>
                <a:ea typeface="Atkinson Hyperlegible"/>
                <a:cs typeface="Atkinson Hyperlegible"/>
              </a:defRPr>
            </a:lvl5pPr>
            <a:lvl6pPr algn="l">
              <a:defRPr sz="1650" b="0">
                <a:solidFill>
                  <a:srgbClr val="E77D60"/>
                </a:solidFill>
                <a:latin typeface="Atkinson Hyperlegible"/>
                <a:ea typeface="Atkinson Hyperlegible"/>
                <a:cs typeface="Atkinson Hyperlegible"/>
              </a:defRPr>
            </a:lvl6pPr>
            <a:lvl7pPr algn="l">
              <a:defRPr sz="1650" b="0">
                <a:solidFill>
                  <a:srgbClr val="E77D60"/>
                </a:solidFill>
                <a:latin typeface="Atkinson Hyperlegible"/>
                <a:ea typeface="Atkinson Hyperlegible"/>
                <a:cs typeface="Atkinson Hyperlegible"/>
              </a:defRPr>
            </a:lvl7pPr>
            <a:lvl8pPr algn="l">
              <a:defRPr sz="1650" b="0">
                <a:solidFill>
                  <a:srgbClr val="E77D60"/>
                </a:solidFill>
                <a:latin typeface="Atkinson Hyperlegible"/>
                <a:ea typeface="Atkinson Hyperlegible"/>
                <a:cs typeface="Atkinson Hyperlegible"/>
              </a:defRPr>
            </a:lvl8pPr>
            <a:lvl9pPr algn="l">
              <a:defRPr sz="1650" b="0">
                <a:solidFill>
                  <a:srgbClr val="E77D60"/>
                </a:solidFill>
                <a:latin typeface="Atkinson Hyperlegible"/>
                <a:ea typeface="Atkinson Hyperlegible"/>
                <a:cs typeface="Atkinson Hyperlegible"/>
              </a:defRPr>
            </a:lvl9pPr>
          </a:lstStyle>
          <a:p xmlns:a="http://schemas.openxmlformats.org/drawingml/2006/main">
            <a:pPr algn="l">
              <a:defRPr sz="1650" b="0">
                <a:solidFill>
                  <a:srgbClr val="E77D60"/>
                </a:solidFill>
                <a:latin typeface="Atkinson Hyperlegible"/>
                <a:ea typeface="Atkinson Hyperlegible"/>
                <a:cs typeface="Atkinson Hyperlegible"/>
              </a:defRPr>
            </a:pPr>
            <a:r>
              <a:rPr sz="1650" b="0">
                <a:solidFill>
                  <a:srgbClr val="E77D60"/>
                </a:solidFill>
                <a:latin typeface="Atkinson Hyperlegible"/>
                <a:ea typeface="Atkinson Hyperlegible"/>
                <a:cs typeface="Atkinson Hyperlegible"/>
              </a:rPr>
              <a:t>The teacher comparison varies by shortage level and training run. It does not support an unconditional PPO victory.</a:t>
            </a:r>
          </a:p>
        </p:txBody>
      </p:sp>
    </p:spTree>
    <p:extLst>
      <p:ext uri="{BB962C8B-B14F-4D97-AF65-F5344CB8AC3E}">
        <p14:creationId xmlns:p14="http://schemas.microsoft.com/office/powerpoint/2010/main" val="962850255"/>
      </p:ext>
    </p:extLst>
  </p:cSld>
</p:sld>
</file>

<file path=ppt/slides/slide22.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9" name="shape-173">
            <a:extLst xmlns:a="http://schemas.openxmlformats.org/drawingml/2006/main">
              <a:ext uri="{FF2B5EF4-FFF2-40B4-BE49-F238E27FC236}">
                <a16:creationId xmlns:a16="http://schemas.microsoft.com/office/drawing/2014/main" id="{35F328C5-B3EC-4FD4-8B10-2E19CFD3D3FB}"/>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74">
            <a:extLst xmlns:a="http://schemas.openxmlformats.org/drawingml/2006/main">
              <a:ext uri="{FF2B5EF4-FFF2-40B4-BE49-F238E27FC236}">
                <a16:creationId xmlns:a16="http://schemas.microsoft.com/office/drawing/2014/main" id="{3316E986-52DF-4429-B493-2109126B8A80}"/>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When critical demand exceeds supply</a:t>
            </a:r>
          </a:p>
        </p:txBody>
      </p:sp>
      <p:sp>
        <p:nvSpPr>
          <p:cNvPr id="3" name="shape-175">
            <a:extLst xmlns:a="http://schemas.openxmlformats.org/drawingml/2006/main">
              <a:ext uri="{FF2B5EF4-FFF2-40B4-BE49-F238E27FC236}">
                <a16:creationId xmlns:a16="http://schemas.microsoft.com/office/drawing/2014/main" id="{7C036A17-86A9-4C47-A26E-659DFA3D5EB5}"/>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Stress audit: 320 matched base draws at each of two critical-supply fractions.</a:t>
            </a:r>
          </a:p>
        </p:txBody>
      </p:sp>
      <p:sp>
        <p:nvSpPr>
          <p:cNvPr id="4" name="shape-176">
            <a:extLst xmlns:a="http://schemas.openxmlformats.org/drawingml/2006/main">
              <a:ext uri="{FF2B5EF4-FFF2-40B4-BE49-F238E27FC236}">
                <a16:creationId xmlns:a16="http://schemas.microsoft.com/office/drawing/2014/main" id="{8677A753-FE4E-4A6A-BC4F-22A243472018}"/>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77">
            <a:extLst xmlns:a="http://schemas.openxmlformats.org/drawingml/2006/main">
              <a:ext uri="{FF2B5EF4-FFF2-40B4-BE49-F238E27FC236}">
                <a16:creationId xmlns:a16="http://schemas.microsoft.com/office/drawing/2014/main" id="{52B04E64-6F8D-4B0B-9761-0CC7ECBD1E51}"/>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78">
            <a:extLst xmlns:a="http://schemas.openxmlformats.org/drawingml/2006/main">
              <a:ext uri="{FF2B5EF4-FFF2-40B4-BE49-F238E27FC236}">
                <a16:creationId xmlns:a16="http://schemas.microsoft.com/office/drawing/2014/main" id="{54FE00BD-A514-454D-9447-7B6B146EAAA9}"/>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22</a:t>
            </a:r>
          </a:p>
        </p:txBody>
      </p:sp>
      <p:graphicFrame>
        <p:nvGraphicFramePr>
          <p:cNvPr id="7" name="">
            <a:extLst xmlns:a="http://schemas.openxmlformats.org/drawingml/2006/main">
              <a:ext uri="{FF2B5EF4-FFF2-40B4-BE49-F238E27FC236}">
                <a16:creationId xmlns:a16="http://schemas.microsoft.com/office/drawing/2014/main" id="{FB6F7654-E979-4068-ADB9-7D8254F932D2}"/>
              </a:ext>
            </a:extLst>
          </p:cNvPr>
          <p:cNvGraphicFramePr/>
          <p:nvPr/>
        </p:nvGraphicFramePr>
        <p:xfrm>
          <a:off xmlns:a="http://schemas.openxmlformats.org/drawingml/2006/main" x="609600" y="2095500"/>
          <a:ext xmlns:a="http://schemas.openxmlformats.org/drawingml/2006/main" cx="10972800" cy="3171825"/>
        </p:xfrm>
        <a:graphic xmlns:a="http://schemas.openxmlformats.org/drawingml/2006/main">
          <a:graphicData uri="http://schemas.openxmlformats.org/drawingml/2006/table">
            <a:tbl>
              <a:tblPr/>
              <a:tblGrid>
                <a:gridCol w="5257800"/>
                <a:gridCol w="2857500"/>
                <a:gridCol w="2857500"/>
              </a:tblGrid>
              <a:tr h="528638">
                <a:tc>
                  <a:txBody>
                    <a:bodyPr lIns="95250" tIns="95250" rIns="95250" bIns="95250"/>
                    <a:lstStyle/>
                    <a:p>
                      <a:r>
                        <a:rPr sz="1575" b="1">
                          <a:solidFill>
                            <a:srgbClr val="FFFFFF"/>
                          </a:solidFill>
                          <a:latin typeface="Atkinson Hyperlegible"/>
                          <a:ea typeface="Atkinson Hyperlegible"/>
                          <a:cs typeface="Atkinson Hyperlegible"/>
                        </a:rPr>
                        <a:t>PPO outcome</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75% of critical demand</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25% of critical demand</a:t>
                      </a:r>
                    </a:p>
                  </a:txBody>
                  <a:tcPr marL="114300" marR="95250" marT="104775" marB="85725">
                    <a:solidFill>
                      <a:srgbClr val="137B73"/>
                    </a:solidFill>
                  </a:tcPr>
                </a:tc>
              </a:tr>
              <a:tr h="528638">
                <a:tc>
                  <a:txBody>
                    <a:bodyPr lIns="95250" tIns="95250" rIns="95250" bIns="95250"/>
                    <a:lstStyle/>
                    <a:p>
                      <a:r>
                        <a:rPr sz="1575" b="0">
                          <a:solidFill>
                            <a:srgbClr val="173F43"/>
                          </a:solidFill>
                          <a:latin typeface="Atkinson Hyperlegible"/>
                          <a:ea typeface="Atkinson Hyperlegible"/>
                          <a:cs typeface="Atkinson Hyperlegible"/>
                        </a:rPr>
                        <a:t>All-Critical-Only fallback (hours)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24</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24</a:t>
                      </a:r>
                    </a:p>
                  </a:txBody>
                  <a:tcPr marL="114300" marR="95250" marT="104775" marB="85725">
                    <a:solidFill>
                      <a:srgbClr val="FFFFFF"/>
                    </a:solidFill>
                  </a:tcPr>
                </a:tc>
              </a:tr>
              <a:tr h="528638">
                <a:tc>
                  <a:txBody>
                    <a:bodyPr lIns="95250" tIns="95250" rIns="95250" bIns="95250"/>
                    <a:lstStyle/>
                    <a:p>
                      <a:r>
                        <a:rPr sz="1575" b="0">
                          <a:solidFill>
                            <a:srgbClr val="173F43"/>
                          </a:solidFill>
                          <a:latin typeface="Atkinson Hyperlegible"/>
                          <a:ea typeface="Atkinson Hyperlegible"/>
                          <a:cs typeface="Atkinson Hyperlegible"/>
                        </a:rPr>
                        <a:t>Critical interruption (locality-hours)</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168</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168</a:t>
                      </a:r>
                    </a:p>
                  </a:txBody>
                  <a:tcPr marL="114300" marR="95250" marT="104775" marB="85725">
                    <a:solidFill>
                      <a:srgbClr val="E7F0EC"/>
                    </a:solidFill>
                  </a:tcPr>
                </a:tc>
              </a:tr>
              <a:tr h="528638">
                <a:tc>
                  <a:txBody>
                    <a:bodyPr lIns="95250" tIns="95250" rIns="95250" bIns="95250"/>
                    <a:lstStyle/>
                    <a:p>
                      <a:r>
                        <a:rPr sz="1575" b="0">
                          <a:solidFill>
                            <a:srgbClr val="173F43"/>
                          </a:solidFill>
                          <a:latin typeface="Atkinson Hyperlegible"/>
                          <a:ea typeface="Atkinson Hyperlegible"/>
                          <a:cs typeface="Atkinson Hyperlegible"/>
                        </a:rPr>
                        <a:t>Complete critical outage (locality-hours)</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a:t>
                      </a:r>
                    </a:p>
                  </a:txBody>
                  <a:tcPr marL="114300" marR="95250" marT="104775" marB="85725">
                    <a:solidFill>
                      <a:srgbClr val="FFFFFF"/>
                    </a:solidFill>
                  </a:tcPr>
                </a:tc>
              </a:tr>
              <a:tr h="528638">
                <a:tc>
                  <a:txBody>
                    <a:bodyPr lIns="95250" tIns="95250" rIns="95250" bIns="95250"/>
                    <a:lstStyle/>
                    <a:p>
                      <a:r>
                        <a:rPr sz="1575" b="0">
                          <a:solidFill>
                            <a:srgbClr val="173F43"/>
                          </a:solidFill>
                          <a:latin typeface="Atkinson Hyperlegible"/>
                          <a:ea typeface="Atkinson Hyperlegible"/>
                          <a:cs typeface="Atkinson Hyperlegible"/>
                        </a:rPr>
                        <a:t>Unmet critical energy (MWh)</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671.51</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2014.53</a:t>
                      </a:r>
                    </a:p>
                  </a:txBody>
                  <a:tcPr marL="114300" marR="95250" marT="104775" marB="85725">
                    <a:solidFill>
                      <a:srgbClr val="E7F0EC"/>
                    </a:solidFill>
                  </a:tcPr>
                </a:tc>
              </a:tr>
              <a:tr h="528638">
                <a:tc>
                  <a:txBody>
                    <a:bodyPr lIns="95250" tIns="95250" rIns="95250" bIns="95250"/>
                    <a:lstStyle/>
                    <a:p>
                      <a:r>
                        <a:rPr sz="1575" b="0">
                          <a:solidFill>
                            <a:srgbClr val="173F43"/>
                          </a:solidFill>
                          <a:latin typeface="Atkinson Hyperlegible"/>
                          <a:ea typeface="Atkinson Hyperlegible"/>
                          <a:cs typeface="Atkinson Hyperlegible"/>
                        </a:rPr>
                        <a:t>Power-balance violation rate</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a:t>
                      </a:r>
                    </a:p>
                  </a:txBody>
                  <a:tcPr marL="114300" marR="95250" marT="104775" marB="85725">
                    <a:solidFill>
                      <a:srgbClr val="FFFFFF"/>
                    </a:solidFill>
                  </a:tcPr>
                </a:tc>
              </a:tr>
            </a:tbl>
          </a:graphicData>
        </a:graphic>
      </p:graphicFrame>
      <p:sp>
        <p:nvSpPr>
          <p:cNvPr id="8" name="shape-179">
            <a:extLst xmlns:a="http://schemas.openxmlformats.org/drawingml/2006/main">
              <a:ext uri="{FF2B5EF4-FFF2-40B4-BE49-F238E27FC236}">
                <a16:creationId xmlns:a16="http://schemas.microsoft.com/office/drawing/2014/main" id="{2746673F-BF86-4FC1-99A1-E63401D0A2CC}"/>
              </a:ext>
            </a:extLst>
          </p:cNvPr>
          <p:cNvSpPr>
            <a:spLocks xmlns:a="http://schemas.openxmlformats.org/drawingml/2006/main" noGrp="1"/>
          </p:cNvSpPr>
          <p:nvPr/>
        </p:nvSpPr>
        <p:spPr>
          <a:xfrm xmlns:a="http://schemas.openxmlformats.org/drawingml/2006/main">
            <a:off x="609600" y="55530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All constrained methods share the proportional fallback. Partial service deprivation affects all seven localities for 24 hours; no power limit is exceeded.</a:t>
            </a:r>
          </a:p>
        </p:txBody>
      </p:sp>
    </p:spTree>
    <p:extLst>
      <p:ext uri="{BB962C8B-B14F-4D97-AF65-F5344CB8AC3E}">
        <p14:creationId xmlns:p14="http://schemas.microsoft.com/office/powerpoint/2010/main" val="1200313570"/>
      </p:ext>
    </p:extLst>
  </p:cSld>
</p:sld>
</file>

<file path=ppt/slides/slide23.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1" name="shape-180">
            <a:extLst xmlns:a="http://schemas.openxmlformats.org/drawingml/2006/main">
              <a:ext uri="{FF2B5EF4-FFF2-40B4-BE49-F238E27FC236}">
                <a16:creationId xmlns:a16="http://schemas.microsoft.com/office/drawing/2014/main" id="{C4FE2169-8359-4BCA-A1A3-C33242DDAC76}"/>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81">
            <a:extLst xmlns:a="http://schemas.openxmlformats.org/drawingml/2006/main">
              <a:ext uri="{FF2B5EF4-FFF2-40B4-BE49-F238E27FC236}">
                <a16:creationId xmlns:a16="http://schemas.microsoft.com/office/drawing/2014/main" id="{96D07A8E-51A3-4C53-B654-8CA84A6621A7}"/>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Validation progress across all five training runs</a:t>
            </a:r>
          </a:p>
        </p:txBody>
      </p:sp>
      <p:sp>
        <p:nvSpPr>
          <p:cNvPr id="3" name="shape-182">
            <a:extLst xmlns:a="http://schemas.openxmlformats.org/drawingml/2006/main">
              <a:ext uri="{FF2B5EF4-FFF2-40B4-BE49-F238E27FC236}">
                <a16:creationId xmlns:a16="http://schemas.microsoft.com/office/drawing/2014/main" id="{29CE13B4-100F-4ADD-810A-5DF86EA9A3DE}"/>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31 checkpoints per run. Checkpoint selection never consults final-test performance.</a:t>
            </a:r>
          </a:p>
        </p:txBody>
      </p:sp>
      <p:sp>
        <p:nvSpPr>
          <p:cNvPr id="4" name="shape-183">
            <a:extLst xmlns:a="http://schemas.openxmlformats.org/drawingml/2006/main">
              <a:ext uri="{FF2B5EF4-FFF2-40B4-BE49-F238E27FC236}">
                <a16:creationId xmlns:a16="http://schemas.microsoft.com/office/drawing/2014/main" id="{FF11401E-24CD-4E28-9702-5366533988A0}"/>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84">
            <a:extLst xmlns:a="http://schemas.openxmlformats.org/drawingml/2006/main">
              <a:ext uri="{FF2B5EF4-FFF2-40B4-BE49-F238E27FC236}">
                <a16:creationId xmlns:a16="http://schemas.microsoft.com/office/drawing/2014/main" id="{C32FC238-D983-455C-86F8-179BE73F1C40}"/>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85">
            <a:extLst xmlns:a="http://schemas.openxmlformats.org/drawingml/2006/main">
              <a:ext uri="{FF2B5EF4-FFF2-40B4-BE49-F238E27FC236}">
                <a16:creationId xmlns:a16="http://schemas.microsoft.com/office/drawing/2014/main" id="{9DEB77D6-C4A6-4808-B1B4-89FBECF4382D}"/>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23</a:t>
            </a:r>
          </a:p>
        </p:txBody>
      </p:sp>
      <p:graphicFrame>
        <p:nvGraphicFramePr>
          <p:cNvPr id="7" name="Chart">
            <a:extLst xmlns:a="http://schemas.openxmlformats.org/drawingml/2006/main">
              <a:ext uri="{FF2B5EF4-FFF2-40B4-BE49-F238E27FC236}">
                <a16:creationId xmlns:a16="http://schemas.microsoft.com/office/drawing/2014/main" id="{DCD38EC1-37B0-4C4D-92DF-EC02804D2251}"/>
              </a:ext>
            </a:extLst>
          </p:cNvPr>
          <p:cNvGraphicFramePr/>
          <p:nvPr/>
        </p:nvGraphicFramePr>
        <p:xfrm>
          <a:off xmlns:a="http://schemas.openxmlformats.org/drawingml/2006/main" x="609600" y="2152650"/>
          <a:ext xmlns:a="http://schemas.openxmlformats.org/drawingml/2006/main" cx="3543300" cy="3390900"/>
        </p:xfrm>
        <a:graphic xmlns:a="http://schemas.openxmlformats.org/drawingml/2006/main">
          <a:graphicData uri="http://schemas.openxmlformats.org/drawingml/2006/chart">
            <c:chart xmlns:r="http://schemas.openxmlformats.org/officeDocument/2006/relationships" xmlns:c="http://schemas.openxmlformats.org/drawingml/2006/chart" r:id="R273c88d537984622"/>
          </a:graphicData>
        </a:graphic>
      </p:graphicFrame>
      <p:graphicFrame>
        <p:nvGraphicFramePr>
          <p:cNvPr id="8" name="Chart">
            <a:extLst xmlns:a="http://schemas.openxmlformats.org/drawingml/2006/main">
              <a:ext uri="{FF2B5EF4-FFF2-40B4-BE49-F238E27FC236}">
                <a16:creationId xmlns:a16="http://schemas.microsoft.com/office/drawing/2014/main" id="{D9B7D803-3AB4-452C-A622-86CCAD200412}"/>
              </a:ext>
            </a:extLst>
          </p:cNvPr>
          <p:cNvGraphicFramePr/>
          <p:nvPr/>
        </p:nvGraphicFramePr>
        <p:xfrm>
          <a:off xmlns:a="http://schemas.openxmlformats.org/drawingml/2006/main" x="4324350" y="2152650"/>
          <a:ext xmlns:a="http://schemas.openxmlformats.org/drawingml/2006/main" cx="3543300" cy="3390900"/>
        </p:xfrm>
        <a:graphic xmlns:a="http://schemas.openxmlformats.org/drawingml/2006/main">
          <a:graphicData uri="http://schemas.openxmlformats.org/drawingml/2006/chart">
            <c:chart xmlns:r="http://schemas.openxmlformats.org/officeDocument/2006/relationships" xmlns:c="http://schemas.openxmlformats.org/drawingml/2006/chart" r:id="Reb00c914e6444091"/>
          </a:graphicData>
        </a:graphic>
      </p:graphicFrame>
      <p:graphicFrame>
        <p:nvGraphicFramePr>
          <p:cNvPr id="9" name="Chart">
            <a:extLst xmlns:a="http://schemas.openxmlformats.org/drawingml/2006/main">
              <a:ext uri="{FF2B5EF4-FFF2-40B4-BE49-F238E27FC236}">
                <a16:creationId xmlns:a16="http://schemas.microsoft.com/office/drawing/2014/main" id="{7AE744E2-EAEE-4696-8C51-A396BA725CF7}"/>
              </a:ext>
            </a:extLst>
          </p:cNvPr>
          <p:cNvGraphicFramePr/>
          <p:nvPr/>
        </p:nvGraphicFramePr>
        <p:xfrm>
          <a:off xmlns:a="http://schemas.openxmlformats.org/drawingml/2006/main" x="8039100" y="2152650"/>
          <a:ext xmlns:a="http://schemas.openxmlformats.org/drawingml/2006/main" cx="3543300" cy="3390900"/>
        </p:xfrm>
        <a:graphic xmlns:a="http://schemas.openxmlformats.org/drawingml/2006/main">
          <a:graphicData uri="http://schemas.openxmlformats.org/drawingml/2006/chart">
            <c:chart xmlns:r="http://schemas.openxmlformats.org/officeDocument/2006/relationships" xmlns:c="http://schemas.openxmlformats.org/drawingml/2006/chart" r:id="R26c3907061294ff5"/>
          </a:graphicData>
        </a:graphic>
      </p:graphicFrame>
      <p:sp>
        <p:nvSpPr>
          <p:cNvPr id="10" name="shape-186">
            <a:extLst xmlns:a="http://schemas.openxmlformats.org/drawingml/2006/main">
              <a:ext uri="{FF2B5EF4-FFF2-40B4-BE49-F238E27FC236}">
                <a16:creationId xmlns:a16="http://schemas.microsoft.com/office/drawing/2014/main" id="{8EF2666D-77D3-45C9-8A61-D3C35D91D7C8}"/>
              </a:ext>
            </a:extLst>
          </p:cNvPr>
          <p:cNvSpPr>
            <a:spLocks xmlns:a="http://schemas.openxmlformats.org/drawingml/2006/main" noGrp="1"/>
          </p:cNvSpPr>
          <p:nvPr/>
        </p:nvSpPr>
        <p:spPr>
          <a:xfrm xmlns:a="http://schemas.openxmlformats.org/drawingml/2006/main">
            <a:off x="609600" y="5762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8787A"/>
                </a:solidFill>
                <a:latin typeface="Atkinson Hyperlegible"/>
                <a:ea typeface="Atkinson Hyperlegible"/>
                <a:cs typeface="Atkinson Hyperlegible"/>
              </a:defRPr>
            </a:defPPr>
            <a:lvl1pPr algn="l">
              <a:defRPr sz="1650" b="0">
                <a:solidFill>
                  <a:srgbClr val="58787A"/>
                </a:solidFill>
                <a:latin typeface="Atkinson Hyperlegible"/>
                <a:ea typeface="Atkinson Hyperlegible"/>
                <a:cs typeface="Atkinson Hyperlegible"/>
              </a:defRPr>
            </a:lvl1pPr>
            <a:lvl2pPr algn="l">
              <a:defRPr sz="1650" b="0">
                <a:solidFill>
                  <a:srgbClr val="58787A"/>
                </a:solidFill>
                <a:latin typeface="Atkinson Hyperlegible"/>
                <a:ea typeface="Atkinson Hyperlegible"/>
                <a:cs typeface="Atkinson Hyperlegible"/>
              </a:defRPr>
            </a:lvl2pPr>
            <a:lvl3pPr algn="l">
              <a:defRPr sz="1650" b="0">
                <a:solidFill>
                  <a:srgbClr val="58787A"/>
                </a:solidFill>
                <a:latin typeface="Atkinson Hyperlegible"/>
                <a:ea typeface="Atkinson Hyperlegible"/>
                <a:cs typeface="Atkinson Hyperlegible"/>
              </a:defRPr>
            </a:lvl3pPr>
            <a:lvl4pPr algn="l">
              <a:defRPr sz="1650" b="0">
                <a:solidFill>
                  <a:srgbClr val="58787A"/>
                </a:solidFill>
                <a:latin typeface="Atkinson Hyperlegible"/>
                <a:ea typeface="Atkinson Hyperlegible"/>
                <a:cs typeface="Atkinson Hyperlegible"/>
              </a:defRPr>
            </a:lvl4pPr>
            <a:lvl5pPr algn="l">
              <a:defRPr sz="1650" b="0">
                <a:solidFill>
                  <a:srgbClr val="58787A"/>
                </a:solidFill>
                <a:latin typeface="Atkinson Hyperlegible"/>
                <a:ea typeface="Atkinson Hyperlegible"/>
                <a:cs typeface="Atkinson Hyperlegible"/>
              </a:defRPr>
            </a:lvl5pPr>
            <a:lvl6pPr algn="l">
              <a:defRPr sz="1650" b="0">
                <a:solidFill>
                  <a:srgbClr val="58787A"/>
                </a:solidFill>
                <a:latin typeface="Atkinson Hyperlegible"/>
                <a:ea typeface="Atkinson Hyperlegible"/>
                <a:cs typeface="Atkinson Hyperlegible"/>
              </a:defRPr>
            </a:lvl6pPr>
            <a:lvl7pPr algn="l">
              <a:defRPr sz="1650" b="0">
                <a:solidFill>
                  <a:srgbClr val="58787A"/>
                </a:solidFill>
                <a:latin typeface="Atkinson Hyperlegible"/>
                <a:ea typeface="Atkinson Hyperlegible"/>
                <a:cs typeface="Atkinson Hyperlegible"/>
              </a:defRPr>
            </a:lvl7pPr>
            <a:lvl8pPr algn="l">
              <a:defRPr sz="1650" b="0">
                <a:solidFill>
                  <a:srgbClr val="58787A"/>
                </a:solidFill>
                <a:latin typeface="Atkinson Hyperlegible"/>
                <a:ea typeface="Atkinson Hyperlegible"/>
                <a:cs typeface="Atkinson Hyperlegible"/>
              </a:defRPr>
            </a:lvl8pPr>
            <a:lvl9pPr algn="l">
              <a:defRPr sz="1650" b="0">
                <a:solidFill>
                  <a:srgbClr val="58787A"/>
                </a:solidFill>
                <a:latin typeface="Atkinson Hyperlegible"/>
                <a:ea typeface="Atkinson Hyperlegible"/>
                <a:cs typeface="Atkinson Hyperlegible"/>
              </a:defRPr>
            </a:lvl9pPr>
          </a:lstStyle>
          <a:p xmlns:a="http://schemas.openxmlformats.org/drawingml/2006/main">
            <a:pPr algn="l">
              <a:defRPr sz="1650" b="0">
                <a:solidFill>
                  <a:srgbClr val="58787A"/>
                </a:solidFill>
                <a:latin typeface="Atkinson Hyperlegible"/>
                <a:ea typeface="Atkinson Hyperlegible"/>
                <a:cs typeface="Atkinson Hyperlegible"/>
              </a:defRPr>
            </a:pPr>
            <a:r>
              <a:rPr sz="1650" b="0">
                <a:solidFill>
                  <a:srgbClr val="58787A"/>
                </a:solidFill>
                <a:latin typeface="Atkinson Hyperlegible"/>
                <a:ea typeface="Atkinson Hyperlegible"/>
                <a:cs typeface="Atkinson Hyperlegible"/>
              </a:rPr>
              <a:t>Seeds: 1729   2718   3141   5772   8111</a:t>
            </a:r>
          </a:p>
        </p:txBody>
      </p:sp>
    </p:spTree>
    <p:extLst>
      <p:ext uri="{BB962C8B-B14F-4D97-AF65-F5344CB8AC3E}">
        <p14:creationId xmlns:p14="http://schemas.microsoft.com/office/powerpoint/2010/main" val="2077555465"/>
      </p:ext>
    </p:extLst>
  </p:cSld>
</p:sld>
</file>

<file path=ppt/slides/slide24.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2" name="shape-187">
            <a:extLst xmlns:a="http://schemas.openxmlformats.org/drawingml/2006/main">
              <a:ext uri="{FF2B5EF4-FFF2-40B4-BE49-F238E27FC236}">
                <a16:creationId xmlns:a16="http://schemas.microsoft.com/office/drawing/2014/main" id="{AFBF40EE-C4BD-494F-B893-14E09FDD2A40}"/>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88">
            <a:extLst xmlns:a="http://schemas.openxmlformats.org/drawingml/2006/main">
              <a:ext uri="{FF2B5EF4-FFF2-40B4-BE49-F238E27FC236}">
                <a16:creationId xmlns:a16="http://schemas.microsoft.com/office/drawing/2014/main" id="{0882FF5B-987D-45BD-B161-EB5F0B2581D8}"/>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Training reward and loss</a:t>
            </a:r>
          </a:p>
        </p:txBody>
      </p:sp>
      <p:sp>
        <p:nvSpPr>
          <p:cNvPr id="3" name="shape-189">
            <a:extLst xmlns:a="http://schemas.openxmlformats.org/drawingml/2006/main">
              <a:ext uri="{FF2B5EF4-FFF2-40B4-BE49-F238E27FC236}">
                <a16:creationId xmlns:a16="http://schemas.microsoft.com/office/drawing/2014/main" id="{83C038B7-05F8-4909-A21C-7DB99CF54A20}"/>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120 recorded updates per seed, every 25 iterations. No smoothing.</a:t>
            </a:r>
          </a:p>
        </p:txBody>
      </p:sp>
      <p:sp>
        <p:nvSpPr>
          <p:cNvPr id="4" name="shape-190">
            <a:extLst xmlns:a="http://schemas.openxmlformats.org/drawingml/2006/main">
              <a:ext uri="{FF2B5EF4-FFF2-40B4-BE49-F238E27FC236}">
                <a16:creationId xmlns:a16="http://schemas.microsoft.com/office/drawing/2014/main" id="{208CEDFB-2026-4E3A-956A-DA047CFB9456}"/>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91">
            <a:extLst xmlns:a="http://schemas.openxmlformats.org/drawingml/2006/main">
              <a:ext uri="{FF2B5EF4-FFF2-40B4-BE49-F238E27FC236}">
                <a16:creationId xmlns:a16="http://schemas.microsoft.com/office/drawing/2014/main" id="{7B1DC5B6-88EC-4541-A5C3-AF68DCAE0F06}"/>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192">
            <a:extLst xmlns:a="http://schemas.openxmlformats.org/drawingml/2006/main">
              <a:ext uri="{FF2B5EF4-FFF2-40B4-BE49-F238E27FC236}">
                <a16:creationId xmlns:a16="http://schemas.microsoft.com/office/drawing/2014/main" id="{F9D920CD-5509-443E-8862-76E83E8357A4}"/>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24</a:t>
            </a:r>
          </a:p>
        </p:txBody>
      </p:sp>
      <p:graphicFrame>
        <p:nvGraphicFramePr>
          <p:cNvPr id="7" name="Chart">
            <a:extLst xmlns:a="http://schemas.openxmlformats.org/drawingml/2006/main">
              <a:ext uri="{FF2B5EF4-FFF2-40B4-BE49-F238E27FC236}">
                <a16:creationId xmlns:a16="http://schemas.microsoft.com/office/drawing/2014/main" id="{DC37BB15-0767-42AA-8BDE-751B869448C2}"/>
              </a:ext>
            </a:extLst>
          </p:cNvPr>
          <p:cNvGraphicFramePr/>
          <p:nvPr/>
        </p:nvGraphicFramePr>
        <p:xfrm>
          <a:off xmlns:a="http://schemas.openxmlformats.org/drawingml/2006/main" x="60960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41f062f4178946e5"/>
          </a:graphicData>
        </a:graphic>
      </p:graphicFrame>
      <p:graphicFrame>
        <p:nvGraphicFramePr>
          <p:cNvPr id="8" name="Chart">
            <a:extLst xmlns:a="http://schemas.openxmlformats.org/drawingml/2006/main">
              <a:ext uri="{FF2B5EF4-FFF2-40B4-BE49-F238E27FC236}">
                <a16:creationId xmlns:a16="http://schemas.microsoft.com/office/drawing/2014/main" id="{BBF1BBF8-8E75-4AE5-B3CD-78B2071F30A3}"/>
              </a:ext>
            </a:extLst>
          </p:cNvPr>
          <p:cNvGraphicFramePr/>
          <p:nvPr/>
        </p:nvGraphicFramePr>
        <p:xfrm>
          <a:off xmlns:a="http://schemas.openxmlformats.org/drawingml/2006/main" x="432435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88581215b27a4e2d"/>
          </a:graphicData>
        </a:graphic>
      </p:graphicFrame>
      <p:graphicFrame>
        <p:nvGraphicFramePr>
          <p:cNvPr id="9" name="Chart">
            <a:extLst xmlns:a="http://schemas.openxmlformats.org/drawingml/2006/main">
              <a:ext uri="{FF2B5EF4-FFF2-40B4-BE49-F238E27FC236}">
                <a16:creationId xmlns:a16="http://schemas.microsoft.com/office/drawing/2014/main" id="{F59DA5D3-8865-4C67-9B95-8F5D36237097}"/>
              </a:ext>
            </a:extLst>
          </p:cNvPr>
          <p:cNvGraphicFramePr/>
          <p:nvPr/>
        </p:nvGraphicFramePr>
        <p:xfrm>
          <a:off xmlns:a="http://schemas.openxmlformats.org/drawingml/2006/main" x="803910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db50506e299649c6"/>
          </a:graphicData>
        </a:graphic>
      </p:graphicFrame>
      <p:sp>
        <p:nvSpPr>
          <p:cNvPr id="10" name="shape-193">
            <a:extLst xmlns:a="http://schemas.openxmlformats.org/drawingml/2006/main">
              <a:ext uri="{FF2B5EF4-FFF2-40B4-BE49-F238E27FC236}">
                <a16:creationId xmlns:a16="http://schemas.microsoft.com/office/drawing/2014/main" id="{622B1251-12D6-4074-8E32-077F63238F61}"/>
              </a:ext>
            </a:extLst>
          </p:cNvPr>
          <p:cNvSpPr>
            <a:spLocks xmlns:a="http://schemas.openxmlformats.org/drawingml/2006/main" noGrp="1"/>
          </p:cNvSpPr>
          <p:nvPr/>
        </p:nvSpPr>
        <p:spPr>
          <a:xfrm xmlns:a="http://schemas.openxmlformats.org/drawingml/2006/main">
            <a:off x="609600" y="553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37B73"/>
                </a:solidFill>
                <a:latin typeface="Atkinson Hyperlegible"/>
                <a:ea typeface="Atkinson Hyperlegible"/>
                <a:cs typeface="Atkinson Hyperlegible"/>
              </a:defRPr>
            </a:defPPr>
            <a:lvl1pPr algn="l">
              <a:defRPr sz="1800" b="1">
                <a:solidFill>
                  <a:srgbClr val="137B73"/>
                </a:solidFill>
                <a:latin typeface="Atkinson Hyperlegible"/>
                <a:ea typeface="Atkinson Hyperlegible"/>
                <a:cs typeface="Atkinson Hyperlegible"/>
              </a:defRPr>
            </a:lvl1pPr>
            <a:lvl2pPr algn="l">
              <a:defRPr sz="1800" b="1">
                <a:solidFill>
                  <a:srgbClr val="137B73"/>
                </a:solidFill>
                <a:latin typeface="Atkinson Hyperlegible"/>
                <a:ea typeface="Atkinson Hyperlegible"/>
                <a:cs typeface="Atkinson Hyperlegible"/>
              </a:defRPr>
            </a:lvl2pPr>
            <a:lvl3pPr algn="l">
              <a:defRPr sz="1800" b="1">
                <a:solidFill>
                  <a:srgbClr val="137B73"/>
                </a:solidFill>
                <a:latin typeface="Atkinson Hyperlegible"/>
                <a:ea typeface="Atkinson Hyperlegible"/>
                <a:cs typeface="Atkinson Hyperlegible"/>
              </a:defRPr>
            </a:lvl3pPr>
            <a:lvl4pPr algn="l">
              <a:defRPr sz="1800" b="1">
                <a:solidFill>
                  <a:srgbClr val="137B73"/>
                </a:solidFill>
                <a:latin typeface="Atkinson Hyperlegible"/>
                <a:ea typeface="Atkinson Hyperlegible"/>
                <a:cs typeface="Atkinson Hyperlegible"/>
              </a:defRPr>
            </a:lvl4pPr>
            <a:lvl5pPr algn="l">
              <a:defRPr sz="1800" b="1">
                <a:solidFill>
                  <a:srgbClr val="137B73"/>
                </a:solidFill>
                <a:latin typeface="Atkinson Hyperlegible"/>
                <a:ea typeface="Atkinson Hyperlegible"/>
                <a:cs typeface="Atkinson Hyperlegible"/>
              </a:defRPr>
            </a:lvl5pPr>
            <a:lvl6pPr algn="l">
              <a:defRPr sz="1800" b="1">
                <a:solidFill>
                  <a:srgbClr val="137B73"/>
                </a:solidFill>
                <a:latin typeface="Atkinson Hyperlegible"/>
                <a:ea typeface="Atkinson Hyperlegible"/>
                <a:cs typeface="Atkinson Hyperlegible"/>
              </a:defRPr>
            </a:lvl6pPr>
            <a:lvl7pPr algn="l">
              <a:defRPr sz="1800" b="1">
                <a:solidFill>
                  <a:srgbClr val="137B73"/>
                </a:solidFill>
                <a:latin typeface="Atkinson Hyperlegible"/>
                <a:ea typeface="Atkinson Hyperlegible"/>
                <a:cs typeface="Atkinson Hyperlegible"/>
              </a:defRPr>
            </a:lvl7pPr>
            <a:lvl8pPr algn="l">
              <a:defRPr sz="1800" b="1">
                <a:solidFill>
                  <a:srgbClr val="137B73"/>
                </a:solidFill>
                <a:latin typeface="Atkinson Hyperlegible"/>
                <a:ea typeface="Atkinson Hyperlegible"/>
                <a:cs typeface="Atkinson Hyperlegible"/>
              </a:defRPr>
            </a:lvl8pPr>
            <a:lvl9pPr algn="l">
              <a:defRPr sz="1800" b="1">
                <a:solidFill>
                  <a:srgbClr val="137B73"/>
                </a:solidFill>
                <a:latin typeface="Atkinson Hyperlegible"/>
                <a:ea typeface="Atkinson Hyperlegible"/>
                <a:cs typeface="Atkinson Hyperlegible"/>
              </a:defRPr>
            </a:lvl9pPr>
          </a:lstStyle>
          <a:p xmlns:a="http://schemas.openxmlformats.org/drawingml/2006/main">
            <a:pPr algn="l">
              <a:defRPr sz="1800" b="1">
                <a:solidFill>
                  <a:srgbClr val="137B73"/>
                </a:solidFill>
                <a:latin typeface="Atkinson Hyperlegible"/>
                <a:ea typeface="Atkinson Hyperlegible"/>
                <a:cs typeface="Atkinson Hyperlegible"/>
              </a:defRPr>
            </a:pPr>
            <a:r>
              <a:rPr sz="1800" b="1">
                <a:solidFill>
                  <a:srgbClr val="137B73"/>
                </a:solidFill>
                <a:latin typeface="Atkinson Hyperlegible"/>
                <a:ea typeface="Atkinson Hyperlegible"/>
                <a:cs typeface="Atkinson Hyperlegible"/>
              </a:rPr>
              <a:t>Thin lines: five seeds. Dark line: mean. Dashed limits: mean ± sample SD, not a CI.</a:t>
            </a:r>
          </a:p>
        </p:txBody>
      </p:sp>
      <p:sp>
        <p:nvSpPr>
          <p:cNvPr id="11" name="shape-194">
            <a:extLst xmlns:a="http://schemas.openxmlformats.org/drawingml/2006/main">
              <a:ext uri="{FF2B5EF4-FFF2-40B4-BE49-F238E27FC236}">
                <a16:creationId xmlns:a16="http://schemas.microsoft.com/office/drawing/2014/main" id="{7143BD44-D505-48D2-8B85-B5A4E96E7F4F}"/>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787A"/>
                </a:solidFill>
                <a:latin typeface="Atkinson Hyperlegible"/>
                <a:ea typeface="Atkinson Hyperlegible"/>
                <a:cs typeface="Atkinson Hyperlegible"/>
              </a:defRPr>
            </a:defPPr>
            <a:lvl1pPr algn="l">
              <a:defRPr sz="1500" b="0">
                <a:solidFill>
                  <a:srgbClr val="58787A"/>
                </a:solidFill>
                <a:latin typeface="Atkinson Hyperlegible"/>
                <a:ea typeface="Atkinson Hyperlegible"/>
                <a:cs typeface="Atkinson Hyperlegible"/>
              </a:defRPr>
            </a:lvl1pPr>
            <a:lvl2pPr algn="l">
              <a:defRPr sz="1500" b="0">
                <a:solidFill>
                  <a:srgbClr val="58787A"/>
                </a:solidFill>
                <a:latin typeface="Atkinson Hyperlegible"/>
                <a:ea typeface="Atkinson Hyperlegible"/>
                <a:cs typeface="Atkinson Hyperlegible"/>
              </a:defRPr>
            </a:lvl2pPr>
            <a:lvl3pPr algn="l">
              <a:defRPr sz="1500" b="0">
                <a:solidFill>
                  <a:srgbClr val="58787A"/>
                </a:solidFill>
                <a:latin typeface="Atkinson Hyperlegible"/>
                <a:ea typeface="Atkinson Hyperlegible"/>
                <a:cs typeface="Atkinson Hyperlegible"/>
              </a:defRPr>
            </a:lvl3pPr>
            <a:lvl4pPr algn="l">
              <a:defRPr sz="1500" b="0">
                <a:solidFill>
                  <a:srgbClr val="58787A"/>
                </a:solidFill>
                <a:latin typeface="Atkinson Hyperlegible"/>
                <a:ea typeface="Atkinson Hyperlegible"/>
                <a:cs typeface="Atkinson Hyperlegible"/>
              </a:defRPr>
            </a:lvl4pPr>
            <a:lvl5pPr algn="l">
              <a:defRPr sz="1500" b="0">
                <a:solidFill>
                  <a:srgbClr val="58787A"/>
                </a:solidFill>
                <a:latin typeface="Atkinson Hyperlegible"/>
                <a:ea typeface="Atkinson Hyperlegible"/>
                <a:cs typeface="Atkinson Hyperlegible"/>
              </a:defRPr>
            </a:lvl5pPr>
            <a:lvl6pPr algn="l">
              <a:defRPr sz="1500" b="0">
                <a:solidFill>
                  <a:srgbClr val="58787A"/>
                </a:solidFill>
                <a:latin typeface="Atkinson Hyperlegible"/>
                <a:ea typeface="Atkinson Hyperlegible"/>
                <a:cs typeface="Atkinson Hyperlegible"/>
              </a:defRPr>
            </a:lvl6pPr>
            <a:lvl7pPr algn="l">
              <a:defRPr sz="1500" b="0">
                <a:solidFill>
                  <a:srgbClr val="58787A"/>
                </a:solidFill>
                <a:latin typeface="Atkinson Hyperlegible"/>
                <a:ea typeface="Atkinson Hyperlegible"/>
                <a:cs typeface="Atkinson Hyperlegible"/>
              </a:defRPr>
            </a:lvl7pPr>
            <a:lvl8pPr algn="l">
              <a:defRPr sz="1500" b="0">
                <a:solidFill>
                  <a:srgbClr val="58787A"/>
                </a:solidFill>
                <a:latin typeface="Atkinson Hyperlegible"/>
                <a:ea typeface="Atkinson Hyperlegible"/>
                <a:cs typeface="Atkinson Hyperlegible"/>
              </a:defRPr>
            </a:lvl8pPr>
            <a:lvl9pPr algn="l">
              <a:defRPr sz="1500" b="0">
                <a:solidFill>
                  <a:srgbClr val="58787A"/>
                </a:solidFill>
                <a:latin typeface="Atkinson Hyperlegible"/>
                <a:ea typeface="Atkinson Hyperlegible"/>
                <a:cs typeface="Atkinson Hyperlegible"/>
              </a:defRPr>
            </a:lvl9pPr>
          </a:lstStyle>
          <a:p xmlns:a="http://schemas.openxmlformats.org/drawingml/2006/main">
            <a:pPr algn="l">
              <a:defRPr sz="1500" b="0">
                <a:solidFill>
                  <a:srgbClr val="58787A"/>
                </a:solidFill>
                <a:latin typeface="Atkinson Hyperlegible"/>
                <a:ea typeface="Atkinson Hyperlegible"/>
                <a:cs typeface="Atkinson Hyperlegible"/>
              </a:defRPr>
            </a:pPr>
            <a:r>
              <a:rPr sz="1500" b="0">
                <a:solidFill>
                  <a:srgbClr val="58787A"/>
                </a:solidFill>
                <a:latin typeface="Atkinson Hyperlegible"/>
                <a:ea typeface="Atkinson Hyperlegible"/>
                <a:cs typeface="Atkinson Hyperlegible"/>
              </a:rPr>
              <a:t>Reward describes the pre-update rollout. Losses average all minibatches of that update’s four epochs.</a:t>
            </a:r>
          </a:p>
        </p:txBody>
      </p:sp>
    </p:spTree>
    <p:extLst>
      <p:ext uri="{BB962C8B-B14F-4D97-AF65-F5344CB8AC3E}">
        <p14:creationId xmlns:p14="http://schemas.microsoft.com/office/powerpoint/2010/main" val="701131818"/>
      </p:ext>
    </p:extLst>
  </p:cSld>
</p:sld>
</file>

<file path=ppt/slides/slide25.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2" name="shape-195">
            <a:extLst xmlns:a="http://schemas.openxmlformats.org/drawingml/2006/main">
              <a:ext uri="{FF2B5EF4-FFF2-40B4-BE49-F238E27FC236}">
                <a16:creationId xmlns:a16="http://schemas.microsoft.com/office/drawing/2014/main" id="{BB1D269F-B0E0-40D4-A135-3D08D60945A8}"/>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196">
            <a:extLst xmlns:a="http://schemas.openxmlformats.org/drawingml/2006/main">
              <a:ext uri="{FF2B5EF4-FFF2-40B4-BE49-F238E27FC236}">
                <a16:creationId xmlns:a16="http://schemas.microsoft.com/office/drawing/2014/main" id="{DC1F7425-A59B-4011-B939-3C4DB3CC7754}"/>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Policy entropy and update diagnostics</a:t>
            </a:r>
          </a:p>
        </p:txBody>
      </p:sp>
      <p:sp>
        <p:nvSpPr>
          <p:cNvPr id="3" name="shape-197">
            <a:extLst xmlns:a="http://schemas.openxmlformats.org/drawingml/2006/main">
              <a:ext uri="{FF2B5EF4-FFF2-40B4-BE49-F238E27FC236}">
                <a16:creationId xmlns:a16="http://schemas.microsoft.com/office/drawing/2014/main" id="{EC141F32-10E4-4B4A-8506-80FA80F9E2D9}"/>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120 recorded updates per seed, every 25 iterations. No smoothing.</a:t>
            </a:r>
          </a:p>
        </p:txBody>
      </p:sp>
      <p:sp>
        <p:nvSpPr>
          <p:cNvPr id="4" name="shape-198">
            <a:extLst xmlns:a="http://schemas.openxmlformats.org/drawingml/2006/main">
              <a:ext uri="{FF2B5EF4-FFF2-40B4-BE49-F238E27FC236}">
                <a16:creationId xmlns:a16="http://schemas.microsoft.com/office/drawing/2014/main" id="{29854951-9D7F-42D4-AAEA-EC2B8C24FF23}"/>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199">
            <a:extLst xmlns:a="http://schemas.openxmlformats.org/drawingml/2006/main">
              <a:ext uri="{FF2B5EF4-FFF2-40B4-BE49-F238E27FC236}">
                <a16:creationId xmlns:a16="http://schemas.microsoft.com/office/drawing/2014/main" id="{757B7BEC-417D-4EB9-BB4E-6AC6041E96EE}"/>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00">
            <a:extLst xmlns:a="http://schemas.openxmlformats.org/drawingml/2006/main">
              <a:ext uri="{FF2B5EF4-FFF2-40B4-BE49-F238E27FC236}">
                <a16:creationId xmlns:a16="http://schemas.microsoft.com/office/drawing/2014/main" id="{8574C048-9EE0-401C-84BF-B80AAF271FAA}"/>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25</a:t>
            </a:r>
          </a:p>
        </p:txBody>
      </p:sp>
      <p:graphicFrame>
        <p:nvGraphicFramePr>
          <p:cNvPr id="7" name="Chart">
            <a:extLst xmlns:a="http://schemas.openxmlformats.org/drawingml/2006/main">
              <a:ext uri="{FF2B5EF4-FFF2-40B4-BE49-F238E27FC236}">
                <a16:creationId xmlns:a16="http://schemas.microsoft.com/office/drawing/2014/main" id="{E22348AA-66B8-45EF-9D85-57C9C41E9ED6}"/>
              </a:ext>
            </a:extLst>
          </p:cNvPr>
          <p:cNvGraphicFramePr/>
          <p:nvPr/>
        </p:nvGraphicFramePr>
        <p:xfrm>
          <a:off xmlns:a="http://schemas.openxmlformats.org/drawingml/2006/main" x="60960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73bdd15585804d0b"/>
          </a:graphicData>
        </a:graphic>
      </p:graphicFrame>
      <p:graphicFrame>
        <p:nvGraphicFramePr>
          <p:cNvPr id="8" name="Chart">
            <a:extLst xmlns:a="http://schemas.openxmlformats.org/drawingml/2006/main">
              <a:ext uri="{FF2B5EF4-FFF2-40B4-BE49-F238E27FC236}">
                <a16:creationId xmlns:a16="http://schemas.microsoft.com/office/drawing/2014/main" id="{FA250C98-09D9-4171-A1E8-1097BCD2F40B}"/>
              </a:ext>
            </a:extLst>
          </p:cNvPr>
          <p:cNvGraphicFramePr/>
          <p:nvPr/>
        </p:nvGraphicFramePr>
        <p:xfrm>
          <a:off xmlns:a="http://schemas.openxmlformats.org/drawingml/2006/main" x="432435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ac6f151a703c4d25"/>
          </a:graphicData>
        </a:graphic>
      </p:graphicFrame>
      <p:graphicFrame>
        <p:nvGraphicFramePr>
          <p:cNvPr id="9" name="Chart">
            <a:extLst xmlns:a="http://schemas.openxmlformats.org/drawingml/2006/main">
              <a:ext uri="{FF2B5EF4-FFF2-40B4-BE49-F238E27FC236}">
                <a16:creationId xmlns:a16="http://schemas.microsoft.com/office/drawing/2014/main" id="{0589A08A-01E6-4498-89FF-5369FCE48E3D}"/>
              </a:ext>
            </a:extLst>
          </p:cNvPr>
          <p:cNvGraphicFramePr/>
          <p:nvPr/>
        </p:nvGraphicFramePr>
        <p:xfrm>
          <a:off xmlns:a="http://schemas.openxmlformats.org/drawingml/2006/main" x="8039100" y="2124075"/>
          <a:ext xmlns:a="http://schemas.openxmlformats.org/drawingml/2006/main" cx="3543300" cy="3219450"/>
        </p:xfrm>
        <a:graphic xmlns:a="http://schemas.openxmlformats.org/drawingml/2006/main">
          <a:graphicData uri="http://schemas.openxmlformats.org/drawingml/2006/chart">
            <c:chart xmlns:r="http://schemas.openxmlformats.org/officeDocument/2006/relationships" xmlns:c="http://schemas.openxmlformats.org/drawingml/2006/chart" r:id="R12794e78da8a416d"/>
          </a:graphicData>
        </a:graphic>
      </p:graphicFrame>
      <p:sp>
        <p:nvSpPr>
          <p:cNvPr id="10" name="shape-201">
            <a:extLst xmlns:a="http://schemas.openxmlformats.org/drawingml/2006/main">
              <a:ext uri="{FF2B5EF4-FFF2-40B4-BE49-F238E27FC236}">
                <a16:creationId xmlns:a16="http://schemas.microsoft.com/office/drawing/2014/main" id="{59B2B186-DD59-4C44-A047-AA576DBE7EA7}"/>
              </a:ext>
            </a:extLst>
          </p:cNvPr>
          <p:cNvSpPr>
            <a:spLocks xmlns:a="http://schemas.openxmlformats.org/drawingml/2006/main" noGrp="1"/>
          </p:cNvSpPr>
          <p:nvPr/>
        </p:nvSpPr>
        <p:spPr>
          <a:xfrm xmlns:a="http://schemas.openxmlformats.org/drawingml/2006/main">
            <a:off x="609600" y="553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37B73"/>
                </a:solidFill>
                <a:latin typeface="Atkinson Hyperlegible"/>
                <a:ea typeface="Atkinson Hyperlegible"/>
                <a:cs typeface="Atkinson Hyperlegible"/>
              </a:defRPr>
            </a:defPPr>
            <a:lvl1pPr algn="l">
              <a:defRPr sz="1800" b="1">
                <a:solidFill>
                  <a:srgbClr val="137B73"/>
                </a:solidFill>
                <a:latin typeface="Atkinson Hyperlegible"/>
                <a:ea typeface="Atkinson Hyperlegible"/>
                <a:cs typeface="Atkinson Hyperlegible"/>
              </a:defRPr>
            </a:lvl1pPr>
            <a:lvl2pPr algn="l">
              <a:defRPr sz="1800" b="1">
                <a:solidFill>
                  <a:srgbClr val="137B73"/>
                </a:solidFill>
                <a:latin typeface="Atkinson Hyperlegible"/>
                <a:ea typeface="Atkinson Hyperlegible"/>
                <a:cs typeface="Atkinson Hyperlegible"/>
              </a:defRPr>
            </a:lvl2pPr>
            <a:lvl3pPr algn="l">
              <a:defRPr sz="1800" b="1">
                <a:solidFill>
                  <a:srgbClr val="137B73"/>
                </a:solidFill>
                <a:latin typeface="Atkinson Hyperlegible"/>
                <a:ea typeface="Atkinson Hyperlegible"/>
                <a:cs typeface="Atkinson Hyperlegible"/>
              </a:defRPr>
            </a:lvl3pPr>
            <a:lvl4pPr algn="l">
              <a:defRPr sz="1800" b="1">
                <a:solidFill>
                  <a:srgbClr val="137B73"/>
                </a:solidFill>
                <a:latin typeface="Atkinson Hyperlegible"/>
                <a:ea typeface="Atkinson Hyperlegible"/>
                <a:cs typeface="Atkinson Hyperlegible"/>
              </a:defRPr>
            </a:lvl4pPr>
            <a:lvl5pPr algn="l">
              <a:defRPr sz="1800" b="1">
                <a:solidFill>
                  <a:srgbClr val="137B73"/>
                </a:solidFill>
                <a:latin typeface="Atkinson Hyperlegible"/>
                <a:ea typeface="Atkinson Hyperlegible"/>
                <a:cs typeface="Atkinson Hyperlegible"/>
              </a:defRPr>
            </a:lvl5pPr>
            <a:lvl6pPr algn="l">
              <a:defRPr sz="1800" b="1">
                <a:solidFill>
                  <a:srgbClr val="137B73"/>
                </a:solidFill>
                <a:latin typeface="Atkinson Hyperlegible"/>
                <a:ea typeface="Atkinson Hyperlegible"/>
                <a:cs typeface="Atkinson Hyperlegible"/>
              </a:defRPr>
            </a:lvl6pPr>
            <a:lvl7pPr algn="l">
              <a:defRPr sz="1800" b="1">
                <a:solidFill>
                  <a:srgbClr val="137B73"/>
                </a:solidFill>
                <a:latin typeface="Atkinson Hyperlegible"/>
                <a:ea typeface="Atkinson Hyperlegible"/>
                <a:cs typeface="Atkinson Hyperlegible"/>
              </a:defRPr>
            </a:lvl7pPr>
            <a:lvl8pPr algn="l">
              <a:defRPr sz="1800" b="1">
                <a:solidFill>
                  <a:srgbClr val="137B73"/>
                </a:solidFill>
                <a:latin typeface="Atkinson Hyperlegible"/>
                <a:ea typeface="Atkinson Hyperlegible"/>
                <a:cs typeface="Atkinson Hyperlegible"/>
              </a:defRPr>
            </a:lvl8pPr>
            <a:lvl9pPr algn="l">
              <a:defRPr sz="1800" b="1">
                <a:solidFill>
                  <a:srgbClr val="137B73"/>
                </a:solidFill>
                <a:latin typeface="Atkinson Hyperlegible"/>
                <a:ea typeface="Atkinson Hyperlegible"/>
                <a:cs typeface="Atkinson Hyperlegible"/>
              </a:defRPr>
            </a:lvl9pPr>
          </a:lstStyle>
          <a:p xmlns:a="http://schemas.openxmlformats.org/drawingml/2006/main">
            <a:pPr algn="l">
              <a:defRPr sz="1800" b="1">
                <a:solidFill>
                  <a:srgbClr val="137B73"/>
                </a:solidFill>
                <a:latin typeface="Atkinson Hyperlegible"/>
                <a:ea typeface="Atkinson Hyperlegible"/>
                <a:cs typeface="Atkinson Hyperlegible"/>
              </a:defRPr>
            </a:pPr>
            <a:r>
              <a:rPr sz="1800" b="1">
                <a:solidFill>
                  <a:srgbClr val="137B73"/>
                </a:solidFill>
                <a:latin typeface="Atkinson Hyperlegible"/>
                <a:ea typeface="Atkinson Hyperlegible"/>
                <a:cs typeface="Atkinson Hyperlegible"/>
              </a:rPr>
              <a:t>Thin lines: five seeds. Dark line: mean. Dashed limits: mean ± sample SD, not a CI.</a:t>
            </a:r>
          </a:p>
        </p:txBody>
      </p:sp>
      <p:sp>
        <p:nvSpPr>
          <p:cNvPr id="11" name="shape-202">
            <a:extLst xmlns:a="http://schemas.openxmlformats.org/drawingml/2006/main">
              <a:ext uri="{FF2B5EF4-FFF2-40B4-BE49-F238E27FC236}">
                <a16:creationId xmlns:a16="http://schemas.microsoft.com/office/drawing/2014/main" id="{FB9AF0FD-CF97-4D32-B1B1-64EE55EC6818}"/>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787A"/>
                </a:solidFill>
                <a:latin typeface="Atkinson Hyperlegible"/>
                <a:ea typeface="Atkinson Hyperlegible"/>
                <a:cs typeface="Atkinson Hyperlegible"/>
              </a:defRPr>
            </a:defPPr>
            <a:lvl1pPr algn="l">
              <a:defRPr sz="1500" b="0">
                <a:solidFill>
                  <a:srgbClr val="58787A"/>
                </a:solidFill>
                <a:latin typeface="Atkinson Hyperlegible"/>
                <a:ea typeface="Atkinson Hyperlegible"/>
                <a:cs typeface="Atkinson Hyperlegible"/>
              </a:defRPr>
            </a:lvl1pPr>
            <a:lvl2pPr algn="l">
              <a:defRPr sz="1500" b="0">
                <a:solidFill>
                  <a:srgbClr val="58787A"/>
                </a:solidFill>
                <a:latin typeface="Atkinson Hyperlegible"/>
                <a:ea typeface="Atkinson Hyperlegible"/>
                <a:cs typeface="Atkinson Hyperlegible"/>
              </a:defRPr>
            </a:lvl2pPr>
            <a:lvl3pPr algn="l">
              <a:defRPr sz="1500" b="0">
                <a:solidFill>
                  <a:srgbClr val="58787A"/>
                </a:solidFill>
                <a:latin typeface="Atkinson Hyperlegible"/>
                <a:ea typeface="Atkinson Hyperlegible"/>
                <a:cs typeface="Atkinson Hyperlegible"/>
              </a:defRPr>
            </a:lvl3pPr>
            <a:lvl4pPr algn="l">
              <a:defRPr sz="1500" b="0">
                <a:solidFill>
                  <a:srgbClr val="58787A"/>
                </a:solidFill>
                <a:latin typeface="Atkinson Hyperlegible"/>
                <a:ea typeface="Atkinson Hyperlegible"/>
                <a:cs typeface="Atkinson Hyperlegible"/>
              </a:defRPr>
            </a:lvl4pPr>
            <a:lvl5pPr algn="l">
              <a:defRPr sz="1500" b="0">
                <a:solidFill>
                  <a:srgbClr val="58787A"/>
                </a:solidFill>
                <a:latin typeface="Atkinson Hyperlegible"/>
                <a:ea typeface="Atkinson Hyperlegible"/>
                <a:cs typeface="Atkinson Hyperlegible"/>
              </a:defRPr>
            </a:lvl5pPr>
            <a:lvl6pPr algn="l">
              <a:defRPr sz="1500" b="0">
                <a:solidFill>
                  <a:srgbClr val="58787A"/>
                </a:solidFill>
                <a:latin typeface="Atkinson Hyperlegible"/>
                <a:ea typeface="Atkinson Hyperlegible"/>
                <a:cs typeface="Atkinson Hyperlegible"/>
              </a:defRPr>
            </a:lvl6pPr>
            <a:lvl7pPr algn="l">
              <a:defRPr sz="1500" b="0">
                <a:solidFill>
                  <a:srgbClr val="58787A"/>
                </a:solidFill>
                <a:latin typeface="Atkinson Hyperlegible"/>
                <a:ea typeface="Atkinson Hyperlegible"/>
                <a:cs typeface="Atkinson Hyperlegible"/>
              </a:defRPr>
            </a:lvl7pPr>
            <a:lvl8pPr algn="l">
              <a:defRPr sz="1500" b="0">
                <a:solidFill>
                  <a:srgbClr val="58787A"/>
                </a:solidFill>
                <a:latin typeface="Atkinson Hyperlegible"/>
                <a:ea typeface="Atkinson Hyperlegible"/>
                <a:cs typeface="Atkinson Hyperlegible"/>
              </a:defRPr>
            </a:lvl8pPr>
            <a:lvl9pPr algn="l">
              <a:defRPr sz="1500" b="0">
                <a:solidFill>
                  <a:srgbClr val="58787A"/>
                </a:solidFill>
                <a:latin typeface="Atkinson Hyperlegible"/>
                <a:ea typeface="Atkinson Hyperlegible"/>
                <a:cs typeface="Atkinson Hyperlegible"/>
              </a:defRPr>
            </a:lvl9pPr>
          </a:lstStyle>
          <a:p xmlns:a="http://schemas.openxmlformats.org/drawingml/2006/main">
            <a:pPr algn="l">
              <a:defRPr sz="1500" b="0">
                <a:solidFill>
                  <a:srgbClr val="58787A"/>
                </a:solidFill>
                <a:latin typeface="Atkinson Hyperlegible"/>
                <a:ea typeface="Atkinson Hyperlegible"/>
                <a:cs typeface="Atkinson Hyperlegible"/>
              </a:defRPr>
            </a:pPr>
            <a:r>
              <a:rPr sz="1500" b="0">
                <a:solidFill>
                  <a:srgbClr val="58787A"/>
                </a:solidFill>
                <a:latin typeface="Atkinson Hyperlegible"/>
                <a:ea typeface="Atkinson Hyperlegible"/>
                <a:cs typeface="Atkinson Hyperlegible"/>
              </a:rPr>
              <a:t>Entropy, KL and clipping average all minibatches of the logged update. They are not 25-update moving averages.</a:t>
            </a:r>
          </a:p>
        </p:txBody>
      </p:sp>
    </p:spTree>
    <p:extLst>
      <p:ext uri="{BB962C8B-B14F-4D97-AF65-F5344CB8AC3E}">
        <p14:creationId xmlns:p14="http://schemas.microsoft.com/office/powerpoint/2010/main" val="1519254032"/>
      </p:ext>
    </p:extLst>
  </p:cSld>
</p:sld>
</file>

<file path=ppt/slides/slide26.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2" name="shape-203">
            <a:extLst xmlns:a="http://schemas.openxmlformats.org/drawingml/2006/main">
              <a:ext uri="{FF2B5EF4-FFF2-40B4-BE49-F238E27FC236}">
                <a16:creationId xmlns:a16="http://schemas.microsoft.com/office/drawing/2014/main" id="{5C5DAC29-A6CD-4DEB-8646-A471ED49562F}"/>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04">
            <a:extLst xmlns:a="http://schemas.openxmlformats.org/drawingml/2006/main">
              <a:ext uri="{FF2B5EF4-FFF2-40B4-BE49-F238E27FC236}">
                <a16:creationId xmlns:a16="http://schemas.microsoft.com/office/drawing/2014/main" id="{6966181C-EE52-4C7D-8C97-4A9BE3BAE43F}"/>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Between-seed validation variance</a:t>
            </a:r>
          </a:p>
        </p:txBody>
      </p:sp>
      <p:sp>
        <p:nvSpPr>
          <p:cNvPr id="3" name="shape-205">
            <a:extLst xmlns:a="http://schemas.openxmlformats.org/drawingml/2006/main">
              <a:ext uri="{FF2B5EF4-FFF2-40B4-BE49-F238E27FC236}">
                <a16:creationId xmlns:a16="http://schemas.microsoft.com/office/drawing/2014/main" id="{08778890-90E2-4E7D-9816-14550F93EED4}"/>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Sample variance of the five run means on the same validation scenarios</a:t>
            </a:r>
          </a:p>
        </p:txBody>
      </p:sp>
      <p:sp>
        <p:nvSpPr>
          <p:cNvPr id="4" name="shape-206">
            <a:extLst xmlns:a="http://schemas.openxmlformats.org/drawingml/2006/main">
              <a:ext uri="{FF2B5EF4-FFF2-40B4-BE49-F238E27FC236}">
                <a16:creationId xmlns:a16="http://schemas.microsoft.com/office/drawing/2014/main" id="{F4D736A2-E91E-43AC-994C-4B4B38A5A87B}"/>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07">
            <a:extLst xmlns:a="http://schemas.openxmlformats.org/drawingml/2006/main">
              <a:ext uri="{FF2B5EF4-FFF2-40B4-BE49-F238E27FC236}">
                <a16:creationId xmlns:a16="http://schemas.microsoft.com/office/drawing/2014/main" id="{2D387C49-A996-46C5-9520-2FC505FEB711}"/>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08">
            <a:extLst xmlns:a="http://schemas.openxmlformats.org/drawingml/2006/main">
              <a:ext uri="{FF2B5EF4-FFF2-40B4-BE49-F238E27FC236}">
                <a16:creationId xmlns:a16="http://schemas.microsoft.com/office/drawing/2014/main" id="{64BB14B6-6C53-4686-B01C-3DC28B0E1015}"/>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26</a:t>
            </a:r>
          </a:p>
        </p:txBody>
      </p:sp>
      <p:graphicFrame>
        <p:nvGraphicFramePr>
          <p:cNvPr id="7" name="Chart">
            <a:extLst xmlns:a="http://schemas.openxmlformats.org/drawingml/2006/main">
              <a:ext uri="{FF2B5EF4-FFF2-40B4-BE49-F238E27FC236}">
                <a16:creationId xmlns:a16="http://schemas.microsoft.com/office/drawing/2014/main" id="{D758738B-9E70-420E-AE8A-C3E73B325E87}"/>
              </a:ext>
            </a:extLst>
          </p:cNvPr>
          <p:cNvGraphicFramePr/>
          <p:nvPr/>
        </p:nvGraphicFramePr>
        <p:xfrm>
          <a:off xmlns:a="http://schemas.openxmlformats.org/drawingml/2006/main" x="609600" y="2095500"/>
          <a:ext xmlns:a="http://schemas.openxmlformats.org/drawingml/2006/main" cx="3543300" cy="2952750"/>
        </p:xfrm>
        <a:graphic xmlns:a="http://schemas.openxmlformats.org/drawingml/2006/main">
          <a:graphicData uri="http://schemas.openxmlformats.org/drawingml/2006/chart">
            <c:chart xmlns:r="http://schemas.openxmlformats.org/officeDocument/2006/relationships" xmlns:c="http://schemas.openxmlformats.org/drawingml/2006/chart" r:id="Rfa2b861c64aa40b8"/>
          </a:graphicData>
        </a:graphic>
      </p:graphicFrame>
      <p:graphicFrame>
        <p:nvGraphicFramePr>
          <p:cNvPr id="8" name="Chart">
            <a:extLst xmlns:a="http://schemas.openxmlformats.org/drawingml/2006/main">
              <a:ext uri="{FF2B5EF4-FFF2-40B4-BE49-F238E27FC236}">
                <a16:creationId xmlns:a16="http://schemas.microsoft.com/office/drawing/2014/main" id="{6B509574-F7CF-4F12-B16A-17EECF343889}"/>
              </a:ext>
            </a:extLst>
          </p:cNvPr>
          <p:cNvGraphicFramePr/>
          <p:nvPr/>
        </p:nvGraphicFramePr>
        <p:xfrm>
          <a:off xmlns:a="http://schemas.openxmlformats.org/drawingml/2006/main" x="4324350" y="2095500"/>
          <a:ext xmlns:a="http://schemas.openxmlformats.org/drawingml/2006/main" cx="3543300" cy="2952750"/>
        </p:xfrm>
        <a:graphic xmlns:a="http://schemas.openxmlformats.org/drawingml/2006/main">
          <a:graphicData uri="http://schemas.openxmlformats.org/drawingml/2006/chart">
            <c:chart xmlns:r="http://schemas.openxmlformats.org/officeDocument/2006/relationships" xmlns:c="http://schemas.openxmlformats.org/drawingml/2006/chart" r:id="Re19c8db353aa4c7c"/>
          </a:graphicData>
        </a:graphic>
      </p:graphicFrame>
      <p:graphicFrame>
        <p:nvGraphicFramePr>
          <p:cNvPr id="9" name="Chart">
            <a:extLst xmlns:a="http://schemas.openxmlformats.org/drawingml/2006/main">
              <a:ext uri="{FF2B5EF4-FFF2-40B4-BE49-F238E27FC236}">
                <a16:creationId xmlns:a16="http://schemas.microsoft.com/office/drawing/2014/main" id="{2BA675AC-FBAE-41F1-889F-1B3BFDC8377C}"/>
              </a:ext>
            </a:extLst>
          </p:cNvPr>
          <p:cNvGraphicFramePr/>
          <p:nvPr/>
        </p:nvGraphicFramePr>
        <p:xfrm>
          <a:off xmlns:a="http://schemas.openxmlformats.org/drawingml/2006/main" x="8039100" y="2095500"/>
          <a:ext xmlns:a="http://schemas.openxmlformats.org/drawingml/2006/main" cx="3543300" cy="2952750"/>
        </p:xfrm>
        <a:graphic xmlns:a="http://schemas.openxmlformats.org/drawingml/2006/main">
          <a:graphicData uri="http://schemas.openxmlformats.org/drawingml/2006/chart">
            <c:chart xmlns:r="http://schemas.openxmlformats.org/officeDocument/2006/relationships" xmlns:c="http://schemas.openxmlformats.org/drawingml/2006/chart" r:id="Rd5beffd99adf4c6a"/>
          </a:graphicData>
        </a:graphic>
      </p:graphicFrame>
      <p:pic>
        <p:nvPicPr>
          <p:cNvPr id="10" name="">
            <a:extLst xmlns:a="http://schemas.openxmlformats.org/drawingml/2006/main">
              <a:ext uri="{FF2B5EF4-FFF2-40B4-BE49-F238E27FC236}">
                <a16:creationId xmlns:a16="http://schemas.microsoft.com/office/drawing/2014/main" id="{78C4EE99-938E-43E5-8CD5-B19465101380}"/>
              </a:ext>
            </a:extLst>
          </p:cNvPr>
          <p:cNvPicPr>
            <a:picLocks xmlns:a="http://schemas.openxmlformats.org/drawingml/2006/main" noChangeAspect="1"/>
          </p:cNvPicPr>
          <p:nvPr/>
        </p:nvPicPr>
        <p:blipFill>
          <a:blip xmlns:r="http://schemas.openxmlformats.org/officeDocument/2006/relationships" xmlns:a="http://schemas.openxmlformats.org/drawingml/2006/main" r:embed="R8ccec6bafc7146f8"/>
          <a:stretch xmlns:a="http://schemas.openxmlformats.org/drawingml/2006/main"/>
        </p:blipFill>
        <p:spPr>
          <a:xfrm xmlns:a="http://schemas.openxmlformats.org/drawingml/2006/main">
            <a:off x="3990593" y="5162550"/>
            <a:ext cx="4210813" cy="676275"/>
          </a:xfrm>
          <a:prstGeom xmlns:a="http://schemas.openxmlformats.org/drawingml/2006/main" prst="rect">
            <a:avLst/>
          </a:prstGeom>
        </p:spPr>
      </p:pic>
      <p:sp>
        <p:nvSpPr>
          <p:cNvPr id="11" name="shape-209">
            <a:extLst xmlns:a="http://schemas.openxmlformats.org/drawingml/2006/main">
              <a:ext uri="{FF2B5EF4-FFF2-40B4-BE49-F238E27FC236}">
                <a16:creationId xmlns:a16="http://schemas.microsoft.com/office/drawing/2014/main" id="{83F0F81E-3003-42A2-85BC-201076B23CEE}"/>
              </a:ext>
            </a:extLst>
          </p:cNvPr>
          <p:cNvSpPr>
            <a:spLocks xmlns:a="http://schemas.openxmlformats.org/drawingml/2006/main" noGrp="1"/>
          </p:cNvSpPr>
          <p:nvPr/>
        </p:nvSpPr>
        <p:spPr>
          <a:xfrm xmlns:a="http://schemas.openxmlformats.org/drawingml/2006/main">
            <a:off x="609600" y="59150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8787A"/>
                </a:solidFill>
                <a:latin typeface="Atkinson Hyperlegible"/>
                <a:ea typeface="Atkinson Hyperlegible"/>
                <a:cs typeface="Atkinson Hyperlegible"/>
              </a:defRPr>
            </a:defPPr>
            <a:lvl1pPr algn="l">
              <a:defRPr sz="1650" b="0">
                <a:solidFill>
                  <a:srgbClr val="58787A"/>
                </a:solidFill>
                <a:latin typeface="Atkinson Hyperlegible"/>
                <a:ea typeface="Atkinson Hyperlegible"/>
                <a:cs typeface="Atkinson Hyperlegible"/>
              </a:defRPr>
            </a:lvl1pPr>
            <a:lvl2pPr algn="l">
              <a:defRPr sz="1650" b="0">
                <a:solidFill>
                  <a:srgbClr val="58787A"/>
                </a:solidFill>
                <a:latin typeface="Atkinson Hyperlegible"/>
                <a:ea typeface="Atkinson Hyperlegible"/>
                <a:cs typeface="Atkinson Hyperlegible"/>
              </a:defRPr>
            </a:lvl2pPr>
            <a:lvl3pPr algn="l">
              <a:defRPr sz="1650" b="0">
                <a:solidFill>
                  <a:srgbClr val="58787A"/>
                </a:solidFill>
                <a:latin typeface="Atkinson Hyperlegible"/>
                <a:ea typeface="Atkinson Hyperlegible"/>
                <a:cs typeface="Atkinson Hyperlegible"/>
              </a:defRPr>
            </a:lvl3pPr>
            <a:lvl4pPr algn="l">
              <a:defRPr sz="1650" b="0">
                <a:solidFill>
                  <a:srgbClr val="58787A"/>
                </a:solidFill>
                <a:latin typeface="Atkinson Hyperlegible"/>
                <a:ea typeface="Atkinson Hyperlegible"/>
                <a:cs typeface="Atkinson Hyperlegible"/>
              </a:defRPr>
            </a:lvl4pPr>
            <a:lvl5pPr algn="l">
              <a:defRPr sz="1650" b="0">
                <a:solidFill>
                  <a:srgbClr val="58787A"/>
                </a:solidFill>
                <a:latin typeface="Atkinson Hyperlegible"/>
                <a:ea typeface="Atkinson Hyperlegible"/>
                <a:cs typeface="Atkinson Hyperlegible"/>
              </a:defRPr>
            </a:lvl5pPr>
            <a:lvl6pPr algn="l">
              <a:defRPr sz="1650" b="0">
                <a:solidFill>
                  <a:srgbClr val="58787A"/>
                </a:solidFill>
                <a:latin typeface="Atkinson Hyperlegible"/>
                <a:ea typeface="Atkinson Hyperlegible"/>
                <a:cs typeface="Atkinson Hyperlegible"/>
              </a:defRPr>
            </a:lvl6pPr>
            <a:lvl7pPr algn="l">
              <a:defRPr sz="1650" b="0">
                <a:solidFill>
                  <a:srgbClr val="58787A"/>
                </a:solidFill>
                <a:latin typeface="Atkinson Hyperlegible"/>
                <a:ea typeface="Atkinson Hyperlegible"/>
                <a:cs typeface="Atkinson Hyperlegible"/>
              </a:defRPr>
            </a:lvl7pPr>
            <a:lvl8pPr algn="l">
              <a:defRPr sz="1650" b="0">
                <a:solidFill>
                  <a:srgbClr val="58787A"/>
                </a:solidFill>
                <a:latin typeface="Atkinson Hyperlegible"/>
                <a:ea typeface="Atkinson Hyperlegible"/>
                <a:cs typeface="Atkinson Hyperlegible"/>
              </a:defRPr>
            </a:lvl8pPr>
            <a:lvl9pPr algn="l">
              <a:defRPr sz="1650" b="0">
                <a:solidFill>
                  <a:srgbClr val="58787A"/>
                </a:solidFill>
                <a:latin typeface="Atkinson Hyperlegible"/>
                <a:ea typeface="Atkinson Hyperlegible"/>
                <a:cs typeface="Atkinson Hyperlegible"/>
              </a:defRPr>
            </a:lvl9pPr>
          </a:lstStyle>
          <a:p xmlns:a="http://schemas.openxmlformats.org/drawingml/2006/main">
            <a:pPr algn="l">
              <a:defRPr sz="1650" b="0">
                <a:solidFill>
                  <a:srgbClr val="58787A"/>
                </a:solidFill>
                <a:latin typeface="Atkinson Hyperlegible"/>
                <a:ea typeface="Atkinson Hyperlegible"/>
                <a:cs typeface="Atkinson Hyperlegible"/>
              </a:defRPr>
            </a:pPr>
            <a:r>
              <a:rPr sz="1650" b="0">
                <a:solidFill>
                  <a:srgbClr val="58787A"/>
                </a:solidFill>
                <a:latin typeface="Atkinson Hyperlegible"/>
                <a:ea typeface="Atkinson Hyperlegible"/>
                <a:cs typeface="Atkinson Hyperlegible"/>
              </a:rPr>
              <a:t>31 checkpoints include behavior-cloning iteration 0. This is between-run variance, not critic explained variance or final-test uncertainty.</a:t>
            </a:r>
          </a:p>
        </p:txBody>
      </p:sp>
    </p:spTree>
    <p:extLst>
      <p:ext uri="{BB962C8B-B14F-4D97-AF65-F5344CB8AC3E}">
        <p14:creationId xmlns:p14="http://schemas.microsoft.com/office/powerpoint/2010/main" val="422234836"/>
      </p:ext>
    </p:extLst>
  </p:cSld>
</p:sld>
</file>

<file path=ppt/slides/slide27.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210">
            <a:extLst xmlns:a="http://schemas.openxmlformats.org/drawingml/2006/main">
              <a:ext uri="{FF2B5EF4-FFF2-40B4-BE49-F238E27FC236}">
                <a16:creationId xmlns:a16="http://schemas.microsoft.com/office/drawing/2014/main" id="{8E39CACE-B69A-4E33-98B7-4BBC44BD5151}"/>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11">
            <a:extLst xmlns:a="http://schemas.openxmlformats.org/drawingml/2006/main">
              <a:ext uri="{FF2B5EF4-FFF2-40B4-BE49-F238E27FC236}">
                <a16:creationId xmlns:a16="http://schemas.microsoft.com/office/drawing/2014/main" id="{AE9C6A74-658B-40E5-A0FE-6987744CBE1B}"/>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Longer training improves reward but loses utilization</a:t>
            </a:r>
          </a:p>
        </p:txBody>
      </p:sp>
      <p:sp>
        <p:nvSpPr>
          <p:cNvPr id="3" name="shape-212">
            <a:extLst xmlns:a="http://schemas.openxmlformats.org/drawingml/2006/main">
              <a:ext uri="{FF2B5EF4-FFF2-40B4-BE49-F238E27FC236}">
                <a16:creationId xmlns:a16="http://schemas.microsoft.com/office/drawing/2014/main" id="{8163DE5F-47DC-443E-ACDB-F4550E9C41CF}"/>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Same-run iteration-600 snapshots are a within-schedule reference</a:t>
            </a:r>
          </a:p>
        </p:txBody>
      </p:sp>
      <p:sp>
        <p:nvSpPr>
          <p:cNvPr id="4" name="shape-213">
            <a:extLst xmlns:a="http://schemas.openxmlformats.org/drawingml/2006/main">
              <a:ext uri="{FF2B5EF4-FFF2-40B4-BE49-F238E27FC236}">
                <a16:creationId xmlns:a16="http://schemas.microsoft.com/office/drawing/2014/main" id="{D8A02567-7FB7-489B-B500-BCA6EFE7C231}"/>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14">
            <a:extLst xmlns:a="http://schemas.openxmlformats.org/drawingml/2006/main">
              <a:ext uri="{FF2B5EF4-FFF2-40B4-BE49-F238E27FC236}">
                <a16:creationId xmlns:a16="http://schemas.microsoft.com/office/drawing/2014/main" id="{4FAE3272-4B03-460C-B2E9-D78B37CAF46A}"/>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15">
            <a:extLst xmlns:a="http://schemas.openxmlformats.org/drawingml/2006/main">
              <a:ext uri="{FF2B5EF4-FFF2-40B4-BE49-F238E27FC236}">
                <a16:creationId xmlns:a16="http://schemas.microsoft.com/office/drawing/2014/main" id="{9229701A-744E-43ED-A427-FC079D0FB6E1}"/>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27</a:t>
            </a:r>
          </a:p>
        </p:txBody>
      </p:sp>
      <p:graphicFrame>
        <p:nvGraphicFramePr>
          <p:cNvPr id="7" name="">
            <a:extLst xmlns:a="http://schemas.openxmlformats.org/drawingml/2006/main">
              <a:ext uri="{FF2B5EF4-FFF2-40B4-BE49-F238E27FC236}">
                <a16:creationId xmlns:a16="http://schemas.microsoft.com/office/drawing/2014/main" id="{A20FD97A-C405-45F0-B22C-8B1F0406A737}"/>
              </a:ext>
            </a:extLst>
          </p:cNvPr>
          <p:cNvGraphicFramePr/>
          <p:nvPr/>
        </p:nvGraphicFramePr>
        <p:xfrm>
          <a:off xmlns:a="http://schemas.openxmlformats.org/drawingml/2006/main" x="609600" y="2095500"/>
          <a:ext xmlns:a="http://schemas.openxmlformats.org/drawingml/2006/main" cx="10972800" cy="2857500"/>
        </p:xfrm>
        <a:graphic xmlns:a="http://schemas.openxmlformats.org/drawingml/2006/main">
          <a:graphicData uri="http://schemas.openxmlformats.org/drawingml/2006/table">
            <a:tbl>
              <a:tblPr/>
              <a:tblGrid>
                <a:gridCol w="1428750"/>
                <a:gridCol w="2286000"/>
                <a:gridCol w="2381250"/>
                <a:gridCol w="2381250"/>
                <a:gridCol w="2495550"/>
              </a:tblGrid>
              <a:tr h="476250">
                <a:tc>
                  <a:txBody>
                    <a:bodyPr lIns="95250" tIns="95250" rIns="95250" bIns="95250"/>
                    <a:lstStyle/>
                    <a:p>
                      <a:r>
                        <a:rPr sz="1575" b="1">
                          <a:solidFill>
                            <a:srgbClr val="FFFFFF"/>
                          </a:solidFill>
                          <a:latin typeface="Atkinson Hyperlegible"/>
                          <a:ea typeface="Atkinson Hyperlegible"/>
                          <a:cs typeface="Atkinson Hyperlegible"/>
                        </a:rPr>
                        <a:t>Seed</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Selected iteration</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Test reward at 600</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Selected test reward</a:t>
                      </a:r>
                    </a:p>
                  </a:txBody>
                  <a:tcPr marL="114300" marR="95250" marT="104775" marB="85725">
                    <a:solidFill>
                      <a:srgbClr val="137B73"/>
                    </a:solidFill>
                  </a:tcPr>
                </a:tc>
                <a:tc>
                  <a:txBody>
                    <a:bodyPr lIns="95250" tIns="95250" rIns="95250" bIns="95250"/>
                    <a:lstStyle/>
                    <a:p>
                      <a:r>
                        <a:rPr sz="1575" b="1">
                          <a:solidFill>
                            <a:srgbClr val="FFFFFF"/>
                          </a:solidFill>
                          <a:latin typeface="Atkinson Hyperlegible"/>
                          <a:ea typeface="Atkinson Hyperlegible"/>
                          <a:cs typeface="Atkinson Hyperlegible"/>
                        </a:rPr>
                        <a:t>Difference</a:t>
                      </a:r>
                    </a:p>
                  </a:txBody>
                  <a:tcPr marL="114300" marR="95250" marT="104775" marB="85725">
                    <a:solidFill>
                      <a:srgbClr val="137B73"/>
                    </a:solidFill>
                  </a:tcPr>
                </a:tc>
              </a:tr>
              <a:tr h="476250">
                <a:tc>
                  <a:txBody>
                    <a:bodyPr lIns="95250" tIns="95250" rIns="95250" bIns="95250"/>
                    <a:lstStyle/>
                    <a:p>
                      <a:r>
                        <a:rPr sz="1575" b="0">
                          <a:solidFill>
                            <a:srgbClr val="173F43"/>
                          </a:solidFill>
                          <a:latin typeface="Atkinson Hyperlegible"/>
                          <a:ea typeface="Atkinson Hyperlegible"/>
                          <a:cs typeface="Atkinson Hyperlegible"/>
                        </a:rPr>
                        <a:t>1729</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2900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23.4497</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23.4835</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+0.0338</a:t>
                      </a:r>
                    </a:p>
                  </a:txBody>
                  <a:tcPr marL="114300" marR="95250" marT="104775" marB="85725">
                    <a:solidFill>
                      <a:srgbClr val="FFFFFF"/>
                    </a:solidFill>
                  </a:tcPr>
                </a:tc>
              </a:tr>
              <a:tr h="476250">
                <a:tc>
                  <a:txBody>
                    <a:bodyPr lIns="95250" tIns="95250" rIns="95250" bIns="95250"/>
                    <a:lstStyle/>
                    <a:p>
                      <a:r>
                        <a:rPr sz="1575" b="0">
                          <a:solidFill>
                            <a:srgbClr val="173F43"/>
                          </a:solidFill>
                          <a:latin typeface="Atkinson Hyperlegible"/>
                          <a:ea typeface="Atkinson Hyperlegible"/>
                          <a:cs typeface="Atkinson Hyperlegible"/>
                        </a:rPr>
                        <a:t>2718</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3000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23.4654</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23.4913</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+0.0258</a:t>
                      </a:r>
                    </a:p>
                  </a:txBody>
                  <a:tcPr marL="114300" marR="95250" marT="104775" marB="85725">
                    <a:solidFill>
                      <a:srgbClr val="E7F0EC"/>
                    </a:solidFill>
                  </a:tcPr>
                </a:tc>
              </a:tr>
              <a:tr h="476250">
                <a:tc>
                  <a:txBody>
                    <a:bodyPr lIns="95250" tIns="95250" rIns="95250" bIns="95250"/>
                    <a:lstStyle/>
                    <a:p>
                      <a:r>
                        <a:rPr sz="1575" b="0">
                          <a:solidFill>
                            <a:srgbClr val="173F43"/>
                          </a:solidFill>
                          <a:latin typeface="Atkinson Hyperlegible"/>
                          <a:ea typeface="Atkinson Hyperlegible"/>
                          <a:cs typeface="Atkinson Hyperlegible"/>
                        </a:rPr>
                        <a:t>3141</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2900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23.4699</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23.5034</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+0.0335</a:t>
                      </a:r>
                    </a:p>
                  </a:txBody>
                  <a:tcPr marL="114300" marR="95250" marT="104775" marB="85725">
                    <a:solidFill>
                      <a:srgbClr val="FFFFFF"/>
                    </a:solidFill>
                  </a:tcPr>
                </a:tc>
              </a:tr>
              <a:tr h="476250">
                <a:tc>
                  <a:txBody>
                    <a:bodyPr lIns="95250" tIns="95250" rIns="95250" bIns="95250"/>
                    <a:lstStyle/>
                    <a:p>
                      <a:r>
                        <a:rPr sz="1575" b="0">
                          <a:solidFill>
                            <a:srgbClr val="173F43"/>
                          </a:solidFill>
                          <a:latin typeface="Atkinson Hyperlegible"/>
                          <a:ea typeface="Atkinson Hyperlegible"/>
                          <a:cs typeface="Atkinson Hyperlegible"/>
                        </a:rPr>
                        <a:t>5772</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3000</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23.4781</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23.5014</a:t>
                      </a:r>
                    </a:p>
                  </a:txBody>
                  <a:tcPr marL="114300" marR="95250" marT="104775" marB="85725">
                    <a:solidFill>
                      <a:srgbClr val="E7F0EC"/>
                    </a:solidFill>
                  </a:tcPr>
                </a:tc>
                <a:tc>
                  <a:txBody>
                    <a:bodyPr lIns="95250" tIns="95250" rIns="95250" bIns="95250"/>
                    <a:lstStyle/>
                    <a:p>
                      <a:r>
                        <a:rPr sz="1575" b="0">
                          <a:solidFill>
                            <a:srgbClr val="173F43"/>
                          </a:solidFill>
                          <a:latin typeface="Atkinson Hyperlegible"/>
                          <a:ea typeface="Atkinson Hyperlegible"/>
                          <a:cs typeface="Atkinson Hyperlegible"/>
                        </a:rPr>
                        <a:t>+0.0233</a:t>
                      </a:r>
                    </a:p>
                  </a:txBody>
                  <a:tcPr marL="114300" marR="95250" marT="104775" marB="85725">
                    <a:solidFill>
                      <a:srgbClr val="E7F0EC"/>
                    </a:solidFill>
                  </a:tcPr>
                </a:tc>
              </a:tr>
              <a:tr h="476250">
                <a:tc>
                  <a:txBody>
                    <a:bodyPr lIns="95250" tIns="95250" rIns="95250" bIns="95250"/>
                    <a:lstStyle/>
                    <a:p>
                      <a:r>
                        <a:rPr sz="1575" b="0">
                          <a:solidFill>
                            <a:srgbClr val="173F43"/>
                          </a:solidFill>
                          <a:latin typeface="Atkinson Hyperlegible"/>
                          <a:ea typeface="Atkinson Hyperlegible"/>
                          <a:cs typeface="Atkinson Hyperlegible"/>
                        </a:rPr>
                        <a:t>8111</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2500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23.4732</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23.5040</a:t>
                      </a:r>
                    </a:p>
                  </a:txBody>
                  <a:tcPr marL="114300" marR="95250" marT="104775" marB="85725">
                    <a:solidFill>
                      <a:srgbClr val="FFFFFF"/>
                    </a:solidFill>
                  </a:tcPr>
                </a:tc>
                <a:tc>
                  <a:txBody>
                    <a:bodyPr lIns="95250" tIns="95250" rIns="95250" bIns="95250"/>
                    <a:lstStyle/>
                    <a:p>
                      <a:r>
                        <a:rPr sz="1575" b="0">
                          <a:solidFill>
                            <a:srgbClr val="173F43"/>
                          </a:solidFill>
                          <a:latin typeface="Atkinson Hyperlegible"/>
                          <a:ea typeface="Atkinson Hyperlegible"/>
                          <a:cs typeface="Atkinson Hyperlegible"/>
                        </a:rPr>
                        <a:t>+0.0309</a:t>
                      </a:r>
                    </a:p>
                  </a:txBody>
                  <a:tcPr marL="114300" marR="95250" marT="104775" marB="85725">
                    <a:solidFill>
                      <a:srgbClr val="FFFFFF"/>
                    </a:solidFill>
                  </a:tcPr>
                </a:tc>
              </a:tr>
            </a:tbl>
          </a:graphicData>
        </a:graphic>
      </p:graphicFrame>
      <p:sp>
        <p:nvSpPr>
          <p:cNvPr id="8" name="shape-216">
            <a:extLst xmlns:a="http://schemas.openxmlformats.org/drawingml/2006/main">
              <a:ext uri="{FF2B5EF4-FFF2-40B4-BE49-F238E27FC236}">
                <a16:creationId xmlns:a16="http://schemas.microsoft.com/office/drawing/2014/main" id="{C889B5AC-CB83-46A3-BD0A-BA88D3B0D51B}"/>
              </a:ext>
            </a:extLst>
          </p:cNvPr>
          <p:cNvSpPr>
            <a:spLocks xmlns:a="http://schemas.openxmlformats.org/drawingml/2006/main" noGrp="1"/>
          </p:cNvSpPr>
          <p:nvPr/>
        </p:nvSpPr>
        <p:spPr>
          <a:xfrm xmlns:a="http://schemas.openxmlformats.org/drawingml/2006/main">
            <a:off x="609600" y="5276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7B73"/>
                </a:solidFill>
                <a:latin typeface="Atkinson Hyperlegible"/>
                <a:ea typeface="Atkinson Hyperlegible"/>
                <a:cs typeface="Atkinson Hyperlegible"/>
              </a:defRPr>
            </a:defPPr>
            <a:lvl1pPr algn="l">
              <a:defRPr sz="2100" b="1">
                <a:solidFill>
                  <a:srgbClr val="137B73"/>
                </a:solidFill>
                <a:latin typeface="Atkinson Hyperlegible"/>
                <a:ea typeface="Atkinson Hyperlegible"/>
                <a:cs typeface="Atkinson Hyperlegible"/>
              </a:defRPr>
            </a:lvl1pPr>
            <a:lvl2pPr algn="l">
              <a:defRPr sz="2100" b="1">
                <a:solidFill>
                  <a:srgbClr val="137B73"/>
                </a:solidFill>
                <a:latin typeface="Atkinson Hyperlegible"/>
                <a:ea typeface="Atkinson Hyperlegible"/>
                <a:cs typeface="Atkinson Hyperlegible"/>
              </a:defRPr>
            </a:lvl2pPr>
            <a:lvl3pPr algn="l">
              <a:defRPr sz="2100" b="1">
                <a:solidFill>
                  <a:srgbClr val="137B73"/>
                </a:solidFill>
                <a:latin typeface="Atkinson Hyperlegible"/>
                <a:ea typeface="Atkinson Hyperlegible"/>
                <a:cs typeface="Atkinson Hyperlegible"/>
              </a:defRPr>
            </a:lvl3pPr>
            <a:lvl4pPr algn="l">
              <a:defRPr sz="2100" b="1">
                <a:solidFill>
                  <a:srgbClr val="137B73"/>
                </a:solidFill>
                <a:latin typeface="Atkinson Hyperlegible"/>
                <a:ea typeface="Atkinson Hyperlegible"/>
                <a:cs typeface="Atkinson Hyperlegible"/>
              </a:defRPr>
            </a:lvl4pPr>
            <a:lvl5pPr algn="l">
              <a:defRPr sz="2100" b="1">
                <a:solidFill>
                  <a:srgbClr val="137B73"/>
                </a:solidFill>
                <a:latin typeface="Atkinson Hyperlegible"/>
                <a:ea typeface="Atkinson Hyperlegible"/>
                <a:cs typeface="Atkinson Hyperlegible"/>
              </a:defRPr>
            </a:lvl5pPr>
            <a:lvl6pPr algn="l">
              <a:defRPr sz="2100" b="1">
                <a:solidFill>
                  <a:srgbClr val="137B73"/>
                </a:solidFill>
                <a:latin typeface="Atkinson Hyperlegible"/>
                <a:ea typeface="Atkinson Hyperlegible"/>
                <a:cs typeface="Atkinson Hyperlegible"/>
              </a:defRPr>
            </a:lvl6pPr>
            <a:lvl7pPr algn="l">
              <a:defRPr sz="2100" b="1">
                <a:solidFill>
                  <a:srgbClr val="137B73"/>
                </a:solidFill>
                <a:latin typeface="Atkinson Hyperlegible"/>
                <a:ea typeface="Atkinson Hyperlegible"/>
                <a:cs typeface="Atkinson Hyperlegible"/>
              </a:defRPr>
            </a:lvl7pPr>
            <a:lvl8pPr algn="l">
              <a:defRPr sz="2100" b="1">
                <a:solidFill>
                  <a:srgbClr val="137B73"/>
                </a:solidFill>
                <a:latin typeface="Atkinson Hyperlegible"/>
                <a:ea typeface="Atkinson Hyperlegible"/>
                <a:cs typeface="Atkinson Hyperlegible"/>
              </a:defRPr>
            </a:lvl8pPr>
            <a:lvl9pPr algn="l">
              <a:defRPr sz="2100" b="1">
                <a:solidFill>
                  <a:srgbClr val="137B73"/>
                </a:solidFill>
                <a:latin typeface="Atkinson Hyperlegible"/>
                <a:ea typeface="Atkinson Hyperlegible"/>
                <a:cs typeface="Atkinson Hyperlegible"/>
              </a:defRPr>
            </a:lvl9pPr>
          </a:lstStyle>
          <a:p xmlns:a="http://schemas.openxmlformats.org/drawingml/2006/main">
            <a:pPr algn="l">
              <a:defRPr sz="2100" b="1">
                <a:solidFill>
                  <a:srgbClr val="137B73"/>
                </a:solidFill>
                <a:latin typeface="Atkinson Hyperlegible"/>
                <a:ea typeface="Atkinson Hyperlegible"/>
                <a:cs typeface="Atkinson Hyperlegible"/>
              </a:defRPr>
            </a:pPr>
            <a:r>
              <a:rPr sz="2100" b="1">
                <a:solidFill>
                  <a:srgbClr val="137B73"/>
                </a:solidFill>
                <a:latin typeface="Atkinson Hyperlegible"/>
                <a:ea typeface="Atkinson Hyperlegible"/>
                <a:cs typeface="Atkinson Hyperlegible"/>
              </a:rPr>
              <a:t>Mean daily reward +0.0295. Utilization −0.2417 percentage points.</a:t>
            </a:r>
          </a:p>
        </p:txBody>
      </p:sp>
      <p:sp>
        <p:nvSpPr>
          <p:cNvPr id="9" name="shape-217">
            <a:extLst xmlns:a="http://schemas.openxmlformats.org/drawingml/2006/main">
              <a:ext uri="{FF2B5EF4-FFF2-40B4-BE49-F238E27FC236}">
                <a16:creationId xmlns:a16="http://schemas.microsoft.com/office/drawing/2014/main" id="{3D498146-6FB0-46BB-8F16-93F122CCD6F0}"/>
              </a:ext>
            </a:extLst>
          </p:cNvPr>
          <p:cNvSpPr>
            <a:spLocks xmlns:a="http://schemas.openxmlformats.org/drawingml/2006/main" noGrp="1"/>
          </p:cNvSpPr>
          <p:nvPr/>
        </p:nvSpPr>
        <p:spPr>
          <a:xfrm xmlns:a="http://schemas.openxmlformats.org/drawingml/2006/main">
            <a:off x="609600" y="58007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E77D60"/>
                </a:solidFill>
                <a:latin typeface="Atkinson Hyperlegible"/>
                <a:ea typeface="Atkinson Hyperlegible"/>
                <a:cs typeface="Atkinson Hyperlegible"/>
              </a:defRPr>
            </a:defPPr>
            <a:lvl1pPr algn="l">
              <a:defRPr sz="1725" b="0">
                <a:solidFill>
                  <a:srgbClr val="E77D60"/>
                </a:solidFill>
                <a:latin typeface="Atkinson Hyperlegible"/>
                <a:ea typeface="Atkinson Hyperlegible"/>
                <a:cs typeface="Atkinson Hyperlegible"/>
              </a:defRPr>
            </a:lvl1pPr>
            <a:lvl2pPr algn="l">
              <a:defRPr sz="1725" b="0">
                <a:solidFill>
                  <a:srgbClr val="E77D60"/>
                </a:solidFill>
                <a:latin typeface="Atkinson Hyperlegible"/>
                <a:ea typeface="Atkinson Hyperlegible"/>
                <a:cs typeface="Atkinson Hyperlegible"/>
              </a:defRPr>
            </a:lvl2pPr>
            <a:lvl3pPr algn="l">
              <a:defRPr sz="1725" b="0">
                <a:solidFill>
                  <a:srgbClr val="E77D60"/>
                </a:solidFill>
                <a:latin typeface="Atkinson Hyperlegible"/>
                <a:ea typeface="Atkinson Hyperlegible"/>
                <a:cs typeface="Atkinson Hyperlegible"/>
              </a:defRPr>
            </a:lvl3pPr>
            <a:lvl4pPr algn="l">
              <a:defRPr sz="1725" b="0">
                <a:solidFill>
                  <a:srgbClr val="E77D60"/>
                </a:solidFill>
                <a:latin typeface="Atkinson Hyperlegible"/>
                <a:ea typeface="Atkinson Hyperlegible"/>
                <a:cs typeface="Atkinson Hyperlegible"/>
              </a:defRPr>
            </a:lvl4pPr>
            <a:lvl5pPr algn="l">
              <a:defRPr sz="1725" b="0">
                <a:solidFill>
                  <a:srgbClr val="E77D60"/>
                </a:solidFill>
                <a:latin typeface="Atkinson Hyperlegible"/>
                <a:ea typeface="Atkinson Hyperlegible"/>
                <a:cs typeface="Atkinson Hyperlegible"/>
              </a:defRPr>
            </a:lvl5pPr>
            <a:lvl6pPr algn="l">
              <a:defRPr sz="1725" b="0">
                <a:solidFill>
                  <a:srgbClr val="E77D60"/>
                </a:solidFill>
                <a:latin typeface="Atkinson Hyperlegible"/>
                <a:ea typeface="Atkinson Hyperlegible"/>
                <a:cs typeface="Atkinson Hyperlegible"/>
              </a:defRPr>
            </a:lvl6pPr>
            <a:lvl7pPr algn="l">
              <a:defRPr sz="1725" b="0">
                <a:solidFill>
                  <a:srgbClr val="E77D60"/>
                </a:solidFill>
                <a:latin typeface="Atkinson Hyperlegible"/>
                <a:ea typeface="Atkinson Hyperlegible"/>
                <a:cs typeface="Atkinson Hyperlegible"/>
              </a:defRPr>
            </a:lvl7pPr>
            <a:lvl8pPr algn="l">
              <a:defRPr sz="1725" b="0">
                <a:solidFill>
                  <a:srgbClr val="E77D60"/>
                </a:solidFill>
                <a:latin typeface="Atkinson Hyperlegible"/>
                <a:ea typeface="Atkinson Hyperlegible"/>
                <a:cs typeface="Atkinson Hyperlegible"/>
              </a:defRPr>
            </a:lvl8pPr>
            <a:lvl9pPr algn="l">
              <a:defRPr sz="1725" b="0">
                <a:solidFill>
                  <a:srgbClr val="E77D60"/>
                </a:solidFill>
                <a:latin typeface="Atkinson Hyperlegible"/>
                <a:ea typeface="Atkinson Hyperlegible"/>
                <a:cs typeface="Atkinson Hyperlegible"/>
              </a:defRPr>
            </a:lvl9pPr>
          </a:lstStyle>
          <a:p xmlns:a="http://schemas.openxmlformats.org/drawingml/2006/main">
            <a:pPr algn="l">
              <a:defRPr sz="1725" b="0">
                <a:solidFill>
                  <a:srgbClr val="E77D60"/>
                </a:solidFill>
                <a:latin typeface="Atkinson Hyperlegible"/>
                <a:ea typeface="Atkinson Hyperlegible"/>
                <a:cs typeface="Atkinson Hyperlegible"/>
              </a:defRPr>
            </a:pPr>
            <a:r>
              <a:rPr sz="1725" b="0">
                <a:solidFill>
                  <a:srgbClr val="E77D60"/>
                </a:solidFill>
                <a:latin typeface="Atkinson Hyperlegible"/>
                <a:ea typeface="Atkinson Hyperlegible"/>
                <a:cs typeface="Atkinson Hyperlegible"/>
              </a:rPr>
              <a:t>The full additional-training criterion fails its utilization and shortage guardrails. The 600 snapshots use the planned 3,000-iteration schedule.</a:t>
            </a:r>
          </a:p>
        </p:txBody>
      </p:sp>
    </p:spTree>
    <p:extLst>
      <p:ext uri="{BB962C8B-B14F-4D97-AF65-F5344CB8AC3E}">
        <p14:creationId xmlns:p14="http://schemas.microsoft.com/office/powerpoint/2010/main" val="1447497003"/>
      </p:ext>
    </p:extLst>
  </p:cSld>
</p:sld>
</file>

<file path=ppt/slides/slide28.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3" name="shape-218">
            <a:extLst xmlns:a="http://schemas.openxmlformats.org/drawingml/2006/main">
              <a:ext uri="{FF2B5EF4-FFF2-40B4-BE49-F238E27FC236}">
                <a16:creationId xmlns:a16="http://schemas.microsoft.com/office/drawing/2014/main" id="{CF052163-E565-4C1C-9B16-B0BF85DBDDC9}"/>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19">
            <a:extLst xmlns:a="http://schemas.openxmlformats.org/drawingml/2006/main">
              <a:ext uri="{FF2B5EF4-FFF2-40B4-BE49-F238E27FC236}">
                <a16:creationId xmlns:a16="http://schemas.microsoft.com/office/drawing/2014/main" id="{92190868-3A4C-4F56-A91C-0417E932C7A2}"/>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Learned next-hour demand prediction</a:t>
            </a:r>
          </a:p>
        </p:txBody>
      </p:sp>
      <p:sp>
        <p:nvSpPr>
          <p:cNvPr id="3" name="shape-220">
            <a:extLst xmlns:a="http://schemas.openxmlformats.org/drawingml/2006/main">
              <a:ext uri="{FF2B5EF4-FFF2-40B4-BE49-F238E27FC236}">
                <a16:creationId xmlns:a16="http://schemas.microsoft.com/office/drawing/2014/main" id="{E95611B1-A4EF-41D4-8900-B31BE4D8A820}"/>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Ridge AR(3): 768 training traces and 320 separate evaluation traces</a:t>
            </a:r>
          </a:p>
        </p:txBody>
      </p:sp>
      <p:sp>
        <p:nvSpPr>
          <p:cNvPr id="4" name="shape-221">
            <a:extLst xmlns:a="http://schemas.openxmlformats.org/drawingml/2006/main">
              <a:ext uri="{FF2B5EF4-FFF2-40B4-BE49-F238E27FC236}">
                <a16:creationId xmlns:a16="http://schemas.microsoft.com/office/drawing/2014/main" id="{87BC26F4-BC08-41A9-8466-8305C93C61D1}"/>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22">
            <a:extLst xmlns:a="http://schemas.openxmlformats.org/drawingml/2006/main">
              <a:ext uri="{FF2B5EF4-FFF2-40B4-BE49-F238E27FC236}">
                <a16:creationId xmlns:a16="http://schemas.microsoft.com/office/drawing/2014/main" id="{7748B065-8883-47DD-A824-F98A8136D349}"/>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23">
            <a:extLst xmlns:a="http://schemas.openxmlformats.org/drawingml/2006/main">
              <a:ext uri="{FF2B5EF4-FFF2-40B4-BE49-F238E27FC236}">
                <a16:creationId xmlns:a16="http://schemas.microsoft.com/office/drawing/2014/main" id="{510F9EF1-EF27-4DBD-9BC6-B75828B53A97}"/>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28</a:t>
            </a:r>
          </a:p>
        </p:txBody>
      </p:sp>
      <p:pic>
        <p:nvPicPr>
          <p:cNvPr id="7" name="">
            <a:extLst xmlns:a="http://schemas.openxmlformats.org/drawingml/2006/main">
              <a:ext uri="{FF2B5EF4-FFF2-40B4-BE49-F238E27FC236}">
                <a16:creationId xmlns:a16="http://schemas.microsoft.com/office/drawing/2014/main" id="{81B5600A-688C-4C20-AAAC-D83E1D08B424}"/>
              </a:ext>
            </a:extLst>
          </p:cNvPr>
          <p:cNvPicPr>
            <a:picLocks xmlns:a="http://schemas.openxmlformats.org/drawingml/2006/main" noChangeAspect="1"/>
          </p:cNvPicPr>
          <p:nvPr/>
        </p:nvPicPr>
        <p:blipFill>
          <a:blip xmlns:r="http://schemas.openxmlformats.org/officeDocument/2006/relationships" xmlns:a="http://schemas.openxmlformats.org/drawingml/2006/main" r:embed="Raeaeddda39544d27"/>
          <a:stretch xmlns:a="http://schemas.openxmlformats.org/drawingml/2006/main"/>
        </p:blipFill>
        <p:spPr>
          <a:xfrm xmlns:a="http://schemas.openxmlformats.org/drawingml/2006/main">
            <a:off x="2095500" y="1989134"/>
            <a:ext cx="8001000" cy="574682"/>
          </a:xfrm>
          <a:prstGeom xmlns:a="http://schemas.openxmlformats.org/drawingml/2006/main" prst="rect">
            <a:avLst/>
          </a:prstGeom>
        </p:spPr>
      </p:pic>
      <p:graphicFrame>
        <p:nvGraphicFramePr>
          <p:cNvPr id="8" name="Chart">
            <a:extLst xmlns:a="http://schemas.openxmlformats.org/drawingml/2006/main">
              <a:ext uri="{FF2B5EF4-FFF2-40B4-BE49-F238E27FC236}">
                <a16:creationId xmlns:a16="http://schemas.microsoft.com/office/drawing/2014/main" id="{B8A9235E-9774-4EFA-A9BC-D2F05BEE45C5}"/>
              </a:ext>
            </a:extLst>
          </p:cNvPr>
          <p:cNvGraphicFramePr/>
          <p:nvPr/>
        </p:nvGraphicFramePr>
        <p:xfrm>
          <a:off xmlns:a="http://schemas.openxmlformats.org/drawingml/2006/main" x="609600" y="2952750"/>
          <a:ext xmlns:a="http://schemas.openxmlformats.org/drawingml/2006/main" cx="2609850" cy="2571750"/>
        </p:xfrm>
        <a:graphic xmlns:a="http://schemas.openxmlformats.org/drawingml/2006/main">
          <a:graphicData uri="http://schemas.openxmlformats.org/drawingml/2006/chart">
            <c:chart xmlns:r="http://schemas.openxmlformats.org/officeDocument/2006/relationships" xmlns:c="http://schemas.openxmlformats.org/drawingml/2006/chart" r:id="R15a66808bea34d34"/>
          </a:graphicData>
        </a:graphic>
      </p:graphicFrame>
      <p:graphicFrame>
        <p:nvGraphicFramePr>
          <p:cNvPr id="9" name="Chart">
            <a:extLst xmlns:a="http://schemas.openxmlformats.org/drawingml/2006/main">
              <a:ext uri="{FF2B5EF4-FFF2-40B4-BE49-F238E27FC236}">
                <a16:creationId xmlns:a16="http://schemas.microsoft.com/office/drawing/2014/main" id="{3E7683EE-BF40-4264-8905-23E0B1E10729}"/>
              </a:ext>
            </a:extLst>
          </p:cNvPr>
          <p:cNvGraphicFramePr/>
          <p:nvPr/>
        </p:nvGraphicFramePr>
        <p:xfrm>
          <a:off xmlns:a="http://schemas.openxmlformats.org/drawingml/2006/main" x="3371850" y="2952750"/>
          <a:ext xmlns:a="http://schemas.openxmlformats.org/drawingml/2006/main" cx="2609850" cy="2571750"/>
        </p:xfrm>
        <a:graphic xmlns:a="http://schemas.openxmlformats.org/drawingml/2006/main">
          <a:graphicData uri="http://schemas.openxmlformats.org/drawingml/2006/chart">
            <c:chart xmlns:r="http://schemas.openxmlformats.org/officeDocument/2006/relationships" xmlns:c="http://schemas.openxmlformats.org/drawingml/2006/chart" r:id="Rb7cfbf2da96e4e83"/>
          </a:graphicData>
        </a:graphic>
      </p:graphicFrame>
      <p:graphicFrame>
        <p:nvGraphicFramePr>
          <p:cNvPr id="10" name="Chart">
            <a:extLst xmlns:a="http://schemas.openxmlformats.org/drawingml/2006/main">
              <a:ext uri="{FF2B5EF4-FFF2-40B4-BE49-F238E27FC236}">
                <a16:creationId xmlns:a16="http://schemas.microsoft.com/office/drawing/2014/main" id="{51A679F5-AE5E-4646-A51E-843EDE6E30C7}"/>
              </a:ext>
            </a:extLst>
          </p:cNvPr>
          <p:cNvGraphicFramePr/>
          <p:nvPr/>
        </p:nvGraphicFramePr>
        <p:xfrm>
          <a:off xmlns:a="http://schemas.openxmlformats.org/drawingml/2006/main" x="6134100" y="2952750"/>
          <a:ext xmlns:a="http://schemas.openxmlformats.org/drawingml/2006/main" cx="2609850" cy="2571750"/>
        </p:xfrm>
        <a:graphic xmlns:a="http://schemas.openxmlformats.org/drawingml/2006/main">
          <a:graphicData uri="http://schemas.openxmlformats.org/drawingml/2006/chart">
            <c:chart xmlns:r="http://schemas.openxmlformats.org/officeDocument/2006/relationships" xmlns:c="http://schemas.openxmlformats.org/drawingml/2006/chart" r:id="R24ba882a900849e1"/>
          </a:graphicData>
        </a:graphic>
      </p:graphicFrame>
      <p:graphicFrame>
        <p:nvGraphicFramePr>
          <p:cNvPr id="11" name="Chart">
            <a:extLst xmlns:a="http://schemas.openxmlformats.org/drawingml/2006/main">
              <a:ext uri="{FF2B5EF4-FFF2-40B4-BE49-F238E27FC236}">
                <a16:creationId xmlns:a16="http://schemas.microsoft.com/office/drawing/2014/main" id="{86CB57CA-C742-4B23-984C-AE8B03CA508A}"/>
              </a:ext>
            </a:extLst>
          </p:cNvPr>
          <p:cNvGraphicFramePr/>
          <p:nvPr/>
        </p:nvGraphicFramePr>
        <p:xfrm>
          <a:off xmlns:a="http://schemas.openxmlformats.org/drawingml/2006/main" x="8896350" y="2952750"/>
          <a:ext xmlns:a="http://schemas.openxmlformats.org/drawingml/2006/main" cx="2609850" cy="2571750"/>
        </p:xfrm>
        <a:graphic xmlns:a="http://schemas.openxmlformats.org/drawingml/2006/main">
          <a:graphicData uri="http://schemas.openxmlformats.org/drawingml/2006/chart">
            <c:chart xmlns:r="http://schemas.openxmlformats.org/officeDocument/2006/relationships" xmlns:c="http://schemas.openxmlformats.org/drawingml/2006/chart" r:id="R5c4700b8c7784bcf"/>
          </a:graphicData>
        </a:graphic>
      </p:graphicFrame>
      <p:sp>
        <p:nvSpPr>
          <p:cNvPr id="12" name="shape-224">
            <a:extLst xmlns:a="http://schemas.openxmlformats.org/drawingml/2006/main">
              <a:ext uri="{FF2B5EF4-FFF2-40B4-BE49-F238E27FC236}">
                <a16:creationId xmlns:a16="http://schemas.microsoft.com/office/drawing/2014/main" id="{97126B7E-814B-486B-BE3C-69C3B2316C4A}"/>
              </a:ext>
            </a:extLst>
          </p:cNvPr>
          <p:cNvSpPr>
            <a:spLocks xmlns:a="http://schemas.openxmlformats.org/drawingml/2006/main" noGrp="1"/>
          </p:cNvSpPr>
          <p:nvPr/>
        </p:nvSpPr>
        <p:spPr>
          <a:xfrm xmlns:a="http://schemas.openxmlformats.org/drawingml/2006/main">
            <a:off x="609600" y="58769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7B73"/>
                </a:solidFill>
                <a:latin typeface="Atkinson Hyperlegible"/>
                <a:ea typeface="Atkinson Hyperlegible"/>
                <a:cs typeface="Atkinson Hyperlegible"/>
              </a:defRPr>
            </a:defPPr>
            <a:lvl1pPr algn="l">
              <a:defRPr sz="1725" b="1">
                <a:solidFill>
                  <a:srgbClr val="137B73"/>
                </a:solidFill>
                <a:latin typeface="Atkinson Hyperlegible"/>
                <a:ea typeface="Atkinson Hyperlegible"/>
                <a:cs typeface="Atkinson Hyperlegible"/>
              </a:defRPr>
            </a:lvl1pPr>
            <a:lvl2pPr algn="l">
              <a:defRPr sz="1725" b="1">
                <a:solidFill>
                  <a:srgbClr val="137B73"/>
                </a:solidFill>
                <a:latin typeface="Atkinson Hyperlegible"/>
                <a:ea typeface="Atkinson Hyperlegible"/>
                <a:cs typeface="Atkinson Hyperlegible"/>
              </a:defRPr>
            </a:lvl2pPr>
            <a:lvl3pPr algn="l">
              <a:defRPr sz="1725" b="1">
                <a:solidFill>
                  <a:srgbClr val="137B73"/>
                </a:solidFill>
                <a:latin typeface="Atkinson Hyperlegible"/>
                <a:ea typeface="Atkinson Hyperlegible"/>
                <a:cs typeface="Atkinson Hyperlegible"/>
              </a:defRPr>
            </a:lvl3pPr>
            <a:lvl4pPr algn="l">
              <a:defRPr sz="1725" b="1">
                <a:solidFill>
                  <a:srgbClr val="137B73"/>
                </a:solidFill>
                <a:latin typeface="Atkinson Hyperlegible"/>
                <a:ea typeface="Atkinson Hyperlegible"/>
                <a:cs typeface="Atkinson Hyperlegible"/>
              </a:defRPr>
            </a:lvl4pPr>
            <a:lvl5pPr algn="l">
              <a:defRPr sz="1725" b="1">
                <a:solidFill>
                  <a:srgbClr val="137B73"/>
                </a:solidFill>
                <a:latin typeface="Atkinson Hyperlegible"/>
                <a:ea typeface="Atkinson Hyperlegible"/>
                <a:cs typeface="Atkinson Hyperlegible"/>
              </a:defRPr>
            </a:lvl5pPr>
            <a:lvl6pPr algn="l">
              <a:defRPr sz="1725" b="1">
                <a:solidFill>
                  <a:srgbClr val="137B73"/>
                </a:solidFill>
                <a:latin typeface="Atkinson Hyperlegible"/>
                <a:ea typeface="Atkinson Hyperlegible"/>
                <a:cs typeface="Atkinson Hyperlegible"/>
              </a:defRPr>
            </a:lvl6pPr>
            <a:lvl7pPr algn="l">
              <a:defRPr sz="1725" b="1">
                <a:solidFill>
                  <a:srgbClr val="137B73"/>
                </a:solidFill>
                <a:latin typeface="Atkinson Hyperlegible"/>
                <a:ea typeface="Atkinson Hyperlegible"/>
                <a:cs typeface="Atkinson Hyperlegible"/>
              </a:defRPr>
            </a:lvl7pPr>
            <a:lvl8pPr algn="l">
              <a:defRPr sz="1725" b="1">
                <a:solidFill>
                  <a:srgbClr val="137B73"/>
                </a:solidFill>
                <a:latin typeface="Atkinson Hyperlegible"/>
                <a:ea typeface="Atkinson Hyperlegible"/>
                <a:cs typeface="Atkinson Hyperlegible"/>
              </a:defRPr>
            </a:lvl8pPr>
            <a:lvl9pPr algn="l">
              <a:defRPr sz="1725" b="1">
                <a:solidFill>
                  <a:srgbClr val="137B73"/>
                </a:solidFill>
                <a:latin typeface="Atkinson Hyperlegible"/>
                <a:ea typeface="Atkinson Hyperlegible"/>
                <a:cs typeface="Atkinson Hyperlegible"/>
              </a:defRPr>
            </a:lvl9pPr>
          </a:lstStyle>
          <a:p xmlns:a="http://schemas.openxmlformats.org/drawingml/2006/main">
            <a:pPr algn="l">
              <a:defRPr sz="1725" b="1">
                <a:solidFill>
                  <a:srgbClr val="137B73"/>
                </a:solidFill>
                <a:latin typeface="Atkinson Hyperlegible"/>
                <a:ea typeface="Atkinson Hyperlegible"/>
                <a:cs typeface="Atkinson Hyperlegible"/>
              </a:defRPr>
            </a:pPr>
            <a:r>
              <a:rPr sz="1725" b="1">
                <a:solidFill>
                  <a:srgbClr val="137B73"/>
                </a:solidFill>
                <a:latin typeface="Atkinson Hyperlegible"/>
                <a:ea typeface="Atkinson Hyperlegible"/>
                <a:cs typeface="Atkinson Hyperlegible"/>
              </a:rPr>
              <a:t>Forecasts use past demand and identical target hours. Prediction does not enter PPO.</a:t>
            </a:r>
          </a:p>
        </p:txBody>
      </p:sp>
    </p:spTree>
    <p:extLst>
      <p:ext uri="{BB962C8B-B14F-4D97-AF65-F5344CB8AC3E}">
        <p14:creationId xmlns:p14="http://schemas.microsoft.com/office/powerpoint/2010/main" val="211881863"/>
      </p:ext>
    </p:extLst>
  </p:cSld>
</p:sld>
</file>

<file path=ppt/slides/slide29.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7" name="shape-225">
            <a:extLst xmlns:a="http://schemas.openxmlformats.org/drawingml/2006/main">
              <a:ext uri="{FF2B5EF4-FFF2-40B4-BE49-F238E27FC236}">
                <a16:creationId xmlns:a16="http://schemas.microsoft.com/office/drawing/2014/main" id="{B2B59C90-2C2D-41F1-884D-C3303F474658}"/>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26">
            <a:extLst xmlns:a="http://schemas.openxmlformats.org/drawingml/2006/main">
              <a:ext uri="{FF2B5EF4-FFF2-40B4-BE49-F238E27FC236}">
                <a16:creationId xmlns:a16="http://schemas.microsoft.com/office/drawing/2014/main" id="{E45D1E2B-F0BF-49BE-BF52-945E98038E7C}"/>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Current study results in the desktop app</a:t>
            </a:r>
          </a:p>
        </p:txBody>
      </p:sp>
      <p:sp>
        <p:nvSpPr>
          <p:cNvPr id="3" name="shape-227">
            <a:extLst xmlns:a="http://schemas.openxmlformats.org/drawingml/2006/main">
              <a:ext uri="{FF2B5EF4-FFF2-40B4-BE49-F238E27FC236}">
                <a16:creationId xmlns:a16="http://schemas.microsoft.com/office/drawing/2014/main" id="{AD63288D-6D20-4446-9E45-34CD0DB8D0CC}"/>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4" name="shape-228">
            <a:extLst xmlns:a="http://schemas.openxmlformats.org/drawingml/2006/main">
              <a:ext uri="{FF2B5EF4-FFF2-40B4-BE49-F238E27FC236}">
                <a16:creationId xmlns:a16="http://schemas.microsoft.com/office/drawing/2014/main" id="{BEF39C62-520F-4789-87C1-937C8847832A}"/>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decision support. Live Scenario uses one selected actor. Results show the five-run study.</a:t>
            </a:r>
          </a:p>
        </p:txBody>
      </p:sp>
      <p:sp>
        <p:nvSpPr>
          <p:cNvPr id="5" name="shape-229">
            <a:extLst xmlns:a="http://schemas.openxmlformats.org/drawingml/2006/main">
              <a:ext uri="{FF2B5EF4-FFF2-40B4-BE49-F238E27FC236}">
                <a16:creationId xmlns:a16="http://schemas.microsoft.com/office/drawing/2014/main" id="{CDFAD96E-1752-49A5-8CB2-07286055EBD0}"/>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29</a:t>
            </a:r>
          </a:p>
        </p:txBody>
      </p:sp>
      <p:pic>
        <p:nvPicPr>
          <p:cNvPr id="6" name="">
            <a:extLst xmlns:a="http://schemas.openxmlformats.org/drawingml/2006/main">
              <a:ext uri="{FF2B5EF4-FFF2-40B4-BE49-F238E27FC236}">
                <a16:creationId xmlns:a16="http://schemas.microsoft.com/office/drawing/2014/main" id="{AE091AD7-BF8F-4CF8-BE27-8EFEEF272650}"/>
              </a:ext>
            </a:extLst>
          </p:cNvPr>
          <p:cNvPicPr>
            <a:picLocks xmlns:a="http://schemas.openxmlformats.org/drawingml/2006/main" noChangeAspect="1"/>
          </p:cNvPicPr>
          <p:nvPr/>
        </p:nvPicPr>
        <p:blipFill>
          <a:blip xmlns:r="http://schemas.openxmlformats.org/officeDocument/2006/relationships" xmlns:a="http://schemas.openxmlformats.org/drawingml/2006/main" r:embed="R433df0a9778e4bf7"/>
          <a:stretch xmlns:a="http://schemas.openxmlformats.org/drawingml/2006/main"/>
        </p:blipFill>
        <p:spPr>
          <a:xfrm xmlns:a="http://schemas.openxmlformats.org/drawingml/2006/main">
            <a:off x="1524000" y="1306180"/>
            <a:ext cx="9144000" cy="5140990"/>
          </a:xfrm>
          <a:prstGeom xmlns:a="http://schemas.openxmlformats.org/drawingml/2006/main" prst="rect">
            <a:avLst/>
          </a:prstGeom>
        </p:spPr>
      </p:pic>
    </p:spTree>
    <p:extLst>
      <p:ext uri="{BB962C8B-B14F-4D97-AF65-F5344CB8AC3E}">
        <p14:creationId xmlns:p14="http://schemas.microsoft.com/office/powerpoint/2010/main" val="812354260"/>
      </p:ext>
    </p:extLst>
  </p:cSld>
</p:sld>
</file>

<file path=ppt/slides/slide30.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7" name="shape-230">
            <a:extLst xmlns:a="http://schemas.openxmlformats.org/drawingml/2006/main">
              <a:ext uri="{FF2B5EF4-FFF2-40B4-BE49-F238E27FC236}">
                <a16:creationId xmlns:a16="http://schemas.microsoft.com/office/drawing/2014/main" id="{3C47A4E9-BB92-438A-83CF-0DBC9485F56A}"/>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31">
            <a:extLst xmlns:a="http://schemas.openxmlformats.org/drawingml/2006/main">
              <a:ext uri="{FF2B5EF4-FFF2-40B4-BE49-F238E27FC236}">
                <a16:creationId xmlns:a16="http://schemas.microsoft.com/office/drawing/2014/main" id="{E6FC4352-101E-4850-A9A9-17D42224915D}"/>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Conclusions and the next engineering step</a:t>
            </a:r>
          </a:p>
        </p:txBody>
      </p:sp>
      <p:sp>
        <p:nvSpPr>
          <p:cNvPr id="3" name="shape-232">
            <a:extLst xmlns:a="http://schemas.openxmlformats.org/drawingml/2006/main">
              <a:ext uri="{FF2B5EF4-FFF2-40B4-BE49-F238E27FC236}">
                <a16:creationId xmlns:a16="http://schemas.microsoft.com/office/drawing/2014/main" id="{8BC435AA-B1EB-4A7E-B342-26227D816D11}"/>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4" name="shape-233">
            <a:extLst xmlns:a="http://schemas.openxmlformats.org/drawingml/2006/main">
              <a:ext uri="{FF2B5EF4-FFF2-40B4-BE49-F238E27FC236}">
                <a16:creationId xmlns:a16="http://schemas.microsoft.com/office/drawing/2014/main" id="{EA69FEF3-8D93-449B-ACA3-A77CA193A207}"/>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5" name="shape-234">
            <a:extLst xmlns:a="http://schemas.openxmlformats.org/drawingml/2006/main">
              <a:ext uri="{FF2B5EF4-FFF2-40B4-BE49-F238E27FC236}">
                <a16:creationId xmlns:a16="http://schemas.microsoft.com/office/drawing/2014/main" id="{9A504CCA-0185-48D7-920A-FB130B4FD8EA}"/>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30</a:t>
            </a:r>
          </a:p>
        </p:txBody>
      </p:sp>
      <p:sp>
        <p:nvSpPr>
          <p:cNvPr id="6" name="shape-235">
            <a:extLst xmlns:a="http://schemas.openxmlformats.org/drawingml/2006/main">
              <a:ext uri="{FF2B5EF4-FFF2-40B4-BE49-F238E27FC236}">
                <a16:creationId xmlns:a16="http://schemas.microsoft.com/office/drawing/2014/main" id="{89E7EE6C-CC87-4BCC-B408-998F2D1B09EB}"/>
              </a:ext>
            </a:extLst>
          </p:cNvPr>
          <p:cNvSpPr>
            <a:spLocks xmlns:a="http://schemas.openxmlformats.org/drawingml/2006/main" noGrp="1"/>
          </p:cNvSpPr>
          <p:nvPr/>
        </p:nvSpPr>
        <p:spPr>
          <a:xfrm xmlns:a="http://schemas.openxmlformats.org/drawingml/2006/main">
            <a:off x="609600" y="1885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37B73"/>
                </a:solidFill>
                <a:latin typeface="Atkinson Hyperlegible"/>
                <a:ea typeface="Atkinson Hyperlegible"/>
                <a:cs typeface="Atkinson Hyperlegible"/>
              </a:defRPr>
            </a:defPPr>
            <a:lvl1pPr algn="l">
              <a:defRPr sz="2250" b="1">
                <a:solidFill>
                  <a:srgbClr val="137B73"/>
                </a:solidFill>
                <a:latin typeface="Atkinson Hyperlegible"/>
                <a:ea typeface="Atkinson Hyperlegible"/>
                <a:cs typeface="Atkinson Hyperlegible"/>
              </a:defRPr>
            </a:lvl1pPr>
            <a:lvl2pPr algn="l">
              <a:defRPr sz="2250" b="1">
                <a:solidFill>
                  <a:srgbClr val="137B73"/>
                </a:solidFill>
                <a:latin typeface="Atkinson Hyperlegible"/>
                <a:ea typeface="Atkinson Hyperlegible"/>
                <a:cs typeface="Atkinson Hyperlegible"/>
              </a:defRPr>
            </a:lvl2pPr>
            <a:lvl3pPr algn="l">
              <a:defRPr sz="2250" b="1">
                <a:solidFill>
                  <a:srgbClr val="137B73"/>
                </a:solidFill>
                <a:latin typeface="Atkinson Hyperlegible"/>
                <a:ea typeface="Atkinson Hyperlegible"/>
                <a:cs typeface="Atkinson Hyperlegible"/>
              </a:defRPr>
            </a:lvl3pPr>
            <a:lvl4pPr algn="l">
              <a:defRPr sz="2250" b="1">
                <a:solidFill>
                  <a:srgbClr val="137B73"/>
                </a:solidFill>
                <a:latin typeface="Atkinson Hyperlegible"/>
                <a:ea typeface="Atkinson Hyperlegible"/>
                <a:cs typeface="Atkinson Hyperlegible"/>
              </a:defRPr>
            </a:lvl4pPr>
            <a:lvl5pPr algn="l">
              <a:defRPr sz="2250" b="1">
                <a:solidFill>
                  <a:srgbClr val="137B73"/>
                </a:solidFill>
                <a:latin typeface="Atkinson Hyperlegible"/>
                <a:ea typeface="Atkinson Hyperlegible"/>
                <a:cs typeface="Atkinson Hyperlegible"/>
              </a:defRPr>
            </a:lvl5pPr>
            <a:lvl6pPr algn="l">
              <a:defRPr sz="2250" b="1">
                <a:solidFill>
                  <a:srgbClr val="137B73"/>
                </a:solidFill>
                <a:latin typeface="Atkinson Hyperlegible"/>
                <a:ea typeface="Atkinson Hyperlegible"/>
                <a:cs typeface="Atkinson Hyperlegible"/>
              </a:defRPr>
            </a:lvl6pPr>
            <a:lvl7pPr algn="l">
              <a:defRPr sz="2250" b="1">
                <a:solidFill>
                  <a:srgbClr val="137B73"/>
                </a:solidFill>
                <a:latin typeface="Atkinson Hyperlegible"/>
                <a:ea typeface="Atkinson Hyperlegible"/>
                <a:cs typeface="Atkinson Hyperlegible"/>
              </a:defRPr>
            </a:lvl7pPr>
            <a:lvl8pPr algn="l">
              <a:defRPr sz="2250" b="1">
                <a:solidFill>
                  <a:srgbClr val="137B73"/>
                </a:solidFill>
                <a:latin typeface="Atkinson Hyperlegible"/>
                <a:ea typeface="Atkinson Hyperlegible"/>
                <a:cs typeface="Atkinson Hyperlegible"/>
              </a:defRPr>
            </a:lvl8pPr>
            <a:lvl9pPr algn="l">
              <a:defRPr sz="2250" b="1">
                <a:solidFill>
                  <a:srgbClr val="137B73"/>
                </a:solidFill>
                <a:latin typeface="Atkinson Hyperlegible"/>
                <a:ea typeface="Atkinson Hyperlegible"/>
                <a:cs typeface="Atkinson Hyperlegible"/>
              </a:defRPr>
            </a:lvl9pPr>
          </a:lstStyle>
          <a:p xmlns:a="http://schemas.openxmlformats.org/drawingml/2006/main">
            <a:pPr algn="l">
              <a:defRPr sz="2250" b="1">
                <a:solidFill>
                  <a:srgbClr val="137B73"/>
                </a:solidFill>
                <a:latin typeface="Atkinson Hyperlegible"/>
                <a:ea typeface="Atkinson Hyperlegible"/>
                <a:cs typeface="Atkinson Hyperlegible"/>
              </a:defRPr>
            </a:pPr>
            <a:r>
              <a:rPr sz="2250" b="1">
                <a:solidFill>
                  <a:srgbClr val="137B73"/>
                </a:solidFill>
                <a:latin typeface="Atkinson Hyperlegible"/>
                <a:ea typeface="Atkinson Hyperlegible"/>
                <a:cs typeface="Atkinson Hyperlegible"/>
              </a:rPr>
              <a:t>Against Fixed Rotation</a:t>
            </a:r>
          </a:p>
        </p:txBody>
      </p:sp>
      <p:sp>
        <p:nvSpPr>
          <p:cNvPr id="7" name="shape-236">
            <a:extLst xmlns:a="http://schemas.openxmlformats.org/drawingml/2006/main">
              <a:ext uri="{FF2B5EF4-FFF2-40B4-BE49-F238E27FC236}">
                <a16:creationId xmlns:a16="http://schemas.microsoft.com/office/drawing/2014/main" id="{9A8ABAAF-4FE8-4B1D-9F84-0976A03A2AA9}"/>
              </a:ext>
            </a:extLst>
          </p:cNvPr>
          <p:cNvSpPr>
            <a:spLocks xmlns:a="http://schemas.openxmlformats.org/drawingml/2006/main" noGrp="1"/>
          </p:cNvSpPr>
          <p:nvPr/>
        </p:nvSpPr>
        <p:spPr>
          <a:xfrm xmlns:a="http://schemas.openxmlformats.org/drawingml/2006/main">
            <a:off x="609600" y="240982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F43"/>
                </a:solidFill>
                <a:latin typeface="Atkinson Hyperlegible"/>
                <a:ea typeface="Atkinson Hyperlegible"/>
                <a:cs typeface="Atkinson Hyperlegible"/>
              </a:defRPr>
            </a:defPPr>
            <a:lvl1pPr algn="l">
              <a:defRPr sz="2250" b="0">
                <a:solidFill>
                  <a:srgbClr val="173F43"/>
                </a:solidFill>
                <a:latin typeface="Atkinson Hyperlegible"/>
                <a:ea typeface="Atkinson Hyperlegible"/>
                <a:cs typeface="Atkinson Hyperlegible"/>
              </a:defRPr>
            </a:lvl1pPr>
            <a:lvl2pPr algn="l">
              <a:defRPr sz="2250" b="0">
                <a:solidFill>
                  <a:srgbClr val="173F43"/>
                </a:solidFill>
                <a:latin typeface="Atkinson Hyperlegible"/>
                <a:ea typeface="Atkinson Hyperlegible"/>
                <a:cs typeface="Atkinson Hyperlegible"/>
              </a:defRPr>
            </a:lvl2pPr>
            <a:lvl3pPr algn="l">
              <a:defRPr sz="2250" b="0">
                <a:solidFill>
                  <a:srgbClr val="173F43"/>
                </a:solidFill>
                <a:latin typeface="Atkinson Hyperlegible"/>
                <a:ea typeface="Atkinson Hyperlegible"/>
                <a:cs typeface="Atkinson Hyperlegible"/>
              </a:defRPr>
            </a:lvl3pPr>
            <a:lvl4pPr algn="l">
              <a:defRPr sz="2250" b="0">
                <a:solidFill>
                  <a:srgbClr val="173F43"/>
                </a:solidFill>
                <a:latin typeface="Atkinson Hyperlegible"/>
                <a:ea typeface="Atkinson Hyperlegible"/>
                <a:cs typeface="Atkinson Hyperlegible"/>
              </a:defRPr>
            </a:lvl4pPr>
            <a:lvl5pPr algn="l">
              <a:defRPr sz="2250" b="0">
                <a:solidFill>
                  <a:srgbClr val="173F43"/>
                </a:solidFill>
                <a:latin typeface="Atkinson Hyperlegible"/>
                <a:ea typeface="Atkinson Hyperlegible"/>
                <a:cs typeface="Atkinson Hyperlegible"/>
              </a:defRPr>
            </a:lvl5pPr>
            <a:lvl6pPr algn="l">
              <a:defRPr sz="2250" b="0">
                <a:solidFill>
                  <a:srgbClr val="173F43"/>
                </a:solidFill>
                <a:latin typeface="Atkinson Hyperlegible"/>
                <a:ea typeface="Atkinson Hyperlegible"/>
                <a:cs typeface="Atkinson Hyperlegible"/>
              </a:defRPr>
            </a:lvl6pPr>
            <a:lvl7pPr algn="l">
              <a:defRPr sz="2250" b="0">
                <a:solidFill>
                  <a:srgbClr val="173F43"/>
                </a:solidFill>
                <a:latin typeface="Atkinson Hyperlegible"/>
                <a:ea typeface="Atkinson Hyperlegible"/>
                <a:cs typeface="Atkinson Hyperlegible"/>
              </a:defRPr>
            </a:lvl7pPr>
            <a:lvl8pPr algn="l">
              <a:defRPr sz="2250" b="0">
                <a:solidFill>
                  <a:srgbClr val="173F43"/>
                </a:solidFill>
                <a:latin typeface="Atkinson Hyperlegible"/>
                <a:ea typeface="Atkinson Hyperlegible"/>
                <a:cs typeface="Atkinson Hyperlegible"/>
              </a:defRPr>
            </a:lvl8pPr>
            <a:lvl9pPr algn="l">
              <a:defRPr sz="2250" b="0">
                <a:solidFill>
                  <a:srgbClr val="173F43"/>
                </a:solidFill>
                <a:latin typeface="Atkinson Hyperlegible"/>
                <a:ea typeface="Atkinson Hyperlegible"/>
                <a:cs typeface="Atkinson Hyperlegible"/>
              </a:defRPr>
            </a:lvl9pPr>
          </a:lstStyle>
          <a:p xmlns:a="http://schemas.openxmlformats.org/drawingml/2006/main">
            <a:pPr algn="l">
              <a:defRPr sz="2250" b="0">
                <a:solidFill>
                  <a:srgbClr val="173F43"/>
                </a:solidFill>
                <a:latin typeface="Atkinson Hyperlegible"/>
                <a:ea typeface="Atkinson Hyperlegible"/>
                <a:cs typeface="Atkinson Hyperlegible"/>
              </a:defRPr>
            </a:pPr>
            <a:r>
              <a:rPr sz="2250" b="0">
                <a:solidFill>
                  <a:srgbClr val="173F43"/>
                </a:solidFill>
                <a:latin typeface="Atkinson Hyperlegible"/>
                <a:ea typeface="Atkinson Hyperlegible"/>
                <a:cs typeface="Atkinson Hyperlegible"/>
              </a:rPr>
              <a:t>The constrained PPO system improves critical service, fairness and utilization on fresh matched synthetic scenarios.</a:t>
            </a:r>
          </a:p>
        </p:txBody>
      </p:sp>
      <p:sp>
        <p:nvSpPr>
          <p:cNvPr id="8" name="shape-237">
            <a:extLst xmlns:a="http://schemas.openxmlformats.org/drawingml/2006/main">
              <a:ext uri="{FF2B5EF4-FFF2-40B4-BE49-F238E27FC236}">
                <a16:creationId xmlns:a16="http://schemas.microsoft.com/office/drawing/2014/main" id="{0EF5984D-3933-4C01-A07B-D7108A5E1792}"/>
              </a:ext>
            </a:extLst>
          </p:cNvPr>
          <p:cNvSpPr>
            <a:spLocks xmlns:a="http://schemas.openxmlformats.org/drawingml/2006/main" noGrp="1"/>
          </p:cNvSpPr>
          <p:nvPr/>
        </p:nvSpPr>
        <p:spPr>
          <a:xfrm xmlns:a="http://schemas.openxmlformats.org/drawingml/2006/main">
            <a:off x="6334125" y="1885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E77D60"/>
                </a:solidFill>
                <a:latin typeface="Atkinson Hyperlegible"/>
                <a:ea typeface="Atkinson Hyperlegible"/>
                <a:cs typeface="Atkinson Hyperlegible"/>
              </a:defRPr>
            </a:defPPr>
            <a:lvl1pPr algn="l">
              <a:defRPr sz="2250" b="1">
                <a:solidFill>
                  <a:srgbClr val="E77D60"/>
                </a:solidFill>
                <a:latin typeface="Atkinson Hyperlegible"/>
                <a:ea typeface="Atkinson Hyperlegible"/>
                <a:cs typeface="Atkinson Hyperlegible"/>
              </a:defRPr>
            </a:lvl1pPr>
            <a:lvl2pPr algn="l">
              <a:defRPr sz="2250" b="1">
                <a:solidFill>
                  <a:srgbClr val="E77D60"/>
                </a:solidFill>
                <a:latin typeface="Atkinson Hyperlegible"/>
                <a:ea typeface="Atkinson Hyperlegible"/>
                <a:cs typeface="Atkinson Hyperlegible"/>
              </a:defRPr>
            </a:lvl2pPr>
            <a:lvl3pPr algn="l">
              <a:defRPr sz="2250" b="1">
                <a:solidFill>
                  <a:srgbClr val="E77D60"/>
                </a:solidFill>
                <a:latin typeface="Atkinson Hyperlegible"/>
                <a:ea typeface="Atkinson Hyperlegible"/>
                <a:cs typeface="Atkinson Hyperlegible"/>
              </a:defRPr>
            </a:lvl3pPr>
            <a:lvl4pPr algn="l">
              <a:defRPr sz="2250" b="1">
                <a:solidFill>
                  <a:srgbClr val="E77D60"/>
                </a:solidFill>
                <a:latin typeface="Atkinson Hyperlegible"/>
                <a:ea typeface="Atkinson Hyperlegible"/>
                <a:cs typeface="Atkinson Hyperlegible"/>
              </a:defRPr>
            </a:lvl4pPr>
            <a:lvl5pPr algn="l">
              <a:defRPr sz="2250" b="1">
                <a:solidFill>
                  <a:srgbClr val="E77D60"/>
                </a:solidFill>
                <a:latin typeface="Atkinson Hyperlegible"/>
                <a:ea typeface="Atkinson Hyperlegible"/>
                <a:cs typeface="Atkinson Hyperlegible"/>
              </a:defRPr>
            </a:lvl5pPr>
            <a:lvl6pPr algn="l">
              <a:defRPr sz="2250" b="1">
                <a:solidFill>
                  <a:srgbClr val="E77D60"/>
                </a:solidFill>
                <a:latin typeface="Atkinson Hyperlegible"/>
                <a:ea typeface="Atkinson Hyperlegible"/>
                <a:cs typeface="Atkinson Hyperlegible"/>
              </a:defRPr>
            </a:lvl6pPr>
            <a:lvl7pPr algn="l">
              <a:defRPr sz="2250" b="1">
                <a:solidFill>
                  <a:srgbClr val="E77D60"/>
                </a:solidFill>
                <a:latin typeface="Atkinson Hyperlegible"/>
                <a:ea typeface="Atkinson Hyperlegible"/>
                <a:cs typeface="Atkinson Hyperlegible"/>
              </a:defRPr>
            </a:lvl7pPr>
            <a:lvl8pPr algn="l">
              <a:defRPr sz="2250" b="1">
                <a:solidFill>
                  <a:srgbClr val="E77D60"/>
                </a:solidFill>
                <a:latin typeface="Atkinson Hyperlegible"/>
                <a:ea typeface="Atkinson Hyperlegible"/>
                <a:cs typeface="Atkinson Hyperlegible"/>
              </a:defRPr>
            </a:lvl8pPr>
            <a:lvl9pPr algn="l">
              <a:defRPr sz="2250" b="1">
                <a:solidFill>
                  <a:srgbClr val="E77D60"/>
                </a:solidFill>
                <a:latin typeface="Atkinson Hyperlegible"/>
                <a:ea typeface="Atkinson Hyperlegible"/>
                <a:cs typeface="Atkinson Hyperlegible"/>
              </a:defRPr>
            </a:lvl9pPr>
          </a:lstStyle>
          <a:p xmlns:a="http://schemas.openxmlformats.org/drawingml/2006/main">
            <a:pPr algn="l">
              <a:defRPr sz="2250" b="1">
                <a:solidFill>
                  <a:srgbClr val="E77D60"/>
                </a:solidFill>
                <a:latin typeface="Atkinson Hyperlegible"/>
                <a:ea typeface="Atkinson Hyperlegible"/>
                <a:cs typeface="Atkinson Hyperlegible"/>
              </a:defRPr>
            </a:pPr>
            <a:r>
              <a:rPr sz="2250" b="1">
                <a:solidFill>
                  <a:srgbClr val="E77D60"/>
                </a:solidFill>
                <a:latin typeface="Atkinson Hyperlegible"/>
                <a:ea typeface="Atkinson Hyperlegible"/>
                <a:cs typeface="Atkinson Hyperlegible"/>
              </a:rPr>
              <a:t>Against the optimizer</a:t>
            </a:r>
          </a:p>
        </p:txBody>
      </p:sp>
      <p:sp>
        <p:nvSpPr>
          <p:cNvPr id="9" name="shape-238">
            <a:extLst xmlns:a="http://schemas.openxmlformats.org/drawingml/2006/main">
              <a:ext uri="{FF2B5EF4-FFF2-40B4-BE49-F238E27FC236}">
                <a16:creationId xmlns:a16="http://schemas.microsoft.com/office/drawing/2014/main" id="{D2C2DDD0-48D8-4697-87A9-691081488A9A}"/>
              </a:ext>
            </a:extLst>
          </p:cNvPr>
          <p:cNvSpPr>
            <a:spLocks xmlns:a="http://schemas.openxmlformats.org/drawingml/2006/main" noGrp="1"/>
          </p:cNvSpPr>
          <p:nvPr/>
        </p:nvSpPr>
        <p:spPr>
          <a:xfrm xmlns:a="http://schemas.openxmlformats.org/drawingml/2006/main">
            <a:off x="6334125" y="240982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3F43"/>
                </a:solidFill>
                <a:latin typeface="Atkinson Hyperlegible"/>
                <a:ea typeface="Atkinson Hyperlegible"/>
                <a:cs typeface="Atkinson Hyperlegible"/>
              </a:defRPr>
            </a:defPPr>
            <a:lvl1pPr algn="l">
              <a:defRPr sz="2250" b="0">
                <a:solidFill>
                  <a:srgbClr val="173F43"/>
                </a:solidFill>
                <a:latin typeface="Atkinson Hyperlegible"/>
                <a:ea typeface="Atkinson Hyperlegible"/>
                <a:cs typeface="Atkinson Hyperlegible"/>
              </a:defRPr>
            </a:lvl1pPr>
            <a:lvl2pPr algn="l">
              <a:defRPr sz="2250" b="0">
                <a:solidFill>
                  <a:srgbClr val="173F43"/>
                </a:solidFill>
                <a:latin typeface="Atkinson Hyperlegible"/>
                <a:ea typeface="Atkinson Hyperlegible"/>
                <a:cs typeface="Atkinson Hyperlegible"/>
              </a:defRPr>
            </a:lvl2pPr>
            <a:lvl3pPr algn="l">
              <a:defRPr sz="2250" b="0">
                <a:solidFill>
                  <a:srgbClr val="173F43"/>
                </a:solidFill>
                <a:latin typeface="Atkinson Hyperlegible"/>
                <a:ea typeface="Atkinson Hyperlegible"/>
                <a:cs typeface="Atkinson Hyperlegible"/>
              </a:defRPr>
            </a:lvl3pPr>
            <a:lvl4pPr algn="l">
              <a:defRPr sz="2250" b="0">
                <a:solidFill>
                  <a:srgbClr val="173F43"/>
                </a:solidFill>
                <a:latin typeface="Atkinson Hyperlegible"/>
                <a:ea typeface="Atkinson Hyperlegible"/>
                <a:cs typeface="Atkinson Hyperlegible"/>
              </a:defRPr>
            </a:lvl4pPr>
            <a:lvl5pPr algn="l">
              <a:defRPr sz="2250" b="0">
                <a:solidFill>
                  <a:srgbClr val="173F43"/>
                </a:solidFill>
                <a:latin typeface="Atkinson Hyperlegible"/>
                <a:ea typeface="Atkinson Hyperlegible"/>
                <a:cs typeface="Atkinson Hyperlegible"/>
              </a:defRPr>
            </a:lvl5pPr>
            <a:lvl6pPr algn="l">
              <a:defRPr sz="2250" b="0">
                <a:solidFill>
                  <a:srgbClr val="173F43"/>
                </a:solidFill>
                <a:latin typeface="Atkinson Hyperlegible"/>
                <a:ea typeface="Atkinson Hyperlegible"/>
                <a:cs typeface="Atkinson Hyperlegible"/>
              </a:defRPr>
            </a:lvl6pPr>
            <a:lvl7pPr algn="l">
              <a:defRPr sz="2250" b="0">
                <a:solidFill>
                  <a:srgbClr val="173F43"/>
                </a:solidFill>
                <a:latin typeface="Atkinson Hyperlegible"/>
                <a:ea typeface="Atkinson Hyperlegible"/>
                <a:cs typeface="Atkinson Hyperlegible"/>
              </a:defRPr>
            </a:lvl7pPr>
            <a:lvl8pPr algn="l">
              <a:defRPr sz="2250" b="0">
                <a:solidFill>
                  <a:srgbClr val="173F43"/>
                </a:solidFill>
                <a:latin typeface="Atkinson Hyperlegible"/>
                <a:ea typeface="Atkinson Hyperlegible"/>
                <a:cs typeface="Atkinson Hyperlegible"/>
              </a:defRPr>
            </a:lvl8pPr>
            <a:lvl9pPr algn="l">
              <a:defRPr sz="2250" b="0">
                <a:solidFill>
                  <a:srgbClr val="173F43"/>
                </a:solidFill>
                <a:latin typeface="Atkinson Hyperlegible"/>
                <a:ea typeface="Atkinson Hyperlegible"/>
                <a:cs typeface="Atkinson Hyperlegible"/>
              </a:defRPr>
            </a:lvl9pPr>
          </a:lstStyle>
          <a:p xmlns:a="http://schemas.openxmlformats.org/drawingml/2006/main">
            <a:pPr algn="l">
              <a:defRPr sz="2250" b="0">
                <a:solidFill>
                  <a:srgbClr val="173F43"/>
                </a:solidFill>
                <a:latin typeface="Atkinson Hyperlegible"/>
                <a:ea typeface="Atkinson Hyperlegible"/>
                <a:cs typeface="Atkinson Hyperlegible"/>
              </a:defRPr>
            </a:pPr>
            <a:r>
              <a:rPr sz="2250" b="0">
                <a:solidFill>
                  <a:srgbClr val="173F43"/>
                </a:solidFill>
                <a:latin typeface="Atkinson Hyperlegible"/>
                <a:ea typeface="Atkinson Hyperlegible"/>
                <a:cs typeface="Atkinson Hyperlegible"/>
              </a:rPr>
              <a:t>PPO improves fairness and daily reward but uses less supply and switches more often. The full criterion fails.</a:t>
            </a:r>
          </a:p>
        </p:txBody>
      </p:sp>
      <p:sp>
        <p:nvSpPr>
          <p:cNvPr id="10" name="shape-239">
            <a:extLst xmlns:a="http://schemas.openxmlformats.org/drawingml/2006/main">
              <a:ext uri="{FF2B5EF4-FFF2-40B4-BE49-F238E27FC236}">
                <a16:creationId xmlns:a16="http://schemas.microsoft.com/office/drawing/2014/main" id="{D743A115-2092-42EF-922D-C35371A6DD88}"/>
              </a:ext>
            </a:extLst>
          </p:cNvPr>
          <p:cNvSpPr>
            <a:spLocks xmlns:a="http://schemas.openxmlformats.org/drawingml/2006/main" noGrp="1"/>
          </p:cNvSpPr>
          <p:nvPr/>
        </p:nvSpPr>
        <p:spPr>
          <a:xfrm xmlns:a="http://schemas.openxmlformats.org/drawingml/2006/main">
            <a:off x="609600" y="391477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11" name="shape-240">
            <a:extLst xmlns:a="http://schemas.openxmlformats.org/drawingml/2006/main">
              <a:ext uri="{FF2B5EF4-FFF2-40B4-BE49-F238E27FC236}">
                <a16:creationId xmlns:a16="http://schemas.microsoft.com/office/drawing/2014/main" id="{DA0F920D-6B2D-4B3D-8485-71ACF109BB5C}"/>
              </a:ext>
            </a:extLst>
          </p:cNvPr>
          <p:cNvSpPr>
            <a:spLocks xmlns:a="http://schemas.openxmlformats.org/drawingml/2006/main" noGrp="1"/>
          </p:cNvSpPr>
          <p:nvPr/>
        </p:nvSpPr>
        <p:spPr>
          <a:xfrm xmlns:a="http://schemas.openxmlformats.org/drawingml/2006/main">
            <a:off x="609600" y="43910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2" name="shape-241">
            <a:extLst xmlns:a="http://schemas.openxmlformats.org/drawingml/2006/main">
              <a:ext uri="{FF2B5EF4-FFF2-40B4-BE49-F238E27FC236}">
                <a16:creationId xmlns:a16="http://schemas.microsoft.com/office/drawing/2014/main" id="{F4C25CF9-18D4-4A69-B501-E240A25B6615}"/>
              </a:ext>
            </a:extLst>
          </p:cNvPr>
          <p:cNvSpPr>
            <a:spLocks xmlns:a="http://schemas.openxmlformats.org/drawingml/2006/main" noGrp="1"/>
          </p:cNvSpPr>
          <p:nvPr/>
        </p:nvSpPr>
        <p:spPr>
          <a:xfrm xmlns:a="http://schemas.openxmlformats.org/drawingml/2006/main">
            <a:off x="828675" y="4276725"/>
            <a:ext cx="107537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PPO also improves allocation over critical-aware rotation in the follow-up audit.</a:t>
            </a:r>
          </a:p>
        </p:txBody>
      </p:sp>
      <p:sp>
        <p:nvSpPr>
          <p:cNvPr id="13" name="shape-242">
            <a:extLst xmlns:a="http://schemas.openxmlformats.org/drawingml/2006/main">
              <a:ext uri="{FF2B5EF4-FFF2-40B4-BE49-F238E27FC236}">
                <a16:creationId xmlns:a16="http://schemas.microsoft.com/office/drawing/2014/main" id="{D84D28E6-7492-4C09-9784-909947BFD90B}"/>
              </a:ext>
            </a:extLst>
          </p:cNvPr>
          <p:cNvSpPr>
            <a:spLocks xmlns:a="http://schemas.openxmlformats.org/drawingml/2006/main" noGrp="1"/>
          </p:cNvSpPr>
          <p:nvPr/>
        </p:nvSpPr>
        <p:spPr>
          <a:xfrm xmlns:a="http://schemas.openxmlformats.org/drawingml/2006/main">
            <a:off x="609600" y="50006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4" name="shape-243">
            <a:extLst xmlns:a="http://schemas.openxmlformats.org/drawingml/2006/main">
              <a:ext uri="{FF2B5EF4-FFF2-40B4-BE49-F238E27FC236}">
                <a16:creationId xmlns:a16="http://schemas.microsoft.com/office/drawing/2014/main" id="{02851932-A69D-4271-8406-6BA12A08CDBA}"/>
              </a:ext>
            </a:extLst>
          </p:cNvPr>
          <p:cNvSpPr>
            <a:spLocks xmlns:a="http://schemas.openxmlformats.org/drawingml/2006/main" noGrp="1"/>
          </p:cNvSpPr>
          <p:nvPr/>
        </p:nvSpPr>
        <p:spPr>
          <a:xfrm xmlns:a="http://schemas.openxmlformats.org/drawingml/2006/main">
            <a:off x="828675" y="4886325"/>
            <a:ext cx="107537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The final teacher comparison shows a small reward gain with an energy tradeoff.</a:t>
            </a:r>
          </a:p>
        </p:txBody>
      </p:sp>
      <p:sp>
        <p:nvSpPr>
          <p:cNvPr id="15" name="shape-244">
            <a:extLst xmlns:a="http://schemas.openxmlformats.org/drawingml/2006/main">
              <a:ext uri="{FF2B5EF4-FFF2-40B4-BE49-F238E27FC236}">
                <a16:creationId xmlns:a16="http://schemas.microsoft.com/office/drawing/2014/main" id="{F6784808-3747-41A9-A76B-6C1E28FC3E84}"/>
              </a:ext>
            </a:extLst>
          </p:cNvPr>
          <p:cNvSpPr>
            <a:spLocks xmlns:a="http://schemas.openxmlformats.org/drawingml/2006/main" noGrp="1"/>
          </p:cNvSpPr>
          <p:nvPr/>
        </p:nvSpPr>
        <p:spPr>
          <a:xfrm xmlns:a="http://schemas.openxmlformats.org/drawingml/2006/main">
            <a:off x="609600" y="5610225"/>
            <a:ext cx="57150" cy="257175"/>
          </a:xfrm>
          <a:prstGeom xmlns:a="http://schemas.openxmlformats.org/drawingml/2006/main" prst="rect">
            <a:avLst/>
          </a:prstGeom>
          <a:solidFill xmlns:a="http://schemas.openxmlformats.org/drawingml/2006/main">
            <a:srgbClr val="E77D60"/>
          </a:solidFill>
          <a:ln xmlns:a="http://schemas.openxmlformats.org/drawingml/2006/main" w="0">
            <a:noFill/>
          </a:ln>
        </p:spPr>
      </p:sp>
      <p:sp>
        <p:nvSpPr>
          <p:cNvPr id="16" name="shape-245">
            <a:extLst xmlns:a="http://schemas.openxmlformats.org/drawingml/2006/main">
              <a:ext uri="{FF2B5EF4-FFF2-40B4-BE49-F238E27FC236}">
                <a16:creationId xmlns:a16="http://schemas.microsoft.com/office/drawing/2014/main" id="{30A4E824-AB1A-460B-A91A-77877F0CF01B}"/>
              </a:ext>
            </a:extLst>
          </p:cNvPr>
          <p:cNvSpPr>
            <a:spLocks xmlns:a="http://schemas.openxmlformats.org/drawingml/2006/main" noGrp="1"/>
          </p:cNvSpPr>
          <p:nvPr/>
        </p:nvSpPr>
        <p:spPr>
          <a:xfrm xmlns:a="http://schemas.openxmlformats.org/drawingml/2006/main">
            <a:off x="828675" y="5495925"/>
            <a:ext cx="107537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F43"/>
                </a:solidFill>
                <a:latin typeface="Atkinson Hyperlegible"/>
                <a:ea typeface="Atkinson Hyperlegible"/>
                <a:cs typeface="Atkinson Hyperlegible"/>
              </a:defRPr>
            </a:defPPr>
            <a:lvl1pPr algn="l">
              <a:defRPr sz="1875" b="0">
                <a:solidFill>
                  <a:srgbClr val="173F43"/>
                </a:solidFill>
                <a:latin typeface="Atkinson Hyperlegible"/>
                <a:ea typeface="Atkinson Hyperlegible"/>
                <a:cs typeface="Atkinson Hyperlegible"/>
              </a:defRPr>
            </a:lvl1pPr>
            <a:lvl2pPr algn="l">
              <a:defRPr sz="1875" b="0">
                <a:solidFill>
                  <a:srgbClr val="173F43"/>
                </a:solidFill>
                <a:latin typeface="Atkinson Hyperlegible"/>
                <a:ea typeface="Atkinson Hyperlegible"/>
                <a:cs typeface="Atkinson Hyperlegible"/>
              </a:defRPr>
            </a:lvl2pPr>
            <a:lvl3pPr algn="l">
              <a:defRPr sz="1875" b="0">
                <a:solidFill>
                  <a:srgbClr val="173F43"/>
                </a:solidFill>
                <a:latin typeface="Atkinson Hyperlegible"/>
                <a:ea typeface="Atkinson Hyperlegible"/>
                <a:cs typeface="Atkinson Hyperlegible"/>
              </a:defRPr>
            </a:lvl3pPr>
            <a:lvl4pPr algn="l">
              <a:defRPr sz="1875" b="0">
                <a:solidFill>
                  <a:srgbClr val="173F43"/>
                </a:solidFill>
                <a:latin typeface="Atkinson Hyperlegible"/>
                <a:ea typeface="Atkinson Hyperlegible"/>
                <a:cs typeface="Atkinson Hyperlegible"/>
              </a:defRPr>
            </a:lvl4pPr>
            <a:lvl5pPr algn="l">
              <a:defRPr sz="1875" b="0">
                <a:solidFill>
                  <a:srgbClr val="173F43"/>
                </a:solidFill>
                <a:latin typeface="Atkinson Hyperlegible"/>
                <a:ea typeface="Atkinson Hyperlegible"/>
                <a:cs typeface="Atkinson Hyperlegible"/>
              </a:defRPr>
            </a:lvl5pPr>
            <a:lvl6pPr algn="l">
              <a:defRPr sz="1875" b="0">
                <a:solidFill>
                  <a:srgbClr val="173F43"/>
                </a:solidFill>
                <a:latin typeface="Atkinson Hyperlegible"/>
                <a:ea typeface="Atkinson Hyperlegible"/>
                <a:cs typeface="Atkinson Hyperlegible"/>
              </a:defRPr>
            </a:lvl6pPr>
            <a:lvl7pPr algn="l">
              <a:defRPr sz="1875" b="0">
                <a:solidFill>
                  <a:srgbClr val="173F43"/>
                </a:solidFill>
                <a:latin typeface="Atkinson Hyperlegible"/>
                <a:ea typeface="Atkinson Hyperlegible"/>
                <a:cs typeface="Atkinson Hyperlegible"/>
              </a:defRPr>
            </a:lvl7pPr>
            <a:lvl8pPr algn="l">
              <a:defRPr sz="1875" b="0">
                <a:solidFill>
                  <a:srgbClr val="173F43"/>
                </a:solidFill>
                <a:latin typeface="Atkinson Hyperlegible"/>
                <a:ea typeface="Atkinson Hyperlegible"/>
                <a:cs typeface="Atkinson Hyperlegible"/>
              </a:defRPr>
            </a:lvl8pPr>
            <a:lvl9pPr algn="l">
              <a:defRPr sz="1875" b="0">
                <a:solidFill>
                  <a:srgbClr val="173F43"/>
                </a:solidFill>
                <a:latin typeface="Atkinson Hyperlegible"/>
                <a:ea typeface="Atkinson Hyperlegible"/>
                <a:cs typeface="Atkinson Hyperlegible"/>
              </a:defRPr>
            </a:lvl9pPr>
          </a:lstStyle>
          <a:p xmlns:a="http://schemas.openxmlformats.org/drawingml/2006/main">
            <a:pPr algn="l">
              <a:defRPr sz="1875" b="0">
                <a:solidFill>
                  <a:srgbClr val="173F43"/>
                </a:solidFill>
                <a:latin typeface="Atkinson Hyperlegible"/>
                <a:ea typeface="Atkinson Hyperlegible"/>
                <a:cs typeface="Atkinson Hyperlegible"/>
              </a:defRPr>
            </a:pPr>
            <a:r>
              <a:rPr sz="1875" b="0">
                <a:solidFill>
                  <a:srgbClr val="173F43"/>
                </a:solidFill>
                <a:latin typeface="Atkinson Hyperlegible"/>
                <a:ea typeface="Atkinson Hyperlegible"/>
                <a:cs typeface="Atkinson Hyperlegible"/>
              </a:rPr>
              <a:t>Measured demand and feasible feeder actions are needed before operational evaluation.</a:t>
            </a:r>
          </a:p>
        </p:txBody>
      </p:sp>
    </p:spTree>
    <p:extLst>
      <p:ext uri="{BB962C8B-B14F-4D97-AF65-F5344CB8AC3E}">
        <p14:creationId xmlns:p14="http://schemas.microsoft.com/office/powerpoint/2010/main" val="528707142"/>
      </p:ext>
    </p:extLst>
  </p:cSld>
</p:sld>
</file>

<file path=ppt/slides/slide31.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1" name="shape-246">
            <a:extLst xmlns:a="http://schemas.openxmlformats.org/drawingml/2006/main">
              <a:ext uri="{FF2B5EF4-FFF2-40B4-BE49-F238E27FC236}">
                <a16:creationId xmlns:a16="http://schemas.microsoft.com/office/drawing/2014/main" id="{1577AADD-BC4E-4358-8AE0-ADFE280CBF0D}"/>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47">
            <a:extLst xmlns:a="http://schemas.openxmlformats.org/drawingml/2006/main">
              <a:ext uri="{FF2B5EF4-FFF2-40B4-BE49-F238E27FC236}">
                <a16:creationId xmlns:a16="http://schemas.microsoft.com/office/drawing/2014/main" id="{ADE6A19B-156B-4C8B-ACB9-4990854E41B0}"/>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References 1 of 2</a:t>
            </a:r>
          </a:p>
        </p:txBody>
      </p:sp>
      <p:sp>
        <p:nvSpPr>
          <p:cNvPr id="3" name="shape-248">
            <a:extLst xmlns:a="http://schemas.openxmlformats.org/drawingml/2006/main">
              <a:ext uri="{FF2B5EF4-FFF2-40B4-BE49-F238E27FC236}">
                <a16:creationId xmlns:a16="http://schemas.microsoft.com/office/drawing/2014/main" id="{F2E97791-50D1-40F8-92E8-820DBFD50DE0}"/>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Alphabetized author-date references</a:t>
            </a:r>
          </a:p>
        </p:txBody>
      </p:sp>
      <p:sp>
        <p:nvSpPr>
          <p:cNvPr id="4" name="shape-249">
            <a:extLst xmlns:a="http://schemas.openxmlformats.org/drawingml/2006/main">
              <a:ext uri="{FF2B5EF4-FFF2-40B4-BE49-F238E27FC236}">
                <a16:creationId xmlns:a16="http://schemas.microsoft.com/office/drawing/2014/main" id="{4A0B54EB-2627-477B-9BF6-99D24FA56657}"/>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50">
            <a:extLst xmlns:a="http://schemas.openxmlformats.org/drawingml/2006/main">
              <a:ext uri="{FF2B5EF4-FFF2-40B4-BE49-F238E27FC236}">
                <a16:creationId xmlns:a16="http://schemas.microsoft.com/office/drawing/2014/main" id="{2724C770-20A3-4E64-A3EB-A12E89F9CD23}"/>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51">
            <a:extLst xmlns:a="http://schemas.openxmlformats.org/drawingml/2006/main">
              <a:ext uri="{FF2B5EF4-FFF2-40B4-BE49-F238E27FC236}">
                <a16:creationId xmlns:a16="http://schemas.microsoft.com/office/drawing/2014/main" id="{105516D8-FA50-4E16-AF0E-FFDB2C1EAFB3}"/>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31</a:t>
            </a:r>
          </a:p>
        </p:txBody>
      </p:sp>
      <p:sp>
        <p:nvSpPr>
          <p:cNvPr id="7" name="shape-252">
            <a:extLst xmlns:a="http://schemas.openxmlformats.org/drawingml/2006/main">
              <a:ext uri="{FF2B5EF4-FFF2-40B4-BE49-F238E27FC236}">
                <a16:creationId xmlns:a16="http://schemas.microsoft.com/office/drawing/2014/main" id="{F67BC824-3EAE-4DEE-BC04-F0006C3285E9}"/>
              </a:ext>
            </a:extLst>
          </p:cNvPr>
          <p:cNvSpPr>
            <a:spLocks xmlns:a="http://schemas.openxmlformats.org/drawingml/2006/main" noGrp="1"/>
          </p:cNvSpPr>
          <p:nvPr/>
        </p:nvSpPr>
        <p:spPr>
          <a:xfrm xmlns:a="http://schemas.openxmlformats.org/drawingml/2006/main">
            <a:off x="609600" y="20478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Agarwal, R., Schwarzer, M., Castro, P.S., Courville, A. and Bellemare, M.G. (2021) “Deep reinforcement learning at the edge of the statistical precipice”, </a:t>
            </a:r>
            <a:r>
              <a:rPr sz="1725" b="0" i="1">
                <a:solidFill>
                  <a:srgbClr val="173F43"/>
                </a:solidFill>
                <a:latin typeface="Atkinson Hyperlegible"/>
                <a:ea typeface="Atkinson Hyperlegible"/>
                <a:cs typeface="Atkinson Hyperlegible"/>
              </a:rPr>
              <a:t>NeurIPS 34</a:t>
            </a:r>
            <a:r>
              <a:rPr sz="1725" b="0">
                <a:solidFill>
                  <a:srgbClr val="173F43"/>
                </a:solidFill>
                <a:latin typeface="Atkinson Hyperlegible"/>
                <a:ea typeface="Atkinson Hyperlegible"/>
                <a:cs typeface="Atkinson Hyperlegible"/>
              </a:rPr>
              <a:t>. https://arxiv.org/abs/2108.13264</a:t>
            </a:r>
          </a:p>
        </p:txBody>
      </p:sp>
      <p:sp>
        <p:nvSpPr>
          <p:cNvPr id="8" name="shape-253">
            <a:extLst xmlns:a="http://schemas.openxmlformats.org/drawingml/2006/main">
              <a:ext uri="{FF2B5EF4-FFF2-40B4-BE49-F238E27FC236}">
                <a16:creationId xmlns:a16="http://schemas.microsoft.com/office/drawing/2014/main" id="{85857FA4-7A1A-4166-ACF1-B3E04B09C671}"/>
              </a:ext>
            </a:extLst>
          </p:cNvPr>
          <p:cNvSpPr>
            <a:spLocks xmlns:a="http://schemas.openxmlformats.org/drawingml/2006/main" noGrp="1"/>
          </p:cNvSpPr>
          <p:nvPr/>
        </p:nvSpPr>
        <p:spPr>
          <a:xfrm xmlns:a="http://schemas.openxmlformats.org/drawingml/2006/main">
            <a:off x="609600" y="30765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Chen, H., Zhuang, J., Zhou, G., Wang, Y., Sun, Z. and Levron, Y. (2023) “Emergency load shedding strategy for high renewable energy penetrated power systems based on deep reinforcement learning”, </a:t>
            </a:r>
            <a:r>
              <a:rPr sz="1725" b="0" i="1">
                <a:solidFill>
                  <a:srgbClr val="173F43"/>
                </a:solidFill>
                <a:latin typeface="Atkinson Hyperlegible"/>
                <a:ea typeface="Atkinson Hyperlegible"/>
                <a:cs typeface="Atkinson Hyperlegible"/>
              </a:rPr>
              <a:t>Energy Reports</a:t>
            </a:r>
            <a:r>
              <a:rPr sz="1725" b="0">
                <a:solidFill>
                  <a:srgbClr val="173F43"/>
                </a:solidFill>
                <a:latin typeface="Atkinson Hyperlegible"/>
                <a:ea typeface="Atkinson Hyperlegible"/>
                <a:cs typeface="Atkinson Hyperlegible"/>
              </a:rPr>
              <a:t>, 9, pp. 434–443. https://doi.org/10.1016/j.egyr.2023.03.027</a:t>
            </a:r>
          </a:p>
        </p:txBody>
      </p:sp>
      <p:sp>
        <p:nvSpPr>
          <p:cNvPr id="9" name="shape-254">
            <a:extLst xmlns:a="http://schemas.openxmlformats.org/drawingml/2006/main">
              <a:ext uri="{FF2B5EF4-FFF2-40B4-BE49-F238E27FC236}">
                <a16:creationId xmlns:a16="http://schemas.microsoft.com/office/drawing/2014/main" id="{93F36409-7429-4292-8020-02383EAFDA0F}"/>
              </a:ext>
            </a:extLst>
          </p:cNvPr>
          <p:cNvSpPr>
            <a:spLocks xmlns:a="http://schemas.openxmlformats.org/drawingml/2006/main" noGrp="1"/>
          </p:cNvSpPr>
          <p:nvPr/>
        </p:nvSpPr>
        <p:spPr>
          <a:xfrm xmlns:a="http://schemas.openxmlformats.org/drawingml/2006/main">
            <a:off x="609600" y="41052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García, J. and Fernández, F. (2015) “A comprehensive survey on safe reinforcement learning”, </a:t>
            </a:r>
            <a:r>
              <a:rPr sz="1725" b="0" i="1">
                <a:solidFill>
                  <a:srgbClr val="173F43"/>
                </a:solidFill>
                <a:latin typeface="Atkinson Hyperlegible"/>
                <a:ea typeface="Atkinson Hyperlegible"/>
                <a:cs typeface="Atkinson Hyperlegible"/>
              </a:rPr>
              <a:t>JMLR</a:t>
            </a:r>
            <a:r>
              <a:rPr sz="1725" b="0">
                <a:solidFill>
                  <a:srgbClr val="173F43"/>
                </a:solidFill>
                <a:latin typeface="Atkinson Hyperlegible"/>
                <a:ea typeface="Atkinson Hyperlegible"/>
                <a:cs typeface="Atkinson Hyperlegible"/>
              </a:rPr>
              <a:t>, 16(42), pp. 1437–1480. https://jmlr.org/papers/v16/garcia15a.html</a:t>
            </a:r>
          </a:p>
        </p:txBody>
      </p:sp>
      <p:sp>
        <p:nvSpPr>
          <p:cNvPr id="10" name="shape-255">
            <a:extLst xmlns:a="http://schemas.openxmlformats.org/drawingml/2006/main">
              <a:ext uri="{FF2B5EF4-FFF2-40B4-BE49-F238E27FC236}">
                <a16:creationId xmlns:a16="http://schemas.microsoft.com/office/drawing/2014/main" id="{771689A4-2843-4C55-85C0-5723E2C6A344}"/>
              </a:ext>
            </a:extLst>
          </p:cNvPr>
          <p:cNvSpPr>
            <a:spLocks xmlns:a="http://schemas.openxmlformats.org/drawingml/2006/main" noGrp="1"/>
          </p:cNvSpPr>
          <p:nvPr/>
        </p:nvSpPr>
        <p:spPr>
          <a:xfrm xmlns:a="http://schemas.openxmlformats.org/drawingml/2006/main">
            <a:off x="609600" y="51339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Huang, S. and Ontañón, S. (2022) “A closer look at invalid action masking in policy gradient algorithms”, </a:t>
            </a:r>
            <a:r>
              <a:rPr sz="1725" b="0" i="1">
                <a:solidFill>
                  <a:srgbClr val="173F43"/>
                </a:solidFill>
                <a:latin typeface="Atkinson Hyperlegible"/>
                <a:ea typeface="Atkinson Hyperlegible"/>
                <a:cs typeface="Atkinson Hyperlegible"/>
              </a:rPr>
              <a:t>FLAIRS Conference Proceedings</a:t>
            </a:r>
            <a:r>
              <a:rPr sz="1725" b="0">
                <a:solidFill>
                  <a:srgbClr val="173F43"/>
                </a:solidFill>
                <a:latin typeface="Atkinson Hyperlegible"/>
                <a:ea typeface="Atkinson Hyperlegible"/>
                <a:cs typeface="Atkinson Hyperlegible"/>
              </a:rPr>
              <a:t>, 35. https://doi.org/10.32473/flairs.v35i.130584</a:t>
            </a:r>
          </a:p>
        </p:txBody>
      </p:sp>
    </p:spTree>
    <p:extLst>
      <p:ext uri="{BB962C8B-B14F-4D97-AF65-F5344CB8AC3E}">
        <p14:creationId xmlns:p14="http://schemas.microsoft.com/office/powerpoint/2010/main" val="1135466200"/>
      </p:ext>
    </p:extLst>
  </p:cSld>
</p:sld>
</file>

<file path=ppt/slides/slide32.xml><?xml version="1.0" encoding="utf-8"?>
<p:sld xmlns:p="http://schemas.openxmlformats.org/presentationml/2006/main">
  <p:cSld>
    <p:bg>
      <p:bgPr>
        <a:solidFill xmlns:a="http://schemas.openxmlformats.org/drawingml/2006/main">
          <a:srgbClr val="F5F8F5"/>
        </a:solidFill>
      </p:bgPr>
    </p:bg>
    <p:spTree>
      <p:nvGrpSpPr>
        <p:cNvPr id="1" name=""/>
        <p:cNvGrpSpPr/>
        <p:nvPr/>
      </p:nvGrpSpPr>
      <p:grpSpPr>
        <a:xfrm xmlns:a="http://schemas.openxmlformats.org/drawingml/2006/main"/>
      </p:grpSpPr>
      <p:sp>
        <p:nvSpPr>
          <p:cNvPr id="10" name="shape-256">
            <a:extLst xmlns:a="http://schemas.openxmlformats.org/drawingml/2006/main">
              <a:ext uri="{FF2B5EF4-FFF2-40B4-BE49-F238E27FC236}">
                <a16:creationId xmlns:a16="http://schemas.microsoft.com/office/drawing/2014/main" id="{54E04A27-7E9A-408F-A9E7-DE459E474350}"/>
              </a:ext>
            </a:extLst>
          </p:cNvPr>
          <p:cNvSpPr>
            <a:spLocks xmlns:a="http://schemas.openxmlformats.org/drawingml/2006/main" noGrp="1"/>
          </p:cNvSpPr>
          <p:nvPr/>
        </p:nvSpPr>
        <p:spPr>
          <a:xfrm xmlns:a="http://schemas.openxmlformats.org/drawingml/2006/main">
            <a:off x="609600" y="2667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37B73"/>
                </a:solidFill>
                <a:latin typeface="Atkinson Hyperlegible"/>
                <a:ea typeface="Atkinson Hyperlegible"/>
                <a:cs typeface="Atkinson Hyperlegible"/>
              </a:defRPr>
            </a:defPPr>
            <a:lvl1pPr algn="l">
              <a:defRPr sz="1350" b="1">
                <a:solidFill>
                  <a:srgbClr val="137B73"/>
                </a:solidFill>
                <a:latin typeface="Atkinson Hyperlegible"/>
                <a:ea typeface="Atkinson Hyperlegible"/>
                <a:cs typeface="Atkinson Hyperlegible"/>
              </a:defRPr>
            </a:lvl1pPr>
            <a:lvl2pPr algn="l">
              <a:defRPr sz="1350" b="1">
                <a:solidFill>
                  <a:srgbClr val="137B73"/>
                </a:solidFill>
                <a:latin typeface="Atkinson Hyperlegible"/>
                <a:ea typeface="Atkinson Hyperlegible"/>
                <a:cs typeface="Atkinson Hyperlegible"/>
              </a:defRPr>
            </a:lvl2pPr>
            <a:lvl3pPr algn="l">
              <a:defRPr sz="1350" b="1">
                <a:solidFill>
                  <a:srgbClr val="137B73"/>
                </a:solidFill>
                <a:latin typeface="Atkinson Hyperlegible"/>
                <a:ea typeface="Atkinson Hyperlegible"/>
                <a:cs typeface="Atkinson Hyperlegible"/>
              </a:defRPr>
            </a:lvl3pPr>
            <a:lvl4pPr algn="l">
              <a:defRPr sz="1350" b="1">
                <a:solidFill>
                  <a:srgbClr val="137B73"/>
                </a:solidFill>
                <a:latin typeface="Atkinson Hyperlegible"/>
                <a:ea typeface="Atkinson Hyperlegible"/>
                <a:cs typeface="Atkinson Hyperlegible"/>
              </a:defRPr>
            </a:lvl4pPr>
            <a:lvl5pPr algn="l">
              <a:defRPr sz="1350" b="1">
                <a:solidFill>
                  <a:srgbClr val="137B73"/>
                </a:solidFill>
                <a:latin typeface="Atkinson Hyperlegible"/>
                <a:ea typeface="Atkinson Hyperlegible"/>
                <a:cs typeface="Atkinson Hyperlegible"/>
              </a:defRPr>
            </a:lvl5pPr>
            <a:lvl6pPr algn="l">
              <a:defRPr sz="1350" b="1">
                <a:solidFill>
                  <a:srgbClr val="137B73"/>
                </a:solidFill>
                <a:latin typeface="Atkinson Hyperlegible"/>
                <a:ea typeface="Atkinson Hyperlegible"/>
                <a:cs typeface="Atkinson Hyperlegible"/>
              </a:defRPr>
            </a:lvl6pPr>
            <a:lvl7pPr algn="l">
              <a:defRPr sz="1350" b="1">
                <a:solidFill>
                  <a:srgbClr val="137B73"/>
                </a:solidFill>
                <a:latin typeface="Atkinson Hyperlegible"/>
                <a:ea typeface="Atkinson Hyperlegible"/>
                <a:cs typeface="Atkinson Hyperlegible"/>
              </a:defRPr>
            </a:lvl7pPr>
            <a:lvl8pPr algn="l">
              <a:defRPr sz="1350" b="1">
                <a:solidFill>
                  <a:srgbClr val="137B73"/>
                </a:solidFill>
                <a:latin typeface="Atkinson Hyperlegible"/>
                <a:ea typeface="Atkinson Hyperlegible"/>
                <a:cs typeface="Atkinson Hyperlegible"/>
              </a:defRPr>
            </a:lvl8pPr>
            <a:lvl9pPr algn="l">
              <a:defRPr sz="1350" b="1">
                <a:solidFill>
                  <a:srgbClr val="137B73"/>
                </a:solidFill>
                <a:latin typeface="Atkinson Hyperlegible"/>
                <a:ea typeface="Atkinson Hyperlegible"/>
                <a:cs typeface="Atkinson Hyperlegible"/>
              </a:defRPr>
            </a:lvl9pPr>
          </a:lstStyle>
          <a:p xmlns:a="http://schemas.openxmlformats.org/drawingml/2006/main">
            <a:pPr algn="l">
              <a:defRPr sz="1350" b="1">
                <a:solidFill>
                  <a:srgbClr val="137B73"/>
                </a:solidFill>
                <a:latin typeface="Atkinson Hyperlegible"/>
                <a:ea typeface="Atkinson Hyperlegible"/>
                <a:cs typeface="Atkinson Hyperlegible"/>
              </a:defRPr>
            </a:pPr>
            <a:r>
              <a:rPr sz="1350" b="1">
                <a:solidFill>
                  <a:srgbClr val="137B73"/>
                </a:solidFill>
                <a:latin typeface="Atkinson Hyperlegible"/>
                <a:ea typeface="Atkinson Hyperlegible"/>
                <a:cs typeface="Atkinson Hyperlegible"/>
              </a:rPr>
              <a:t>GridGuard Khartoum</a:t>
            </a:r>
          </a:p>
        </p:txBody>
      </p:sp>
      <p:sp>
        <p:nvSpPr>
          <p:cNvPr id="2" name="shape-257">
            <a:extLst xmlns:a="http://schemas.openxmlformats.org/drawingml/2006/main">
              <a:ext uri="{FF2B5EF4-FFF2-40B4-BE49-F238E27FC236}">
                <a16:creationId xmlns:a16="http://schemas.microsoft.com/office/drawing/2014/main" id="{C947A3E2-2A5B-4059-BBBD-72BAF501180A}"/>
              </a:ext>
            </a:extLst>
          </p:cNvPr>
          <p:cNvSpPr>
            <a:spLocks xmlns:a="http://schemas.openxmlformats.org/drawingml/2006/main" noGrp="1"/>
          </p:cNvSpPr>
          <p:nvPr/>
        </p:nvSpPr>
        <p:spPr>
          <a:xfrm xmlns:a="http://schemas.openxmlformats.org/drawingml/2006/main">
            <a:off x="609600" y="7334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3F43"/>
                </a:solidFill>
                <a:latin typeface="Atkinson Hyperlegible"/>
                <a:ea typeface="Atkinson Hyperlegible"/>
                <a:cs typeface="Atkinson Hyperlegible"/>
              </a:defRPr>
            </a:defPPr>
            <a:lvl1pPr algn="l">
              <a:defRPr sz="3150" b="1">
                <a:solidFill>
                  <a:srgbClr val="173F43"/>
                </a:solidFill>
                <a:latin typeface="Atkinson Hyperlegible"/>
                <a:ea typeface="Atkinson Hyperlegible"/>
                <a:cs typeface="Atkinson Hyperlegible"/>
              </a:defRPr>
            </a:lvl1pPr>
            <a:lvl2pPr algn="l">
              <a:defRPr sz="3150" b="1">
                <a:solidFill>
                  <a:srgbClr val="173F43"/>
                </a:solidFill>
                <a:latin typeface="Atkinson Hyperlegible"/>
                <a:ea typeface="Atkinson Hyperlegible"/>
                <a:cs typeface="Atkinson Hyperlegible"/>
              </a:defRPr>
            </a:lvl2pPr>
            <a:lvl3pPr algn="l">
              <a:defRPr sz="3150" b="1">
                <a:solidFill>
                  <a:srgbClr val="173F43"/>
                </a:solidFill>
                <a:latin typeface="Atkinson Hyperlegible"/>
                <a:ea typeface="Atkinson Hyperlegible"/>
                <a:cs typeface="Atkinson Hyperlegible"/>
              </a:defRPr>
            </a:lvl3pPr>
            <a:lvl4pPr algn="l">
              <a:defRPr sz="3150" b="1">
                <a:solidFill>
                  <a:srgbClr val="173F43"/>
                </a:solidFill>
                <a:latin typeface="Atkinson Hyperlegible"/>
                <a:ea typeface="Atkinson Hyperlegible"/>
                <a:cs typeface="Atkinson Hyperlegible"/>
              </a:defRPr>
            </a:lvl4pPr>
            <a:lvl5pPr algn="l">
              <a:defRPr sz="3150" b="1">
                <a:solidFill>
                  <a:srgbClr val="173F43"/>
                </a:solidFill>
                <a:latin typeface="Atkinson Hyperlegible"/>
                <a:ea typeface="Atkinson Hyperlegible"/>
                <a:cs typeface="Atkinson Hyperlegible"/>
              </a:defRPr>
            </a:lvl5pPr>
            <a:lvl6pPr algn="l">
              <a:defRPr sz="3150" b="1">
                <a:solidFill>
                  <a:srgbClr val="173F43"/>
                </a:solidFill>
                <a:latin typeface="Atkinson Hyperlegible"/>
                <a:ea typeface="Atkinson Hyperlegible"/>
                <a:cs typeface="Atkinson Hyperlegible"/>
              </a:defRPr>
            </a:lvl6pPr>
            <a:lvl7pPr algn="l">
              <a:defRPr sz="3150" b="1">
                <a:solidFill>
                  <a:srgbClr val="173F43"/>
                </a:solidFill>
                <a:latin typeface="Atkinson Hyperlegible"/>
                <a:ea typeface="Atkinson Hyperlegible"/>
                <a:cs typeface="Atkinson Hyperlegible"/>
              </a:defRPr>
            </a:lvl7pPr>
            <a:lvl8pPr algn="l">
              <a:defRPr sz="3150" b="1">
                <a:solidFill>
                  <a:srgbClr val="173F43"/>
                </a:solidFill>
                <a:latin typeface="Atkinson Hyperlegible"/>
                <a:ea typeface="Atkinson Hyperlegible"/>
                <a:cs typeface="Atkinson Hyperlegible"/>
              </a:defRPr>
            </a:lvl8pPr>
            <a:lvl9pPr algn="l">
              <a:defRPr sz="3150" b="1">
                <a:solidFill>
                  <a:srgbClr val="173F43"/>
                </a:solidFill>
                <a:latin typeface="Atkinson Hyperlegible"/>
                <a:ea typeface="Atkinson Hyperlegible"/>
                <a:cs typeface="Atkinson Hyperlegible"/>
              </a:defRPr>
            </a:lvl9pPr>
          </a:lstStyle>
          <a:p xmlns:a="http://schemas.openxmlformats.org/drawingml/2006/main">
            <a:pPr algn="l">
              <a:defRPr sz="3150" b="1">
                <a:solidFill>
                  <a:srgbClr val="173F43"/>
                </a:solidFill>
                <a:latin typeface="Atkinson Hyperlegible"/>
                <a:ea typeface="Atkinson Hyperlegible"/>
                <a:cs typeface="Atkinson Hyperlegible"/>
              </a:defRPr>
            </a:pPr>
            <a:r>
              <a:rPr sz="3150" b="1">
                <a:solidFill>
                  <a:srgbClr val="173F43"/>
                </a:solidFill>
                <a:latin typeface="Atkinson Hyperlegible"/>
                <a:ea typeface="Atkinson Hyperlegible"/>
                <a:cs typeface="Atkinson Hyperlegible"/>
              </a:rPr>
              <a:t>References 2 of 2</a:t>
            </a:r>
          </a:p>
        </p:txBody>
      </p:sp>
      <p:sp>
        <p:nvSpPr>
          <p:cNvPr id="3" name="shape-258">
            <a:extLst xmlns:a="http://schemas.openxmlformats.org/drawingml/2006/main">
              <a:ext uri="{FF2B5EF4-FFF2-40B4-BE49-F238E27FC236}">
                <a16:creationId xmlns:a16="http://schemas.microsoft.com/office/drawing/2014/main" id="{308213BD-A1F0-4DC9-BA91-FDE8D5EB88C0}"/>
              </a:ext>
            </a:extLst>
          </p:cNvPr>
          <p:cNvSpPr>
            <a:spLocks xmlns:a="http://schemas.openxmlformats.org/drawingml/2006/main" noGrp="1"/>
          </p:cNvSpPr>
          <p:nvPr/>
        </p:nvSpPr>
        <p:spPr>
          <a:xfrm xmlns:a="http://schemas.openxmlformats.org/drawingml/2006/main">
            <a:off x="609600" y="13620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787A"/>
                </a:solidFill>
                <a:latin typeface="Atkinson Hyperlegible"/>
                <a:ea typeface="Atkinson Hyperlegible"/>
                <a:cs typeface="Atkinson Hyperlegible"/>
              </a:defRPr>
            </a:defPPr>
            <a:lvl1pPr algn="l">
              <a:defRPr sz="1725" b="0">
                <a:solidFill>
                  <a:srgbClr val="58787A"/>
                </a:solidFill>
                <a:latin typeface="Atkinson Hyperlegible"/>
                <a:ea typeface="Atkinson Hyperlegible"/>
                <a:cs typeface="Atkinson Hyperlegible"/>
              </a:defRPr>
            </a:lvl1pPr>
            <a:lvl2pPr algn="l">
              <a:defRPr sz="1725" b="0">
                <a:solidFill>
                  <a:srgbClr val="58787A"/>
                </a:solidFill>
                <a:latin typeface="Atkinson Hyperlegible"/>
                <a:ea typeface="Atkinson Hyperlegible"/>
                <a:cs typeface="Atkinson Hyperlegible"/>
              </a:defRPr>
            </a:lvl2pPr>
            <a:lvl3pPr algn="l">
              <a:defRPr sz="1725" b="0">
                <a:solidFill>
                  <a:srgbClr val="58787A"/>
                </a:solidFill>
                <a:latin typeface="Atkinson Hyperlegible"/>
                <a:ea typeface="Atkinson Hyperlegible"/>
                <a:cs typeface="Atkinson Hyperlegible"/>
              </a:defRPr>
            </a:lvl3pPr>
            <a:lvl4pPr algn="l">
              <a:defRPr sz="1725" b="0">
                <a:solidFill>
                  <a:srgbClr val="58787A"/>
                </a:solidFill>
                <a:latin typeface="Atkinson Hyperlegible"/>
                <a:ea typeface="Atkinson Hyperlegible"/>
                <a:cs typeface="Atkinson Hyperlegible"/>
              </a:defRPr>
            </a:lvl4pPr>
            <a:lvl5pPr algn="l">
              <a:defRPr sz="1725" b="0">
                <a:solidFill>
                  <a:srgbClr val="58787A"/>
                </a:solidFill>
                <a:latin typeface="Atkinson Hyperlegible"/>
                <a:ea typeface="Atkinson Hyperlegible"/>
                <a:cs typeface="Atkinson Hyperlegible"/>
              </a:defRPr>
            </a:lvl5pPr>
            <a:lvl6pPr algn="l">
              <a:defRPr sz="1725" b="0">
                <a:solidFill>
                  <a:srgbClr val="58787A"/>
                </a:solidFill>
                <a:latin typeface="Atkinson Hyperlegible"/>
                <a:ea typeface="Atkinson Hyperlegible"/>
                <a:cs typeface="Atkinson Hyperlegible"/>
              </a:defRPr>
            </a:lvl6pPr>
            <a:lvl7pPr algn="l">
              <a:defRPr sz="1725" b="0">
                <a:solidFill>
                  <a:srgbClr val="58787A"/>
                </a:solidFill>
                <a:latin typeface="Atkinson Hyperlegible"/>
                <a:ea typeface="Atkinson Hyperlegible"/>
                <a:cs typeface="Atkinson Hyperlegible"/>
              </a:defRPr>
            </a:lvl7pPr>
            <a:lvl8pPr algn="l">
              <a:defRPr sz="1725" b="0">
                <a:solidFill>
                  <a:srgbClr val="58787A"/>
                </a:solidFill>
                <a:latin typeface="Atkinson Hyperlegible"/>
                <a:ea typeface="Atkinson Hyperlegible"/>
                <a:cs typeface="Atkinson Hyperlegible"/>
              </a:defRPr>
            </a:lvl8pPr>
            <a:lvl9pPr algn="l">
              <a:defRPr sz="1725" b="0">
                <a:solidFill>
                  <a:srgbClr val="58787A"/>
                </a:solidFill>
                <a:latin typeface="Atkinson Hyperlegible"/>
                <a:ea typeface="Atkinson Hyperlegible"/>
                <a:cs typeface="Atkinson Hyperlegible"/>
              </a:defRPr>
            </a:lvl9pPr>
          </a:lstStyle>
          <a:p xmlns:a="http://schemas.openxmlformats.org/drawingml/2006/main">
            <a:pPr algn="l">
              <a:defRPr sz="1725" b="0">
                <a:solidFill>
                  <a:srgbClr val="58787A"/>
                </a:solidFill>
                <a:latin typeface="Atkinson Hyperlegible"/>
                <a:ea typeface="Atkinson Hyperlegible"/>
                <a:cs typeface="Atkinson Hyperlegible"/>
              </a:defRPr>
            </a:pPr>
            <a:r>
              <a:rPr sz="1725" b="0">
                <a:solidFill>
                  <a:srgbClr val="58787A"/>
                </a:solidFill>
                <a:latin typeface="Atkinson Hyperlegible"/>
                <a:ea typeface="Atkinson Hyperlegible"/>
                <a:cs typeface="Atkinson Hyperlegible"/>
              </a:rPr>
              <a:t>Alphabetized author-date references</a:t>
            </a:r>
          </a:p>
        </p:txBody>
      </p:sp>
      <p:sp>
        <p:nvSpPr>
          <p:cNvPr id="4" name="shape-259">
            <a:extLst xmlns:a="http://schemas.openxmlformats.org/drawingml/2006/main">
              <a:ext uri="{FF2B5EF4-FFF2-40B4-BE49-F238E27FC236}">
                <a16:creationId xmlns:a16="http://schemas.microsoft.com/office/drawing/2014/main" id="{38153FEF-EDA4-4A21-8E2D-4F5FCE26261D}"/>
              </a:ext>
            </a:extLst>
          </p:cNvPr>
          <p:cNvSpPr>
            <a:spLocks xmlns:a="http://schemas.openxmlformats.org/drawingml/2006/main" noGrp="1"/>
          </p:cNvSpPr>
          <p:nvPr/>
        </p:nvSpPr>
        <p:spPr>
          <a:xfrm xmlns:a="http://schemas.openxmlformats.org/drawingml/2006/main">
            <a:off x="609600" y="6448425"/>
            <a:ext cx="10972800" cy="9525"/>
          </a:xfrm>
          <a:prstGeom xmlns:a="http://schemas.openxmlformats.org/drawingml/2006/main" prst="rect">
            <a:avLst/>
          </a:prstGeom>
          <a:solidFill xmlns:a="http://schemas.openxmlformats.org/drawingml/2006/main">
            <a:srgbClr val="D8E5DF"/>
          </a:solidFill>
          <a:ln xmlns:a="http://schemas.openxmlformats.org/drawingml/2006/main" w="0">
            <a:noFill/>
          </a:ln>
        </p:spPr>
      </p:sp>
      <p:sp>
        <p:nvSpPr>
          <p:cNvPr id="5" name="shape-260">
            <a:extLst xmlns:a="http://schemas.openxmlformats.org/drawingml/2006/main">
              <a:ext uri="{FF2B5EF4-FFF2-40B4-BE49-F238E27FC236}">
                <a16:creationId xmlns:a16="http://schemas.microsoft.com/office/drawing/2014/main" id="{441986A1-CF03-436D-A2C5-A07AEAC90439}"/>
              </a:ext>
            </a:extLst>
          </p:cNvPr>
          <p:cNvSpPr>
            <a:spLocks xmlns:a="http://schemas.openxmlformats.org/drawingml/2006/main" noGrp="1"/>
          </p:cNvSpPr>
          <p:nvPr/>
        </p:nvSpPr>
        <p:spPr>
          <a:xfrm xmlns:a="http://schemas.openxmlformats.org/drawingml/2006/main">
            <a:off x="609600" y="6543675"/>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787A"/>
                </a:solidFill>
                <a:latin typeface="Atkinson Hyperlegible"/>
                <a:ea typeface="Atkinson Hyperlegible"/>
                <a:cs typeface="Atkinson Hyperlegible"/>
              </a:defRPr>
            </a:defPPr>
            <a:lvl1pPr algn="l">
              <a:defRPr sz="1050" b="0">
                <a:solidFill>
                  <a:srgbClr val="58787A"/>
                </a:solidFill>
                <a:latin typeface="Atkinson Hyperlegible"/>
                <a:ea typeface="Atkinson Hyperlegible"/>
                <a:cs typeface="Atkinson Hyperlegible"/>
              </a:defRPr>
            </a:lvl1pPr>
            <a:lvl2pPr algn="l">
              <a:defRPr sz="1050" b="0">
                <a:solidFill>
                  <a:srgbClr val="58787A"/>
                </a:solidFill>
                <a:latin typeface="Atkinson Hyperlegible"/>
                <a:ea typeface="Atkinson Hyperlegible"/>
                <a:cs typeface="Atkinson Hyperlegible"/>
              </a:defRPr>
            </a:lvl2pPr>
            <a:lvl3pPr algn="l">
              <a:defRPr sz="1050" b="0">
                <a:solidFill>
                  <a:srgbClr val="58787A"/>
                </a:solidFill>
                <a:latin typeface="Atkinson Hyperlegible"/>
                <a:ea typeface="Atkinson Hyperlegible"/>
                <a:cs typeface="Atkinson Hyperlegible"/>
              </a:defRPr>
            </a:lvl3pPr>
            <a:lvl4pPr algn="l">
              <a:defRPr sz="1050" b="0">
                <a:solidFill>
                  <a:srgbClr val="58787A"/>
                </a:solidFill>
                <a:latin typeface="Atkinson Hyperlegible"/>
                <a:ea typeface="Atkinson Hyperlegible"/>
                <a:cs typeface="Atkinson Hyperlegible"/>
              </a:defRPr>
            </a:lvl4pPr>
            <a:lvl5pPr algn="l">
              <a:defRPr sz="1050" b="0">
                <a:solidFill>
                  <a:srgbClr val="58787A"/>
                </a:solidFill>
                <a:latin typeface="Atkinson Hyperlegible"/>
                <a:ea typeface="Atkinson Hyperlegible"/>
                <a:cs typeface="Atkinson Hyperlegible"/>
              </a:defRPr>
            </a:lvl5pPr>
            <a:lvl6pPr algn="l">
              <a:defRPr sz="1050" b="0">
                <a:solidFill>
                  <a:srgbClr val="58787A"/>
                </a:solidFill>
                <a:latin typeface="Atkinson Hyperlegible"/>
                <a:ea typeface="Atkinson Hyperlegible"/>
                <a:cs typeface="Atkinson Hyperlegible"/>
              </a:defRPr>
            </a:lvl6pPr>
            <a:lvl7pPr algn="l">
              <a:defRPr sz="1050" b="0">
                <a:solidFill>
                  <a:srgbClr val="58787A"/>
                </a:solidFill>
                <a:latin typeface="Atkinson Hyperlegible"/>
                <a:ea typeface="Atkinson Hyperlegible"/>
                <a:cs typeface="Atkinson Hyperlegible"/>
              </a:defRPr>
            </a:lvl7pPr>
            <a:lvl8pPr algn="l">
              <a:defRPr sz="1050" b="0">
                <a:solidFill>
                  <a:srgbClr val="58787A"/>
                </a:solidFill>
                <a:latin typeface="Atkinson Hyperlegible"/>
                <a:ea typeface="Atkinson Hyperlegible"/>
                <a:cs typeface="Atkinson Hyperlegible"/>
              </a:defRPr>
            </a:lvl8pPr>
            <a:lvl9pPr algn="l">
              <a:defRPr sz="1050" b="0">
                <a:solidFill>
                  <a:srgbClr val="58787A"/>
                </a:solidFill>
                <a:latin typeface="Atkinson Hyperlegible"/>
                <a:ea typeface="Atkinson Hyperlegible"/>
                <a:cs typeface="Atkinson Hyperlegible"/>
              </a:defRPr>
            </a:lvl9pPr>
          </a:lstStyle>
          <a:p xmlns:a="http://schemas.openxmlformats.org/drawingml/2006/main">
            <a:pPr algn="l">
              <a:defRPr sz="1050" b="0">
                <a:solidFill>
                  <a:srgbClr val="58787A"/>
                </a:solidFill>
                <a:latin typeface="Atkinson Hyperlegible"/>
                <a:ea typeface="Atkinson Hyperlegible"/>
                <a:cs typeface="Atkinson Hyperlegible"/>
              </a:defRPr>
            </a:pPr>
            <a:r>
              <a:rPr sz="1050" b="0">
                <a:solidFill>
                  <a:srgbClr val="58787A"/>
                </a:solidFill>
                <a:latin typeface="Atkinson Hyperlegible"/>
                <a:ea typeface="Atkinson Hyperlegible"/>
                <a:cs typeface="Atkinson Hyperlegible"/>
              </a:rPr>
              <a:t>Synthetic scenarios. Decision support only.</a:t>
            </a:r>
          </a:p>
        </p:txBody>
      </p:sp>
      <p:sp>
        <p:nvSpPr>
          <p:cNvPr id="6" name="shape-261">
            <a:extLst xmlns:a="http://schemas.openxmlformats.org/drawingml/2006/main">
              <a:ext uri="{FF2B5EF4-FFF2-40B4-BE49-F238E27FC236}">
                <a16:creationId xmlns:a16="http://schemas.microsoft.com/office/drawing/2014/main" id="{B6761F39-5390-4A6D-AEAC-7717A963E943}"/>
              </a:ext>
            </a:extLst>
          </p:cNvPr>
          <p:cNvSpPr>
            <a:spLocks xmlns:a="http://schemas.openxmlformats.org/drawingml/2006/main" noGrp="1"/>
          </p:cNvSpPr>
          <p:nvPr/>
        </p:nvSpPr>
        <p:spPr>
          <a:xfrm xmlns:a="http://schemas.openxmlformats.org/drawingml/2006/main">
            <a:off x="11001375" y="6515100"/>
            <a:ext cx="581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137B73"/>
                </a:solidFill>
                <a:latin typeface="Atkinson Hyperlegible"/>
                <a:ea typeface="Atkinson Hyperlegible"/>
                <a:cs typeface="Atkinson Hyperlegible"/>
              </a:defRPr>
            </a:defPPr>
            <a:lvl1pPr algn="r">
              <a:defRPr sz="1275" b="0">
                <a:solidFill>
                  <a:srgbClr val="137B73"/>
                </a:solidFill>
                <a:latin typeface="Atkinson Hyperlegible"/>
                <a:ea typeface="Atkinson Hyperlegible"/>
                <a:cs typeface="Atkinson Hyperlegible"/>
              </a:defRPr>
            </a:lvl1pPr>
            <a:lvl2pPr algn="r">
              <a:defRPr sz="1275" b="0">
                <a:solidFill>
                  <a:srgbClr val="137B73"/>
                </a:solidFill>
                <a:latin typeface="Atkinson Hyperlegible"/>
                <a:ea typeface="Atkinson Hyperlegible"/>
                <a:cs typeface="Atkinson Hyperlegible"/>
              </a:defRPr>
            </a:lvl2pPr>
            <a:lvl3pPr algn="r">
              <a:defRPr sz="1275" b="0">
                <a:solidFill>
                  <a:srgbClr val="137B73"/>
                </a:solidFill>
                <a:latin typeface="Atkinson Hyperlegible"/>
                <a:ea typeface="Atkinson Hyperlegible"/>
                <a:cs typeface="Atkinson Hyperlegible"/>
              </a:defRPr>
            </a:lvl3pPr>
            <a:lvl4pPr algn="r">
              <a:defRPr sz="1275" b="0">
                <a:solidFill>
                  <a:srgbClr val="137B73"/>
                </a:solidFill>
                <a:latin typeface="Atkinson Hyperlegible"/>
                <a:ea typeface="Atkinson Hyperlegible"/>
                <a:cs typeface="Atkinson Hyperlegible"/>
              </a:defRPr>
            </a:lvl4pPr>
            <a:lvl5pPr algn="r">
              <a:defRPr sz="1275" b="0">
                <a:solidFill>
                  <a:srgbClr val="137B73"/>
                </a:solidFill>
                <a:latin typeface="Atkinson Hyperlegible"/>
                <a:ea typeface="Atkinson Hyperlegible"/>
                <a:cs typeface="Atkinson Hyperlegible"/>
              </a:defRPr>
            </a:lvl5pPr>
            <a:lvl6pPr algn="r">
              <a:defRPr sz="1275" b="0">
                <a:solidFill>
                  <a:srgbClr val="137B73"/>
                </a:solidFill>
                <a:latin typeface="Atkinson Hyperlegible"/>
                <a:ea typeface="Atkinson Hyperlegible"/>
                <a:cs typeface="Atkinson Hyperlegible"/>
              </a:defRPr>
            </a:lvl6pPr>
            <a:lvl7pPr algn="r">
              <a:defRPr sz="1275" b="0">
                <a:solidFill>
                  <a:srgbClr val="137B73"/>
                </a:solidFill>
                <a:latin typeface="Atkinson Hyperlegible"/>
                <a:ea typeface="Atkinson Hyperlegible"/>
                <a:cs typeface="Atkinson Hyperlegible"/>
              </a:defRPr>
            </a:lvl7pPr>
            <a:lvl8pPr algn="r">
              <a:defRPr sz="1275" b="0">
                <a:solidFill>
                  <a:srgbClr val="137B73"/>
                </a:solidFill>
                <a:latin typeface="Atkinson Hyperlegible"/>
                <a:ea typeface="Atkinson Hyperlegible"/>
                <a:cs typeface="Atkinson Hyperlegible"/>
              </a:defRPr>
            </a:lvl8pPr>
            <a:lvl9pPr algn="r">
              <a:defRPr sz="1275" b="0">
                <a:solidFill>
                  <a:srgbClr val="137B73"/>
                </a:solidFill>
                <a:latin typeface="Atkinson Hyperlegible"/>
                <a:ea typeface="Atkinson Hyperlegible"/>
                <a:cs typeface="Atkinson Hyperlegible"/>
              </a:defRPr>
            </a:lvl9pPr>
          </a:lstStyle>
          <a:p xmlns:a="http://schemas.openxmlformats.org/drawingml/2006/main">
            <a:pPr algn="r">
              <a:defRPr sz="1275" b="0">
                <a:solidFill>
                  <a:srgbClr val="137B73"/>
                </a:solidFill>
                <a:latin typeface="Atkinson Hyperlegible"/>
                <a:ea typeface="Atkinson Hyperlegible"/>
                <a:cs typeface="Atkinson Hyperlegible"/>
              </a:defRPr>
            </a:pPr>
            <a:r>
              <a:rPr sz="1275" b="0">
                <a:solidFill>
                  <a:srgbClr val="137B73"/>
                </a:solidFill>
                <a:latin typeface="Atkinson Hyperlegible"/>
                <a:ea typeface="Atkinson Hyperlegible"/>
                <a:cs typeface="Atkinson Hyperlegible"/>
              </a:rPr>
              <a:t>32</a:t>
            </a:r>
          </a:p>
        </p:txBody>
      </p:sp>
      <p:sp>
        <p:nvSpPr>
          <p:cNvPr id="7" name="shape-262">
            <a:extLst xmlns:a="http://schemas.openxmlformats.org/drawingml/2006/main">
              <a:ext uri="{FF2B5EF4-FFF2-40B4-BE49-F238E27FC236}">
                <a16:creationId xmlns:a16="http://schemas.microsoft.com/office/drawing/2014/main" id="{3E43DC6A-F4C8-408E-94AC-4D3ECDAC08FF}"/>
              </a:ext>
            </a:extLst>
          </p:cNvPr>
          <p:cNvSpPr>
            <a:spLocks xmlns:a="http://schemas.openxmlformats.org/drawingml/2006/main" noGrp="1"/>
          </p:cNvSpPr>
          <p:nvPr/>
        </p:nvSpPr>
        <p:spPr>
          <a:xfrm xmlns:a="http://schemas.openxmlformats.org/drawingml/2006/main">
            <a:off x="609600" y="20478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Jain, R., Chiu, D.-M. and Hawe, W.R. (1984) </a:t>
            </a:r>
            <a:r>
              <a:rPr sz="1725" b="0" i="1">
                <a:solidFill>
                  <a:srgbClr val="173F43"/>
                </a:solidFill>
                <a:latin typeface="Atkinson Hyperlegible"/>
                <a:ea typeface="Atkinson Hyperlegible"/>
                <a:cs typeface="Atkinson Hyperlegible"/>
              </a:rPr>
              <a:t>A quantitative measure of fairness and discrimination for resource allocation in shared computer systems</a:t>
            </a:r>
            <a:r>
              <a:rPr sz="1725" b="0">
                <a:solidFill>
                  <a:srgbClr val="173F43"/>
                </a:solidFill>
                <a:latin typeface="Atkinson Hyperlegible"/>
                <a:ea typeface="Atkinson Hyperlegible"/>
                <a:cs typeface="Atkinson Hyperlegible"/>
              </a:rPr>
              <a:t>. DEC Research Report TR-301.</a:t>
            </a:r>
          </a:p>
        </p:txBody>
      </p:sp>
      <p:sp>
        <p:nvSpPr>
          <p:cNvPr id="8" name="shape-263">
            <a:extLst xmlns:a="http://schemas.openxmlformats.org/drawingml/2006/main">
              <a:ext uri="{FF2B5EF4-FFF2-40B4-BE49-F238E27FC236}">
                <a16:creationId xmlns:a16="http://schemas.microsoft.com/office/drawing/2014/main" id="{1AF56E4E-8BA4-4E42-920E-4E32F654F8FC}"/>
              </a:ext>
            </a:extLst>
          </p:cNvPr>
          <p:cNvSpPr>
            <a:spLocks xmlns:a="http://schemas.openxmlformats.org/drawingml/2006/main" noGrp="1"/>
          </p:cNvSpPr>
          <p:nvPr/>
        </p:nvSpPr>
        <p:spPr>
          <a:xfrm xmlns:a="http://schemas.openxmlformats.org/drawingml/2006/main">
            <a:off x="609600" y="30765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Schulman, J., Wolski, F., Dhariwal, P., Radford, A. and Klimov, O. (2017) “</a:t>
            </a:r>
            <a:r>
              <a:rPr sz="1725" b="0" i="1">
                <a:solidFill>
                  <a:srgbClr val="173F43"/>
                </a:solidFill>
                <a:latin typeface="Atkinson Hyperlegible"/>
                <a:ea typeface="Atkinson Hyperlegible"/>
                <a:cs typeface="Atkinson Hyperlegible"/>
              </a:rPr>
              <a:t>Proximal policy optimization algorithms</a:t>
            </a:r>
            <a:r>
              <a:rPr sz="1725" b="0">
                <a:solidFill>
                  <a:srgbClr val="173F43"/>
                </a:solidFill>
                <a:latin typeface="Atkinson Hyperlegible"/>
                <a:ea typeface="Atkinson Hyperlegible"/>
                <a:cs typeface="Atkinson Hyperlegible"/>
              </a:rPr>
              <a:t>”. https://doi.org/10.48550/arXiv.1707.06347</a:t>
            </a:r>
          </a:p>
        </p:txBody>
      </p:sp>
      <p:sp>
        <p:nvSpPr>
          <p:cNvPr id="9" name="shape-264">
            <a:extLst xmlns:a="http://schemas.openxmlformats.org/drawingml/2006/main">
              <a:ext uri="{FF2B5EF4-FFF2-40B4-BE49-F238E27FC236}">
                <a16:creationId xmlns:a16="http://schemas.microsoft.com/office/drawing/2014/main" id="{85FAE829-7456-4511-816B-6E8D9D7B77C0}"/>
              </a:ext>
            </a:extLst>
          </p:cNvPr>
          <p:cNvSpPr>
            <a:spLocks xmlns:a="http://schemas.openxmlformats.org/drawingml/2006/main" noGrp="1"/>
          </p:cNvSpPr>
          <p:nvPr/>
        </p:nvSpPr>
        <p:spPr>
          <a:xfrm xmlns:a="http://schemas.openxmlformats.org/drawingml/2006/main">
            <a:off x="609600" y="41052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F43"/>
                </a:solidFill>
                <a:latin typeface="Atkinson Hyperlegible"/>
                <a:ea typeface="Atkinson Hyperlegible"/>
                <a:cs typeface="Atkinson Hyperlegible"/>
              </a:defRPr>
            </a:defPPr>
            <a:lvl1pPr algn="l">
              <a:defRPr sz="1725" b="0">
                <a:solidFill>
                  <a:srgbClr val="173F43"/>
                </a:solidFill>
                <a:latin typeface="Atkinson Hyperlegible"/>
                <a:ea typeface="Atkinson Hyperlegible"/>
                <a:cs typeface="Atkinson Hyperlegible"/>
              </a:defRPr>
            </a:lvl1pPr>
            <a:lvl2pPr algn="l">
              <a:defRPr sz="1725" b="0">
                <a:solidFill>
                  <a:srgbClr val="173F43"/>
                </a:solidFill>
                <a:latin typeface="Atkinson Hyperlegible"/>
                <a:ea typeface="Atkinson Hyperlegible"/>
                <a:cs typeface="Atkinson Hyperlegible"/>
              </a:defRPr>
            </a:lvl2pPr>
            <a:lvl3pPr algn="l">
              <a:defRPr sz="1725" b="0">
                <a:solidFill>
                  <a:srgbClr val="173F43"/>
                </a:solidFill>
                <a:latin typeface="Atkinson Hyperlegible"/>
                <a:ea typeface="Atkinson Hyperlegible"/>
                <a:cs typeface="Atkinson Hyperlegible"/>
              </a:defRPr>
            </a:lvl3pPr>
            <a:lvl4pPr algn="l">
              <a:defRPr sz="1725" b="0">
                <a:solidFill>
                  <a:srgbClr val="173F43"/>
                </a:solidFill>
                <a:latin typeface="Atkinson Hyperlegible"/>
                <a:ea typeface="Atkinson Hyperlegible"/>
                <a:cs typeface="Atkinson Hyperlegible"/>
              </a:defRPr>
            </a:lvl4pPr>
            <a:lvl5pPr algn="l">
              <a:defRPr sz="1725" b="0">
                <a:solidFill>
                  <a:srgbClr val="173F43"/>
                </a:solidFill>
                <a:latin typeface="Atkinson Hyperlegible"/>
                <a:ea typeface="Atkinson Hyperlegible"/>
                <a:cs typeface="Atkinson Hyperlegible"/>
              </a:defRPr>
            </a:lvl5pPr>
            <a:lvl6pPr algn="l">
              <a:defRPr sz="1725" b="0">
                <a:solidFill>
                  <a:srgbClr val="173F43"/>
                </a:solidFill>
                <a:latin typeface="Atkinson Hyperlegible"/>
                <a:ea typeface="Atkinson Hyperlegible"/>
                <a:cs typeface="Atkinson Hyperlegible"/>
              </a:defRPr>
            </a:lvl6pPr>
            <a:lvl7pPr algn="l">
              <a:defRPr sz="1725" b="0">
                <a:solidFill>
                  <a:srgbClr val="173F43"/>
                </a:solidFill>
                <a:latin typeface="Atkinson Hyperlegible"/>
                <a:ea typeface="Atkinson Hyperlegible"/>
                <a:cs typeface="Atkinson Hyperlegible"/>
              </a:defRPr>
            </a:lvl7pPr>
            <a:lvl8pPr algn="l">
              <a:defRPr sz="1725" b="0">
                <a:solidFill>
                  <a:srgbClr val="173F43"/>
                </a:solidFill>
                <a:latin typeface="Atkinson Hyperlegible"/>
                <a:ea typeface="Atkinson Hyperlegible"/>
                <a:cs typeface="Atkinson Hyperlegible"/>
              </a:defRPr>
            </a:lvl8pPr>
            <a:lvl9pPr algn="l">
              <a:defRPr sz="1725" b="0">
                <a:solidFill>
                  <a:srgbClr val="173F43"/>
                </a:solidFill>
                <a:latin typeface="Atkinson Hyperlegible"/>
                <a:ea typeface="Atkinson Hyperlegible"/>
                <a:cs typeface="Atkinson Hyperlegible"/>
              </a:defRPr>
            </a:lvl9pPr>
          </a:lstStyle>
          <a:p xmlns:a="http://schemas.openxmlformats.org/drawingml/2006/main">
            <a:pPr algn="l">
              <a:defRPr sz="1725" b="0">
                <a:solidFill>
                  <a:srgbClr val="173F43"/>
                </a:solidFill>
                <a:latin typeface="Atkinson Hyperlegible"/>
                <a:ea typeface="Atkinson Hyperlegible"/>
                <a:cs typeface="Atkinson Hyperlegible"/>
              </a:defRPr>
            </a:pPr>
            <a:r>
              <a:rPr sz="1725" b="0">
                <a:solidFill>
                  <a:srgbClr val="173F43"/>
                </a:solidFill>
                <a:latin typeface="Atkinson Hyperlegible"/>
                <a:ea typeface="Atkinson Hyperlegible"/>
                <a:cs typeface="Atkinson Hyperlegible"/>
              </a:rPr>
              <a:t>World Bank (2025) </a:t>
            </a:r>
            <a:r>
              <a:rPr sz="1725" b="0" i="1">
                <a:solidFill>
                  <a:srgbClr val="173F43"/>
                </a:solidFill>
                <a:latin typeface="Atkinson Hyperlegible"/>
                <a:ea typeface="Atkinson Hyperlegible"/>
                <a:cs typeface="Atkinson Hyperlegible"/>
              </a:rPr>
              <a:t>Accelerating Sustainable and Clean Energy and Digital Access Transformation in Sudan</a:t>
            </a:r>
            <a:r>
              <a:rPr sz="1725" b="0">
                <a:solidFill>
                  <a:srgbClr val="173F43"/>
                </a:solidFill>
                <a:latin typeface="Atkinson Hyperlegible"/>
                <a:ea typeface="Atkinson Hyperlegible"/>
                <a:cs typeface="Atkinson Hyperlegible"/>
              </a:rPr>
              <a:t> (P507788). Project Information Document, appraisal stage, PIDIA01286, 1 May. documents.worldbank.org, project P507788.</a:t>
            </a:r>
          </a:p>
        </p:txBody>
      </p:sp>
    </p:spTree>
    <p:extLst>
      <p:ext uri="{BB962C8B-B14F-4D97-AF65-F5344CB8AC3E}">
        <p14:creationId xmlns:p14="http://schemas.microsoft.com/office/powerpoint/2010/main" val="6820482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2026-10-31T10:34:25.9250000Z</dcterms:created>
  <dcterms:modified xsi:type="dcterms:W3CDTF">2026-10-31T10:34:25.9250000Z</dcterms:modified>
</coreProperties>
</file>